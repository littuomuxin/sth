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9" r:id="rId2"/>
    <p:sldId id="264" r:id="rId3"/>
    <p:sldId id="258" r:id="rId4"/>
    <p:sldId id="265" r:id="rId5"/>
    <p:sldId id="267" r:id="rId6"/>
    <p:sldId id="268" r:id="rId7"/>
    <p:sldId id="270" r:id="rId8"/>
    <p:sldId id="269" r:id="rId9"/>
    <p:sldId id="291" r:id="rId10"/>
    <p:sldId id="271" r:id="rId11"/>
    <p:sldId id="272" r:id="rId12"/>
    <p:sldId id="274" r:id="rId13"/>
    <p:sldId id="275" r:id="rId14"/>
    <p:sldId id="276" r:id="rId15"/>
    <p:sldId id="263" r:id="rId16"/>
    <p:sldId id="277" r:id="rId17"/>
    <p:sldId id="282" r:id="rId18"/>
    <p:sldId id="283" r:id="rId19"/>
    <p:sldId id="284" r:id="rId20"/>
    <p:sldId id="285" r:id="rId21"/>
    <p:sldId id="287" r:id="rId22"/>
    <p:sldId id="262" r:id="rId23"/>
    <p:sldId id="288" r:id="rId24"/>
    <p:sldId id="292" r:id="rId25"/>
    <p:sldId id="294" r:id="rId26"/>
    <p:sldId id="293" r:id="rId27"/>
    <p:sldId id="273" r:id="rId28"/>
    <p:sldId id="289" r:id="rId29"/>
    <p:sldId id="301" r:id="rId30"/>
    <p:sldId id="298" r:id="rId31"/>
    <p:sldId id="296" r:id="rId32"/>
    <p:sldId id="297" r:id="rId33"/>
    <p:sldId id="266" r:id="rId34"/>
    <p:sldId id="290" r:id="rId35"/>
    <p:sldId id="299" r:id="rId36"/>
    <p:sldId id="300" r:id="rId37"/>
    <p:sldId id="281"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62B2"/>
    <a:srgbClr val="8A7DAF"/>
    <a:srgbClr val="C0ADD7"/>
    <a:srgbClr val="DCD9F5"/>
    <a:srgbClr val="F3FBFB"/>
    <a:srgbClr val="D8BEEC"/>
    <a:srgbClr val="E3DAF4"/>
    <a:srgbClr val="DAE6F4"/>
    <a:srgbClr val="F3F8FB"/>
    <a:srgbClr val="DAE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5625" autoAdjust="0"/>
  </p:normalViewPr>
  <p:slideViewPr>
    <p:cSldViewPr snapToGrid="0">
      <p:cViewPr varScale="1">
        <p:scale>
          <a:sx n="71" d="100"/>
          <a:sy n="71" d="100"/>
        </p:scale>
        <p:origin x="33" y="43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0NoLn">
    <dgm:fillClrLst meth="repeat">
      <a:schemeClr val="accent4"/>
    </dgm:fillClrLst>
    <dgm:linClrLst meth="repeat">
      <a:schemeClr val="lt1">
        <a:alpha val="0"/>
      </a:schemeClr>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1NoLn">
    <dgm:fillClrLst>
      <a:schemeClr val="accent5"/>
      <a:schemeClr val="accent6"/>
    </dgm:fillClrLst>
    <dgm:linClrLst meth="repeat">
      <a:schemeClr val="lt1">
        <a:alpha val="0"/>
      </a:schemeClr>
    </dgm:linClrLst>
    <dgm:effectClrLst/>
    <dgm:txLinClrLst/>
    <dgm:txFillClrLst/>
    <dgm:txEffectClrLst/>
  </dgm:styleLbl>
  <dgm:styleLbl name="ltNode1NoLn">
    <dgm:fillClrLst>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2NoLn">
    <dgm:fillClrLst>
      <a:schemeClr val="accent6"/>
    </dgm:fillClrLst>
    <dgm:linClrLst meth="repeat">
      <a:schemeClr val="lt1">
        <a:alpha val="0"/>
      </a:schemeClr>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3NoLn">
    <dgm:fillClrLst>
      <a:schemeClr val="accent1"/>
    </dgm:fillClrLst>
    <dgm:linClrLst meth="repeat">
      <a:schemeClr val="lt1">
        <a:alpha val="0"/>
      </a:schemeClr>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node4NoLn">
    <dgm:fillClrLst>
      <a:schemeClr val="accent2"/>
    </dgm:fillClrLst>
    <dgm:linClrLst meth="repeat">
      <a:schemeClr val="lt1">
        <a:alpha val="0"/>
      </a:schemeClr>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0NoLn">
    <dgm:fillClrLst meth="repeat">
      <a:schemeClr val="accent4"/>
    </dgm:fillClrLst>
    <dgm:linClrLst meth="repeat">
      <a:schemeClr val="lt1">
        <a:alpha val="0"/>
      </a:schemeClr>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1NoLn">
    <dgm:fillClrLst>
      <a:schemeClr val="accent5"/>
      <a:schemeClr val="accent6"/>
    </dgm:fillClrLst>
    <dgm:linClrLst meth="repeat">
      <a:schemeClr val="lt1">
        <a:alpha val="0"/>
      </a:schemeClr>
    </dgm:linClrLst>
    <dgm:effectClrLst/>
    <dgm:txLinClrLst/>
    <dgm:txFillClrLst/>
    <dgm:txEffectClrLst/>
  </dgm:styleLbl>
  <dgm:styleLbl name="ltNode1NoLn">
    <dgm:fillClrLst>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2NoLn">
    <dgm:fillClrLst>
      <a:schemeClr val="accent6"/>
    </dgm:fillClrLst>
    <dgm:linClrLst meth="repeat">
      <a:schemeClr val="lt1">
        <a:alpha val="0"/>
      </a:schemeClr>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3NoLn">
    <dgm:fillClrLst>
      <a:schemeClr val="accent1"/>
    </dgm:fillClrLst>
    <dgm:linClrLst meth="repeat">
      <a:schemeClr val="lt1">
        <a:alpha val="0"/>
      </a:schemeClr>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node4NoLn">
    <dgm:fillClrLst>
      <a:schemeClr val="accent2"/>
    </dgm:fillClrLst>
    <dgm:linClrLst meth="repeat">
      <a:schemeClr val="lt1">
        <a:alpha val="0"/>
      </a:schemeClr>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3">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0NoLn">
    <dgm:fillClrLst meth="repeat">
      <a:schemeClr val="accent4"/>
    </dgm:fillClrLst>
    <dgm:linClrLst meth="repeat">
      <a:schemeClr val="lt1">
        <a:alpha val="0"/>
      </a:schemeClr>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1NoLn">
    <dgm:fillClrLst>
      <a:schemeClr val="accent5"/>
      <a:schemeClr val="accent6"/>
    </dgm:fillClrLst>
    <dgm:linClrLst meth="repeat">
      <a:schemeClr val="lt1">
        <a:alpha val="0"/>
      </a:schemeClr>
    </dgm:linClrLst>
    <dgm:effectClrLst/>
    <dgm:txLinClrLst/>
    <dgm:txFillClrLst/>
    <dgm:txEffectClrLst/>
  </dgm:styleLbl>
  <dgm:styleLbl name="ltNode1NoLn">
    <dgm:fillClrLst>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2NoLn">
    <dgm:fillClrLst>
      <a:schemeClr val="accent6"/>
    </dgm:fillClrLst>
    <dgm:linClrLst meth="repeat">
      <a:schemeClr val="lt1">
        <a:alpha val="0"/>
      </a:schemeClr>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3NoLn">
    <dgm:fillClrLst>
      <a:schemeClr val="accent1"/>
    </dgm:fillClrLst>
    <dgm:linClrLst meth="repeat">
      <a:schemeClr val="lt1">
        <a:alpha val="0"/>
      </a:schemeClr>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node4NoLn">
    <dgm:fillClrLst>
      <a:schemeClr val="accent2"/>
    </dgm:fillClrLst>
    <dgm:linClrLst meth="repeat">
      <a:schemeClr val="lt1">
        <a:alpha val="0"/>
      </a:schemeClr>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234D704-8C00-4733-9EC7-A836048E6B9B}" type="doc">
      <dgm:prSet loTypeId="urn:microsoft.com/office/officeart/2005/8/layout/arrow2" loCatId="process" qsTypeId="urn:microsoft.com/office/officeart/2005/8/quickstyle/simple1#1" qsCatId="simple" csTypeId="urn:microsoft.com/office/officeart/2005/8/colors/colorful5#1" csCatId="colorful" phldr="1"/>
      <dgm:spPr/>
      <dgm:t>
        <a:bodyPr/>
        <a:lstStyle/>
        <a:p>
          <a:endParaRPr lang="zh-CN" altLang="en-US"/>
        </a:p>
      </dgm:t>
    </dgm:pt>
    <dgm:pt modelId="{3ED02EF4-82F5-42D2-9858-790584436D7C}">
      <dgm:prSet phldrT="[文本]"/>
      <dgm:spPr/>
      <dgm:t>
        <a:bodyPr/>
        <a:lstStyle/>
        <a:p>
          <a:r>
            <a:rPr lang="en-US" altLang="zh-CN" dirty="0"/>
            <a:t>Requirement Input</a:t>
          </a:r>
          <a:endParaRPr lang="zh-CN" altLang="en-US" dirty="0"/>
        </a:p>
      </dgm:t>
    </dgm:pt>
    <dgm:pt modelId="{48920A8C-8A2C-41BD-83FE-7DFCCF69D500}" type="parTrans" cxnId="{41021A6B-CE36-47BD-AA79-603E9F1ABAC6}">
      <dgm:prSet/>
      <dgm:spPr/>
      <dgm:t>
        <a:bodyPr/>
        <a:lstStyle/>
        <a:p>
          <a:endParaRPr lang="zh-CN" altLang="en-US"/>
        </a:p>
      </dgm:t>
    </dgm:pt>
    <dgm:pt modelId="{1B1E73E7-4598-458B-B6CC-40E338A9A197}" type="sibTrans" cxnId="{41021A6B-CE36-47BD-AA79-603E9F1ABAC6}">
      <dgm:prSet/>
      <dgm:spPr/>
      <dgm:t>
        <a:bodyPr/>
        <a:lstStyle/>
        <a:p>
          <a:endParaRPr lang="zh-CN" altLang="en-US"/>
        </a:p>
      </dgm:t>
    </dgm:pt>
    <dgm:pt modelId="{65EF4680-2095-4D14-87C5-1FF53101AE16}">
      <dgm:prSet phldrT="[文本]"/>
      <dgm:spPr/>
      <dgm:t>
        <a:bodyPr/>
        <a:lstStyle/>
        <a:p>
          <a:r>
            <a:rPr lang="en-US" altLang="zh-CN" dirty="0"/>
            <a:t>Skills Load</a:t>
          </a:r>
          <a:endParaRPr lang="zh-CN" altLang="en-US" dirty="0"/>
        </a:p>
      </dgm:t>
    </dgm:pt>
    <dgm:pt modelId="{32F240A7-8859-4417-88FF-BE85999970EE}" type="parTrans" cxnId="{AAA6CF62-7897-4735-953E-E5AEA72CF1C8}">
      <dgm:prSet/>
      <dgm:spPr/>
      <dgm:t>
        <a:bodyPr/>
        <a:lstStyle/>
        <a:p>
          <a:endParaRPr lang="zh-CN" altLang="en-US"/>
        </a:p>
      </dgm:t>
    </dgm:pt>
    <dgm:pt modelId="{5AF33C68-5B99-46A1-BD1A-32C3EFC402F8}" type="sibTrans" cxnId="{AAA6CF62-7897-4735-953E-E5AEA72CF1C8}">
      <dgm:prSet/>
      <dgm:spPr/>
      <dgm:t>
        <a:bodyPr/>
        <a:lstStyle/>
        <a:p>
          <a:endParaRPr lang="zh-CN" altLang="en-US"/>
        </a:p>
      </dgm:t>
    </dgm:pt>
    <dgm:pt modelId="{C0E3C242-890B-4332-92E7-48FDEFB3FD67}">
      <dgm:prSet phldrT="[文本]"/>
      <dgm:spPr/>
      <dgm:t>
        <a:bodyPr/>
        <a:lstStyle/>
        <a:p>
          <a:r>
            <a:rPr lang="en-US" altLang="zh-CN" dirty="0"/>
            <a:t>Action</a:t>
          </a:r>
          <a:endParaRPr lang="zh-CN" altLang="en-US" dirty="0"/>
        </a:p>
      </dgm:t>
    </dgm:pt>
    <dgm:pt modelId="{BBCB74DA-8F6B-4C29-A6CB-56B68D6E794B}" type="parTrans" cxnId="{BF67884C-706F-4BD4-BD32-D6E71E11660E}">
      <dgm:prSet/>
      <dgm:spPr/>
      <dgm:t>
        <a:bodyPr/>
        <a:lstStyle/>
        <a:p>
          <a:endParaRPr lang="zh-CN" altLang="en-US"/>
        </a:p>
      </dgm:t>
    </dgm:pt>
    <dgm:pt modelId="{0FAA4A8A-EF52-4092-B6C0-BB6E2BF3C633}" type="sibTrans" cxnId="{BF67884C-706F-4BD4-BD32-D6E71E11660E}">
      <dgm:prSet/>
      <dgm:spPr/>
      <dgm:t>
        <a:bodyPr/>
        <a:lstStyle/>
        <a:p>
          <a:endParaRPr lang="zh-CN" altLang="en-US"/>
        </a:p>
      </dgm:t>
    </dgm:pt>
    <dgm:pt modelId="{755FE914-DAF2-4F14-A088-AC5587725794}" type="pres">
      <dgm:prSet presAssocID="{E234D704-8C00-4733-9EC7-A836048E6B9B}" presName="arrowDiagram" presStyleCnt="0">
        <dgm:presLayoutVars>
          <dgm:chMax val="5"/>
          <dgm:dir/>
          <dgm:resizeHandles val="exact"/>
        </dgm:presLayoutVars>
      </dgm:prSet>
      <dgm:spPr/>
    </dgm:pt>
    <dgm:pt modelId="{936C8D53-48B6-4D76-ABF0-F67D98A954C8}" type="pres">
      <dgm:prSet presAssocID="{E234D704-8C00-4733-9EC7-A836048E6B9B}" presName="arrow" presStyleLbl="bgShp" presStyleIdx="0" presStyleCnt="1"/>
      <dgm:spPr>
        <a:gradFill flip="none" rotWithShape="1">
          <a:gsLst>
            <a:gs pos="0">
              <a:schemeClr val="accent2">
                <a:lumMod val="20000"/>
                <a:lumOff val="80000"/>
              </a:schemeClr>
            </a:gs>
            <a:gs pos="100000">
              <a:schemeClr val="accent5">
                <a:lumMod val="40000"/>
                <a:lumOff val="60000"/>
              </a:schemeClr>
            </a:gs>
          </a:gsLst>
          <a:lin ang="0" scaled="1"/>
          <a:tileRect/>
        </a:gradFill>
      </dgm:spPr>
    </dgm:pt>
    <dgm:pt modelId="{E02074F9-7095-4E1E-9C05-BCCB81EDF909}" type="pres">
      <dgm:prSet presAssocID="{E234D704-8C00-4733-9EC7-A836048E6B9B}" presName="arrowDiagram3" presStyleCnt="0"/>
      <dgm:spPr/>
    </dgm:pt>
    <dgm:pt modelId="{46144E7B-BDDC-4340-A3FF-CA6D5D426B1E}" type="pres">
      <dgm:prSet presAssocID="{3ED02EF4-82F5-42D2-9858-790584436D7C}" presName="bullet3a" presStyleLbl="node1" presStyleIdx="0" presStyleCnt="3"/>
      <dgm:spPr/>
    </dgm:pt>
    <dgm:pt modelId="{BD0F264A-A1E2-4B11-B809-13326FA98EBB}" type="pres">
      <dgm:prSet presAssocID="{3ED02EF4-82F5-42D2-9858-790584436D7C}" presName="textBox3a" presStyleLbl="revTx" presStyleIdx="0" presStyleCnt="3">
        <dgm:presLayoutVars>
          <dgm:bulletEnabled val="1"/>
        </dgm:presLayoutVars>
      </dgm:prSet>
      <dgm:spPr/>
    </dgm:pt>
    <dgm:pt modelId="{B58ABCD8-3C68-4C89-A06C-33A9E486CBC5}" type="pres">
      <dgm:prSet presAssocID="{65EF4680-2095-4D14-87C5-1FF53101AE16}" presName="bullet3b" presStyleLbl="node1" presStyleIdx="1" presStyleCnt="3"/>
      <dgm:spPr/>
    </dgm:pt>
    <dgm:pt modelId="{687DC12B-44FD-42D3-A656-DBC7751FEE8C}" type="pres">
      <dgm:prSet presAssocID="{65EF4680-2095-4D14-87C5-1FF53101AE16}" presName="textBox3b" presStyleLbl="revTx" presStyleIdx="1" presStyleCnt="3">
        <dgm:presLayoutVars>
          <dgm:bulletEnabled val="1"/>
        </dgm:presLayoutVars>
      </dgm:prSet>
      <dgm:spPr/>
    </dgm:pt>
    <dgm:pt modelId="{E48C7E7D-57EC-418C-ABBE-D190B1C3FB34}" type="pres">
      <dgm:prSet presAssocID="{C0E3C242-890B-4332-92E7-48FDEFB3FD67}" presName="bullet3c" presStyleLbl="node1" presStyleIdx="2" presStyleCnt="3"/>
      <dgm:spPr/>
    </dgm:pt>
    <dgm:pt modelId="{67BA3F04-B1BE-4D76-B6FF-BBFD30527DD6}" type="pres">
      <dgm:prSet presAssocID="{C0E3C242-890B-4332-92E7-48FDEFB3FD67}" presName="textBox3c" presStyleLbl="revTx" presStyleIdx="2" presStyleCnt="3">
        <dgm:presLayoutVars>
          <dgm:bulletEnabled val="1"/>
        </dgm:presLayoutVars>
      </dgm:prSet>
      <dgm:spPr/>
    </dgm:pt>
  </dgm:ptLst>
  <dgm:cxnLst>
    <dgm:cxn modelId="{6C93A73C-EB48-4DFD-84F4-81D706D291D2}" type="presOf" srcId="{65EF4680-2095-4D14-87C5-1FF53101AE16}" destId="{687DC12B-44FD-42D3-A656-DBC7751FEE8C}" srcOrd="0" destOrd="0" presId="urn:microsoft.com/office/officeart/2005/8/layout/arrow2"/>
    <dgm:cxn modelId="{AAA6CF62-7897-4735-953E-E5AEA72CF1C8}" srcId="{E234D704-8C00-4733-9EC7-A836048E6B9B}" destId="{65EF4680-2095-4D14-87C5-1FF53101AE16}" srcOrd="1" destOrd="0" parTransId="{32F240A7-8859-4417-88FF-BE85999970EE}" sibTransId="{5AF33C68-5B99-46A1-BD1A-32C3EFC402F8}"/>
    <dgm:cxn modelId="{03D62968-5449-4641-9F01-C6A3EE01E491}" type="presOf" srcId="{3ED02EF4-82F5-42D2-9858-790584436D7C}" destId="{BD0F264A-A1E2-4B11-B809-13326FA98EBB}" srcOrd="0" destOrd="0" presId="urn:microsoft.com/office/officeart/2005/8/layout/arrow2"/>
    <dgm:cxn modelId="{41021A6B-CE36-47BD-AA79-603E9F1ABAC6}" srcId="{E234D704-8C00-4733-9EC7-A836048E6B9B}" destId="{3ED02EF4-82F5-42D2-9858-790584436D7C}" srcOrd="0" destOrd="0" parTransId="{48920A8C-8A2C-41BD-83FE-7DFCCF69D500}" sibTransId="{1B1E73E7-4598-458B-B6CC-40E338A9A197}"/>
    <dgm:cxn modelId="{BF67884C-706F-4BD4-BD32-D6E71E11660E}" srcId="{E234D704-8C00-4733-9EC7-A836048E6B9B}" destId="{C0E3C242-890B-4332-92E7-48FDEFB3FD67}" srcOrd="2" destOrd="0" parTransId="{BBCB74DA-8F6B-4C29-A6CB-56B68D6E794B}" sibTransId="{0FAA4A8A-EF52-4092-B6C0-BB6E2BF3C633}"/>
    <dgm:cxn modelId="{3B33F274-CEAA-4CBD-9D31-ED16D671DFF2}" type="presOf" srcId="{E234D704-8C00-4733-9EC7-A836048E6B9B}" destId="{755FE914-DAF2-4F14-A088-AC5587725794}" srcOrd="0" destOrd="0" presId="urn:microsoft.com/office/officeart/2005/8/layout/arrow2"/>
    <dgm:cxn modelId="{D8993CA3-465E-4BF7-8E10-A3C9ED662890}" type="presOf" srcId="{C0E3C242-890B-4332-92E7-48FDEFB3FD67}" destId="{67BA3F04-B1BE-4D76-B6FF-BBFD30527DD6}" srcOrd="0" destOrd="0" presId="urn:microsoft.com/office/officeart/2005/8/layout/arrow2"/>
    <dgm:cxn modelId="{F4D3DCDB-471B-4E74-A9C0-2E9F52519022}" type="presParOf" srcId="{755FE914-DAF2-4F14-A088-AC5587725794}" destId="{936C8D53-48B6-4D76-ABF0-F67D98A954C8}" srcOrd="0" destOrd="0" presId="urn:microsoft.com/office/officeart/2005/8/layout/arrow2"/>
    <dgm:cxn modelId="{3AD120D7-FB60-4062-808F-96775A62D030}" type="presParOf" srcId="{755FE914-DAF2-4F14-A088-AC5587725794}" destId="{E02074F9-7095-4E1E-9C05-BCCB81EDF909}" srcOrd="1" destOrd="0" presId="urn:microsoft.com/office/officeart/2005/8/layout/arrow2"/>
    <dgm:cxn modelId="{E10BC10B-3082-4B6C-90A2-AE94C320E0E1}" type="presParOf" srcId="{E02074F9-7095-4E1E-9C05-BCCB81EDF909}" destId="{46144E7B-BDDC-4340-A3FF-CA6D5D426B1E}" srcOrd="0" destOrd="0" presId="urn:microsoft.com/office/officeart/2005/8/layout/arrow2"/>
    <dgm:cxn modelId="{9689EE05-2B5D-4152-9441-975DA2415CBA}" type="presParOf" srcId="{E02074F9-7095-4E1E-9C05-BCCB81EDF909}" destId="{BD0F264A-A1E2-4B11-B809-13326FA98EBB}" srcOrd="1" destOrd="0" presId="urn:microsoft.com/office/officeart/2005/8/layout/arrow2"/>
    <dgm:cxn modelId="{94FEE719-E45A-477B-9CD8-318300EAF237}" type="presParOf" srcId="{E02074F9-7095-4E1E-9C05-BCCB81EDF909}" destId="{B58ABCD8-3C68-4C89-A06C-33A9E486CBC5}" srcOrd="2" destOrd="0" presId="urn:microsoft.com/office/officeart/2005/8/layout/arrow2"/>
    <dgm:cxn modelId="{6CFB3D0F-F36C-4BB1-9437-7977E0682BA7}" type="presParOf" srcId="{E02074F9-7095-4E1E-9C05-BCCB81EDF909}" destId="{687DC12B-44FD-42D3-A656-DBC7751FEE8C}" srcOrd="3" destOrd="0" presId="urn:microsoft.com/office/officeart/2005/8/layout/arrow2"/>
    <dgm:cxn modelId="{1B5A7C5F-A8D6-4A31-9B4E-A80A58106878}" type="presParOf" srcId="{E02074F9-7095-4E1E-9C05-BCCB81EDF909}" destId="{E48C7E7D-57EC-418C-ABBE-D190B1C3FB34}" srcOrd="4" destOrd="0" presId="urn:microsoft.com/office/officeart/2005/8/layout/arrow2"/>
    <dgm:cxn modelId="{71F99FB3-DA0B-46ED-8819-30B207153B0E}" type="presParOf" srcId="{E02074F9-7095-4E1E-9C05-BCCB81EDF909}" destId="{67BA3F04-B1BE-4D76-B6FF-BBFD30527DD6}"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B3CAFA-1B0C-480E-8CD8-62793D343372}" type="doc">
      <dgm:prSet loTypeId="urn:microsoft.com/office/officeart/2024/layout/VerticalActionList" loCatId="list" qsTypeId="urn:microsoft.com/office/officeart/2005/8/quickstyle/simple4#1" qsCatId="simple" csTypeId="urn:microsoft.com/office/officeart/2005/8/colors/colorful4#1" csCatId="colorful" phldr="1"/>
      <dgm:spPr/>
      <dgm:t>
        <a:bodyPr/>
        <a:lstStyle/>
        <a:p>
          <a:endParaRPr lang="zh-CN" altLang="en-US"/>
        </a:p>
      </dgm:t>
    </dgm:pt>
    <dgm:pt modelId="{DF310225-8EAC-40B2-8416-E5AB42CB6722}">
      <dgm:prSet phldrT="[文本]" phldr="0"/>
      <dgm:spPr/>
      <dgm:t>
        <a:bodyPr/>
        <a:lstStyle/>
        <a:p>
          <a:r>
            <a:rPr lang="en-US" altLang="zh-CN" dirty="0"/>
            <a:t>Goals</a:t>
          </a:r>
          <a:endParaRPr lang="zh-CN" altLang="en-US" dirty="0"/>
        </a:p>
      </dgm:t>
    </dgm:pt>
    <dgm:pt modelId="{7174A96F-D606-4731-88EB-B72DD050EE17}" type="parTrans" cxnId="{4E7B3F64-BC83-4E74-AB2C-6714E8AE68BB}">
      <dgm:prSet/>
      <dgm:spPr/>
      <dgm:t>
        <a:bodyPr/>
        <a:lstStyle/>
        <a:p>
          <a:endParaRPr lang="zh-CN" altLang="en-US"/>
        </a:p>
      </dgm:t>
    </dgm:pt>
    <dgm:pt modelId="{DDEDF72A-4FF2-4216-9C98-D47CA6B37383}" type="sibTrans" cxnId="{4E7B3F64-BC83-4E74-AB2C-6714E8AE68BB}">
      <dgm:prSet/>
      <dgm:spPr/>
      <dgm:t>
        <a:bodyPr/>
        <a:lstStyle/>
        <a:p>
          <a:endParaRPr lang="zh-CN" altLang="en-US"/>
        </a:p>
      </dgm:t>
    </dgm:pt>
    <dgm:pt modelId="{364272F5-E0B7-49CA-A740-C6DD6ED4CEFF}">
      <dgm:prSet phldrT="[文本]" phldr="0"/>
      <dgm:spPr/>
      <dgm:t>
        <a:bodyPr/>
        <a:lstStyle/>
        <a:p>
          <a:r>
            <a:rPr lang="en-US" altLang="zh-CN" dirty="0"/>
            <a:t>AI task orchestration optimization</a:t>
          </a:r>
          <a:endParaRPr lang="zh-CN" altLang="en-US" dirty="0"/>
        </a:p>
      </dgm:t>
    </dgm:pt>
    <dgm:pt modelId="{580F5871-DD64-4337-A44F-00D4A0E8E574}" type="parTrans" cxnId="{356E0B0C-DBE8-4689-9AE7-C7084AE2DAF9}">
      <dgm:prSet/>
      <dgm:spPr/>
      <dgm:t>
        <a:bodyPr/>
        <a:lstStyle/>
        <a:p>
          <a:endParaRPr lang="zh-CN" altLang="en-US"/>
        </a:p>
      </dgm:t>
    </dgm:pt>
    <dgm:pt modelId="{B9971951-DEA6-49DD-B075-04EE3F8CFE90}" type="sibTrans" cxnId="{356E0B0C-DBE8-4689-9AE7-C7084AE2DAF9}">
      <dgm:prSet/>
      <dgm:spPr/>
      <dgm:t>
        <a:bodyPr/>
        <a:lstStyle/>
        <a:p>
          <a:endParaRPr lang="zh-CN" altLang="en-US"/>
        </a:p>
      </dgm:t>
    </dgm:pt>
    <dgm:pt modelId="{7E3F3387-3647-4E08-B25F-74F36363CFD3}">
      <dgm:prSet phldrT="[文本]" phldr="0"/>
      <dgm:spPr/>
      <dgm:t>
        <a:bodyPr/>
        <a:lstStyle/>
        <a:p>
          <a:r>
            <a:rPr lang="en-US" altLang="zh-CN" dirty="0"/>
            <a:t>Tools</a:t>
          </a:r>
          <a:endParaRPr lang="zh-CN" altLang="en-US" dirty="0"/>
        </a:p>
      </dgm:t>
    </dgm:pt>
    <dgm:pt modelId="{FBF22249-EAAF-4DD5-8603-916549FA6A0E}" type="parTrans" cxnId="{D67C5F40-3142-4094-9813-DC2DA6BEB8AC}">
      <dgm:prSet/>
      <dgm:spPr/>
      <dgm:t>
        <a:bodyPr/>
        <a:lstStyle/>
        <a:p>
          <a:endParaRPr lang="zh-CN" altLang="en-US"/>
        </a:p>
      </dgm:t>
    </dgm:pt>
    <dgm:pt modelId="{2B89C923-5043-4A24-A145-55E4687BF614}" type="sibTrans" cxnId="{D67C5F40-3142-4094-9813-DC2DA6BEB8AC}">
      <dgm:prSet/>
      <dgm:spPr/>
      <dgm:t>
        <a:bodyPr/>
        <a:lstStyle/>
        <a:p>
          <a:endParaRPr lang="zh-CN" altLang="en-US"/>
        </a:p>
      </dgm:t>
    </dgm:pt>
    <dgm:pt modelId="{8FCBB80D-D060-4334-B5E2-C177C8B87A40}">
      <dgm:prSet phldrT="[文本]" phldr="0"/>
      <dgm:spPr/>
      <dgm:t>
        <a:bodyPr/>
        <a:lstStyle/>
        <a:p>
          <a:r>
            <a:rPr lang="en-US" altLang="zh-CN" dirty="0"/>
            <a:t>AI tools go ready</a:t>
          </a:r>
          <a:endParaRPr lang="zh-CN" altLang="en-US" dirty="0"/>
        </a:p>
      </dgm:t>
    </dgm:pt>
    <dgm:pt modelId="{9A7A6CB8-0995-4F85-BA90-9C8C0CF3E4CC}" type="parTrans" cxnId="{56120E48-31D4-492B-8BBF-A82003C3D078}">
      <dgm:prSet/>
      <dgm:spPr/>
      <dgm:t>
        <a:bodyPr/>
        <a:lstStyle/>
        <a:p>
          <a:endParaRPr lang="zh-CN" altLang="en-US"/>
        </a:p>
      </dgm:t>
    </dgm:pt>
    <dgm:pt modelId="{BA1E4155-A866-4750-BAC3-984F06AE00C3}" type="sibTrans" cxnId="{56120E48-31D4-492B-8BBF-A82003C3D078}">
      <dgm:prSet/>
      <dgm:spPr/>
      <dgm:t>
        <a:bodyPr/>
        <a:lstStyle/>
        <a:p>
          <a:endParaRPr lang="zh-CN" altLang="en-US"/>
        </a:p>
      </dgm:t>
    </dgm:pt>
    <dgm:pt modelId="{17E9F4BC-5EBB-4B4C-ABBD-B03E9F6E8DCD}">
      <dgm:prSet phldrT="[文本]" phldr="0"/>
      <dgm:spPr/>
      <dgm:t>
        <a:bodyPr/>
        <a:lstStyle/>
        <a:p>
          <a:r>
            <a:rPr lang="en-US" altLang="zh-CN" dirty="0"/>
            <a:t>Processes</a:t>
          </a:r>
          <a:endParaRPr lang="zh-CN" altLang="en-US" dirty="0"/>
        </a:p>
      </dgm:t>
    </dgm:pt>
    <dgm:pt modelId="{C9010D95-C7DD-4EC5-8E2B-9A6CBEB8EDEC}" type="parTrans" cxnId="{0D142477-C224-4EE1-ABAE-AA8D21D17AA9}">
      <dgm:prSet/>
      <dgm:spPr/>
      <dgm:t>
        <a:bodyPr/>
        <a:lstStyle/>
        <a:p>
          <a:endParaRPr lang="zh-CN" altLang="en-US"/>
        </a:p>
      </dgm:t>
    </dgm:pt>
    <dgm:pt modelId="{FDF85A19-4EB6-4EA8-AB06-549CE44A4689}" type="sibTrans" cxnId="{0D142477-C224-4EE1-ABAE-AA8D21D17AA9}">
      <dgm:prSet/>
      <dgm:spPr/>
      <dgm:t>
        <a:bodyPr/>
        <a:lstStyle/>
        <a:p>
          <a:endParaRPr lang="zh-CN" altLang="en-US"/>
        </a:p>
      </dgm:t>
    </dgm:pt>
    <dgm:pt modelId="{C88F426B-D4BC-4EB8-B39D-D72F16634030}">
      <dgm:prSet phldrT="[文本]" phldr="0"/>
      <dgm:spPr/>
      <dgm:t>
        <a:bodyPr/>
        <a:lstStyle/>
        <a:p>
          <a:r>
            <a:rPr lang="en-US" altLang="zh-CN" dirty="0"/>
            <a:t>AI workflow automate</a:t>
          </a:r>
          <a:endParaRPr lang="zh-CN" altLang="en-US" dirty="0"/>
        </a:p>
      </dgm:t>
    </dgm:pt>
    <dgm:pt modelId="{7411CAB0-FAC2-47F2-9CEF-B514C2D2B696}" type="parTrans" cxnId="{71DBDCEA-0F79-4387-ACF1-9425DA89041A}">
      <dgm:prSet/>
      <dgm:spPr/>
      <dgm:t>
        <a:bodyPr/>
        <a:lstStyle/>
        <a:p>
          <a:endParaRPr lang="zh-CN" altLang="en-US"/>
        </a:p>
      </dgm:t>
    </dgm:pt>
    <dgm:pt modelId="{E466482E-55B6-4B82-AA98-5C57233327D0}" type="sibTrans" cxnId="{71DBDCEA-0F79-4387-ACF1-9425DA89041A}">
      <dgm:prSet/>
      <dgm:spPr/>
      <dgm:t>
        <a:bodyPr/>
        <a:lstStyle/>
        <a:p>
          <a:endParaRPr lang="zh-CN" altLang="en-US"/>
        </a:p>
      </dgm:t>
    </dgm:pt>
    <dgm:pt modelId="{499285A6-4752-40E7-9D0A-79CCCDF15ADA}" type="pres">
      <dgm:prSet presAssocID="{2FB3CAFA-1B0C-480E-8CD8-62793D343372}" presName="Name0" presStyleCnt="0">
        <dgm:presLayoutVars>
          <dgm:dir/>
          <dgm:animLvl val="lvl"/>
          <dgm:resizeHandles val="exact"/>
        </dgm:presLayoutVars>
      </dgm:prSet>
      <dgm:spPr/>
    </dgm:pt>
    <dgm:pt modelId="{CA84D079-2FBF-42C0-BADE-11681A7F82E9}" type="pres">
      <dgm:prSet presAssocID="{DF310225-8EAC-40B2-8416-E5AB42CB6722}" presName="linNode" presStyleCnt="0"/>
      <dgm:spPr/>
    </dgm:pt>
    <dgm:pt modelId="{D1F23631-634C-42FF-88B0-23B33F84E7FA}" type="pres">
      <dgm:prSet presAssocID="{DF310225-8EAC-40B2-8416-E5AB42CB6722}" presName="bgOutline" presStyleLbl="fgAcc1" presStyleIdx="0" presStyleCnt="3"/>
      <dgm:spPr/>
    </dgm:pt>
    <dgm:pt modelId="{36F3763E-4387-4787-8ABE-0B2E700A67E2}" type="pres">
      <dgm:prSet presAssocID="{DF310225-8EAC-40B2-8416-E5AB42CB6722}" presName="parentText" presStyleLbl="alignNode1" presStyleIdx="0" presStyleCnt="3" custLinFactNeighborX="809">
        <dgm:presLayoutVars>
          <dgm:chMax val="1"/>
          <dgm:bulletEnabled/>
        </dgm:presLayoutVars>
      </dgm:prSet>
      <dgm:spPr/>
    </dgm:pt>
    <dgm:pt modelId="{CFBE4DEC-AC66-4252-9716-B28BABE4AB60}" type="pres">
      <dgm:prSet presAssocID="{DF310225-8EAC-40B2-8416-E5AB42CB6722}" presName="descendantText" presStyleLbl="revTx" presStyleIdx="0" presStyleCnt="0">
        <dgm:presLayoutVars>
          <dgm:bulletEnabled/>
        </dgm:presLayoutVars>
      </dgm:prSet>
      <dgm:spPr/>
    </dgm:pt>
    <dgm:pt modelId="{E9A60E2F-4D7B-4DEB-B13E-E10797A1B122}" type="pres">
      <dgm:prSet presAssocID="{DDEDF72A-4FF2-4216-9C98-D47CA6B37383}" presName="sp" presStyleCnt="0"/>
      <dgm:spPr/>
    </dgm:pt>
    <dgm:pt modelId="{9380B819-8F5F-4820-8922-3D67BEE5004B}" type="pres">
      <dgm:prSet presAssocID="{7E3F3387-3647-4E08-B25F-74F36363CFD3}" presName="linNode" presStyleCnt="0"/>
      <dgm:spPr/>
    </dgm:pt>
    <dgm:pt modelId="{64C82E52-D4F4-4472-B074-F3532BFD6392}" type="pres">
      <dgm:prSet presAssocID="{7E3F3387-3647-4E08-B25F-74F36363CFD3}" presName="bgOutline" presStyleLbl="fgAcc1" presStyleIdx="1" presStyleCnt="3"/>
      <dgm:spPr/>
    </dgm:pt>
    <dgm:pt modelId="{22339EE1-431B-426E-8DC4-7A408FD40D5D}" type="pres">
      <dgm:prSet presAssocID="{7E3F3387-3647-4E08-B25F-74F36363CFD3}" presName="parentText" presStyleLbl="alignNode1" presStyleIdx="1" presStyleCnt="3">
        <dgm:presLayoutVars>
          <dgm:chMax val="1"/>
          <dgm:bulletEnabled/>
        </dgm:presLayoutVars>
      </dgm:prSet>
      <dgm:spPr/>
    </dgm:pt>
    <dgm:pt modelId="{1B767C3D-DC98-4B45-936F-2AFDFDBC7BB5}" type="pres">
      <dgm:prSet presAssocID="{7E3F3387-3647-4E08-B25F-74F36363CFD3}" presName="descendantText" presStyleLbl="revTx" presStyleIdx="0" presStyleCnt="0">
        <dgm:presLayoutVars>
          <dgm:bulletEnabled/>
        </dgm:presLayoutVars>
      </dgm:prSet>
      <dgm:spPr/>
    </dgm:pt>
    <dgm:pt modelId="{D33574ED-61CC-4CBD-9423-0BECAD61037B}" type="pres">
      <dgm:prSet presAssocID="{2B89C923-5043-4A24-A145-55E4687BF614}" presName="sp" presStyleCnt="0"/>
      <dgm:spPr/>
    </dgm:pt>
    <dgm:pt modelId="{CA1552C9-B26F-4A26-8F4B-90C290FD6E1C}" type="pres">
      <dgm:prSet presAssocID="{17E9F4BC-5EBB-4B4C-ABBD-B03E9F6E8DCD}" presName="linNode" presStyleCnt="0"/>
      <dgm:spPr/>
    </dgm:pt>
    <dgm:pt modelId="{C3D15CC5-F74F-4137-81DA-4C59BFDFEC8C}" type="pres">
      <dgm:prSet presAssocID="{17E9F4BC-5EBB-4B4C-ABBD-B03E9F6E8DCD}" presName="bgOutline" presStyleLbl="fgAcc1" presStyleIdx="2" presStyleCnt="3"/>
      <dgm:spPr/>
    </dgm:pt>
    <dgm:pt modelId="{6D7B95B6-04B6-4A74-9178-43543F47AD3B}" type="pres">
      <dgm:prSet presAssocID="{17E9F4BC-5EBB-4B4C-ABBD-B03E9F6E8DCD}" presName="parentText" presStyleLbl="alignNode1" presStyleIdx="2" presStyleCnt="3">
        <dgm:presLayoutVars>
          <dgm:chMax val="1"/>
          <dgm:bulletEnabled/>
        </dgm:presLayoutVars>
      </dgm:prSet>
      <dgm:spPr/>
    </dgm:pt>
    <dgm:pt modelId="{5A5FF15F-B152-43AA-AF9F-42B8B4A23324}" type="pres">
      <dgm:prSet presAssocID="{17E9F4BC-5EBB-4B4C-ABBD-B03E9F6E8DCD}" presName="descendantText" presStyleLbl="revTx" presStyleIdx="0" presStyleCnt="0">
        <dgm:presLayoutVars>
          <dgm:bulletEnabled/>
        </dgm:presLayoutVars>
      </dgm:prSet>
      <dgm:spPr/>
    </dgm:pt>
  </dgm:ptLst>
  <dgm:cxnLst>
    <dgm:cxn modelId="{356E0B0C-DBE8-4689-9AE7-C7084AE2DAF9}" srcId="{DF310225-8EAC-40B2-8416-E5AB42CB6722}" destId="{364272F5-E0B7-49CA-A740-C6DD6ED4CEFF}" srcOrd="0" destOrd="0" parTransId="{580F5871-DD64-4337-A44F-00D4A0E8E574}" sibTransId="{B9971951-DEA6-49DD-B075-04EE3F8CFE90}"/>
    <dgm:cxn modelId="{FB3B4324-9062-4ECF-8883-7072EACEC8C0}" type="presOf" srcId="{C88F426B-D4BC-4EB8-B39D-D72F16634030}" destId="{5A5FF15F-B152-43AA-AF9F-42B8B4A23324}" srcOrd="0" destOrd="0" presId="urn:microsoft.com/office/officeart/2024/layout/VerticalActionList"/>
    <dgm:cxn modelId="{D67C5F40-3142-4094-9813-DC2DA6BEB8AC}" srcId="{2FB3CAFA-1B0C-480E-8CD8-62793D343372}" destId="{7E3F3387-3647-4E08-B25F-74F36363CFD3}" srcOrd="1" destOrd="0" parTransId="{FBF22249-EAAF-4DD5-8603-916549FA6A0E}" sibTransId="{2B89C923-5043-4A24-A145-55E4687BF614}"/>
    <dgm:cxn modelId="{3F276B5E-75DE-48F5-B784-7FB6849A5078}" type="presOf" srcId="{364272F5-E0B7-49CA-A740-C6DD6ED4CEFF}" destId="{CFBE4DEC-AC66-4252-9716-B28BABE4AB60}" srcOrd="0" destOrd="0" presId="urn:microsoft.com/office/officeart/2024/layout/VerticalActionList"/>
    <dgm:cxn modelId="{4E7B3F64-BC83-4E74-AB2C-6714E8AE68BB}" srcId="{2FB3CAFA-1B0C-480E-8CD8-62793D343372}" destId="{DF310225-8EAC-40B2-8416-E5AB42CB6722}" srcOrd="0" destOrd="0" parTransId="{7174A96F-D606-4731-88EB-B72DD050EE17}" sibTransId="{DDEDF72A-4FF2-4216-9C98-D47CA6B37383}"/>
    <dgm:cxn modelId="{9E051665-E52F-4DE1-AAA6-99D4715405F0}" type="presOf" srcId="{DF310225-8EAC-40B2-8416-E5AB42CB6722}" destId="{D1F23631-634C-42FF-88B0-23B33F84E7FA}" srcOrd="0" destOrd="0" presId="urn:microsoft.com/office/officeart/2024/layout/VerticalActionList"/>
    <dgm:cxn modelId="{56120E48-31D4-492B-8BBF-A82003C3D078}" srcId="{7E3F3387-3647-4E08-B25F-74F36363CFD3}" destId="{8FCBB80D-D060-4334-B5E2-C177C8B87A40}" srcOrd="0" destOrd="0" parTransId="{9A7A6CB8-0995-4F85-BA90-9C8C0CF3E4CC}" sibTransId="{BA1E4155-A866-4750-BAC3-984F06AE00C3}"/>
    <dgm:cxn modelId="{0D142477-C224-4EE1-ABAE-AA8D21D17AA9}" srcId="{2FB3CAFA-1B0C-480E-8CD8-62793D343372}" destId="{17E9F4BC-5EBB-4B4C-ABBD-B03E9F6E8DCD}" srcOrd="2" destOrd="0" parTransId="{C9010D95-C7DD-4EC5-8E2B-9A6CBEB8EDEC}" sibTransId="{FDF85A19-4EB6-4EA8-AB06-549CE44A4689}"/>
    <dgm:cxn modelId="{887B807A-8968-49BA-B587-205179D3C60F}" type="presOf" srcId="{8FCBB80D-D060-4334-B5E2-C177C8B87A40}" destId="{1B767C3D-DC98-4B45-936F-2AFDFDBC7BB5}" srcOrd="0" destOrd="0" presId="urn:microsoft.com/office/officeart/2024/layout/VerticalActionList"/>
    <dgm:cxn modelId="{D5C5E081-B839-417D-90DA-0E94596ACF2A}" type="presOf" srcId="{7E3F3387-3647-4E08-B25F-74F36363CFD3}" destId="{64C82E52-D4F4-4472-B074-F3532BFD6392}" srcOrd="0" destOrd="0" presId="urn:microsoft.com/office/officeart/2024/layout/VerticalActionList"/>
    <dgm:cxn modelId="{1451848F-3E0E-42BE-BCA2-33F917A6138F}" type="presOf" srcId="{2FB3CAFA-1B0C-480E-8CD8-62793D343372}" destId="{499285A6-4752-40E7-9D0A-79CCCDF15ADA}" srcOrd="0" destOrd="0" presId="urn:microsoft.com/office/officeart/2024/layout/VerticalActionList"/>
    <dgm:cxn modelId="{AAD02494-E8D3-4E19-A408-B1C8676DD1E3}" type="presOf" srcId="{17E9F4BC-5EBB-4B4C-ABBD-B03E9F6E8DCD}" destId="{C3D15CC5-F74F-4137-81DA-4C59BFDFEC8C}" srcOrd="0" destOrd="0" presId="urn:microsoft.com/office/officeart/2024/layout/VerticalActionList"/>
    <dgm:cxn modelId="{667F59B9-2FAF-42B6-9007-C476D7D8AE89}" type="presOf" srcId="{17E9F4BC-5EBB-4B4C-ABBD-B03E9F6E8DCD}" destId="{6D7B95B6-04B6-4A74-9178-43543F47AD3B}" srcOrd="1" destOrd="0" presId="urn:microsoft.com/office/officeart/2024/layout/VerticalActionList"/>
    <dgm:cxn modelId="{A152CFE9-A18C-4B42-BE80-D8955188B51C}" type="presOf" srcId="{DF310225-8EAC-40B2-8416-E5AB42CB6722}" destId="{36F3763E-4387-4787-8ABE-0B2E700A67E2}" srcOrd="1" destOrd="0" presId="urn:microsoft.com/office/officeart/2024/layout/VerticalActionList"/>
    <dgm:cxn modelId="{71DBDCEA-0F79-4387-ACF1-9425DA89041A}" srcId="{17E9F4BC-5EBB-4B4C-ABBD-B03E9F6E8DCD}" destId="{C88F426B-D4BC-4EB8-B39D-D72F16634030}" srcOrd="0" destOrd="0" parTransId="{7411CAB0-FAC2-47F2-9CEF-B514C2D2B696}" sibTransId="{E466482E-55B6-4B82-AA98-5C57233327D0}"/>
    <dgm:cxn modelId="{266C8DFA-88D2-44D7-ABB6-5C845CF42356}" type="presOf" srcId="{7E3F3387-3647-4E08-B25F-74F36363CFD3}" destId="{22339EE1-431B-426E-8DC4-7A408FD40D5D}" srcOrd="1" destOrd="0" presId="urn:microsoft.com/office/officeart/2024/layout/VerticalActionList"/>
    <dgm:cxn modelId="{30DCB88B-0587-4BE1-A259-E3CAA65F1BB8}" type="presParOf" srcId="{499285A6-4752-40E7-9D0A-79CCCDF15ADA}" destId="{CA84D079-2FBF-42C0-BADE-11681A7F82E9}" srcOrd="0" destOrd="0" presId="urn:microsoft.com/office/officeart/2024/layout/VerticalActionList"/>
    <dgm:cxn modelId="{2189A2E9-0CF7-4315-9C61-7445535926A4}" type="presParOf" srcId="{CA84D079-2FBF-42C0-BADE-11681A7F82E9}" destId="{D1F23631-634C-42FF-88B0-23B33F84E7FA}" srcOrd="0" destOrd="0" presId="urn:microsoft.com/office/officeart/2024/layout/VerticalActionList"/>
    <dgm:cxn modelId="{1FDAFF69-D598-41A5-8124-07839F602C8B}" type="presParOf" srcId="{CA84D079-2FBF-42C0-BADE-11681A7F82E9}" destId="{36F3763E-4387-4787-8ABE-0B2E700A67E2}" srcOrd="1" destOrd="0" presId="urn:microsoft.com/office/officeart/2024/layout/VerticalActionList"/>
    <dgm:cxn modelId="{5949B571-DA2A-4D3D-B530-AF702890DC0F}" type="presParOf" srcId="{CA84D079-2FBF-42C0-BADE-11681A7F82E9}" destId="{CFBE4DEC-AC66-4252-9716-B28BABE4AB60}" srcOrd="2" destOrd="0" presId="urn:microsoft.com/office/officeart/2024/layout/VerticalActionList"/>
    <dgm:cxn modelId="{BB25496B-2012-4B37-B8D6-FAEC0E5EE402}" type="presParOf" srcId="{499285A6-4752-40E7-9D0A-79CCCDF15ADA}" destId="{E9A60E2F-4D7B-4DEB-B13E-E10797A1B122}" srcOrd="1" destOrd="0" presId="urn:microsoft.com/office/officeart/2024/layout/VerticalActionList"/>
    <dgm:cxn modelId="{96571DD6-16BC-4BF5-83AA-E93AF707CD1A}" type="presParOf" srcId="{499285A6-4752-40E7-9D0A-79CCCDF15ADA}" destId="{9380B819-8F5F-4820-8922-3D67BEE5004B}" srcOrd="2" destOrd="0" presId="urn:microsoft.com/office/officeart/2024/layout/VerticalActionList"/>
    <dgm:cxn modelId="{95EACD71-3FA0-4F63-97B6-D5FFABBA0B50}" type="presParOf" srcId="{9380B819-8F5F-4820-8922-3D67BEE5004B}" destId="{64C82E52-D4F4-4472-B074-F3532BFD6392}" srcOrd="0" destOrd="0" presId="urn:microsoft.com/office/officeart/2024/layout/VerticalActionList"/>
    <dgm:cxn modelId="{44324AF9-327E-49C2-8A43-85B500EE2CF3}" type="presParOf" srcId="{9380B819-8F5F-4820-8922-3D67BEE5004B}" destId="{22339EE1-431B-426E-8DC4-7A408FD40D5D}" srcOrd="1" destOrd="0" presId="urn:microsoft.com/office/officeart/2024/layout/VerticalActionList"/>
    <dgm:cxn modelId="{1CE3D899-4714-4BF9-B4D0-58F3E4D5C22E}" type="presParOf" srcId="{9380B819-8F5F-4820-8922-3D67BEE5004B}" destId="{1B767C3D-DC98-4B45-936F-2AFDFDBC7BB5}" srcOrd="2" destOrd="0" presId="urn:microsoft.com/office/officeart/2024/layout/VerticalActionList"/>
    <dgm:cxn modelId="{88E22F01-5BF1-4AC4-B98E-50164F97A7E8}" type="presParOf" srcId="{499285A6-4752-40E7-9D0A-79CCCDF15ADA}" destId="{D33574ED-61CC-4CBD-9423-0BECAD61037B}" srcOrd="3" destOrd="0" presId="urn:microsoft.com/office/officeart/2024/layout/VerticalActionList"/>
    <dgm:cxn modelId="{2319E7CB-A499-4A6A-8F1D-BAB27AE349F3}" type="presParOf" srcId="{499285A6-4752-40E7-9D0A-79CCCDF15ADA}" destId="{CA1552C9-B26F-4A26-8F4B-90C290FD6E1C}" srcOrd="4" destOrd="0" presId="urn:microsoft.com/office/officeart/2024/layout/VerticalActionList"/>
    <dgm:cxn modelId="{3F469AAD-5D3F-48B6-81E5-8DCDA9022375}" type="presParOf" srcId="{CA1552C9-B26F-4A26-8F4B-90C290FD6E1C}" destId="{C3D15CC5-F74F-4137-81DA-4C59BFDFEC8C}" srcOrd="0" destOrd="0" presId="urn:microsoft.com/office/officeart/2024/layout/VerticalActionList"/>
    <dgm:cxn modelId="{74A1614F-A760-4771-8DB8-68D9DCFC6E77}" type="presParOf" srcId="{CA1552C9-B26F-4A26-8F4B-90C290FD6E1C}" destId="{6D7B95B6-04B6-4A74-9178-43543F47AD3B}" srcOrd="1" destOrd="0" presId="urn:microsoft.com/office/officeart/2024/layout/VerticalActionList"/>
    <dgm:cxn modelId="{8252E039-A889-4C3F-A6F5-FF09257F521B}" type="presParOf" srcId="{CA1552C9-B26F-4A26-8F4B-90C290FD6E1C}" destId="{5A5FF15F-B152-43AA-AF9F-42B8B4A23324}" srcOrd="2" destOrd="0" presId="urn:microsoft.com/office/officeart/2024/layout/Vertic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274376-F29A-4573-A387-3E4DC895A39A}" type="doc">
      <dgm:prSet loTypeId="urn:microsoft.com/office/officeart/2005/8/layout/list1" loCatId="list" qsTypeId="urn:microsoft.com/office/officeart/2005/8/quickstyle/simple3#1" qsCatId="simple" csTypeId="urn:microsoft.com/office/officeart/2005/8/colors/colorful5#2" csCatId="colorful" phldr="1"/>
      <dgm:spPr/>
      <dgm:t>
        <a:bodyPr/>
        <a:lstStyle/>
        <a:p>
          <a:endParaRPr lang="zh-CN" altLang="en-US"/>
        </a:p>
      </dgm:t>
    </dgm:pt>
    <dgm:pt modelId="{DA08D4C1-4773-471A-810F-2496F46C7E1D}">
      <dgm:prSet phldrT="[文本]" custT="1"/>
      <dgm:spPr/>
      <dgm:t>
        <a:bodyPr/>
        <a:lstStyle/>
        <a:p>
          <a:pPr>
            <a:buNone/>
          </a:pPr>
          <a:r>
            <a:rPr lang="en-US" altLang="zh-CN" sz="2400" b="0" dirty="0">
              <a:solidFill>
                <a:schemeClr val="bg1"/>
              </a:solidFill>
            </a:rPr>
            <a:t>Clear Objective and Output Specification</a:t>
          </a:r>
          <a:endParaRPr lang="zh-CN" altLang="en-US" sz="2400" b="0" dirty="0">
            <a:solidFill>
              <a:schemeClr val="bg1"/>
            </a:solidFill>
          </a:endParaRPr>
        </a:p>
      </dgm:t>
    </dgm:pt>
    <dgm:pt modelId="{41841BAB-5411-4E02-A540-0B2F30DBA36A}" type="parTrans" cxnId="{0710C5C0-9C40-42B0-9ADE-F1515A786945}">
      <dgm:prSet/>
      <dgm:spPr/>
      <dgm:t>
        <a:bodyPr/>
        <a:lstStyle/>
        <a:p>
          <a:endParaRPr lang="zh-CN" altLang="en-US" sz="2400" b="0">
            <a:solidFill>
              <a:schemeClr val="bg1"/>
            </a:solidFill>
          </a:endParaRPr>
        </a:p>
      </dgm:t>
    </dgm:pt>
    <dgm:pt modelId="{2CD40278-7242-4653-A5C7-9440D35FBB87}" type="sibTrans" cxnId="{0710C5C0-9C40-42B0-9ADE-F1515A786945}">
      <dgm:prSet/>
      <dgm:spPr/>
      <dgm:t>
        <a:bodyPr/>
        <a:lstStyle/>
        <a:p>
          <a:endParaRPr lang="zh-CN" altLang="en-US" sz="2400" b="0">
            <a:solidFill>
              <a:schemeClr val="bg1"/>
            </a:solidFill>
          </a:endParaRPr>
        </a:p>
      </dgm:t>
    </dgm:pt>
    <dgm:pt modelId="{D81623C3-711C-4C1D-BF5D-D4B59984C07C}">
      <dgm:prSet phldrT="[文本]" custT="1"/>
      <dgm:spPr/>
      <dgm:t>
        <a:bodyPr/>
        <a:lstStyle/>
        <a:p>
          <a:pPr>
            <a:buNone/>
          </a:pPr>
          <a:r>
            <a:rPr lang="en-US" altLang="zh-CN" sz="2400" b="0" dirty="0">
              <a:solidFill>
                <a:schemeClr val="bg1"/>
              </a:solidFill>
            </a:rPr>
            <a:t>Context and Background</a:t>
          </a:r>
          <a:endParaRPr lang="zh-CN" altLang="en-US" sz="2400" b="0" dirty="0">
            <a:solidFill>
              <a:schemeClr val="bg1"/>
            </a:solidFill>
          </a:endParaRPr>
        </a:p>
      </dgm:t>
    </dgm:pt>
    <dgm:pt modelId="{03DA928A-4F8F-48C0-85AE-999900B4540F}" type="parTrans" cxnId="{9AB6183C-0A81-437C-AEE4-02A0A625F0D4}">
      <dgm:prSet/>
      <dgm:spPr/>
      <dgm:t>
        <a:bodyPr/>
        <a:lstStyle/>
        <a:p>
          <a:endParaRPr lang="zh-CN" altLang="en-US" sz="2400" b="0">
            <a:solidFill>
              <a:schemeClr val="bg1"/>
            </a:solidFill>
          </a:endParaRPr>
        </a:p>
      </dgm:t>
    </dgm:pt>
    <dgm:pt modelId="{DFA42ADA-BAC1-40AE-AE02-9AB0D82F3C80}" type="sibTrans" cxnId="{9AB6183C-0A81-437C-AEE4-02A0A625F0D4}">
      <dgm:prSet/>
      <dgm:spPr/>
      <dgm:t>
        <a:bodyPr/>
        <a:lstStyle/>
        <a:p>
          <a:endParaRPr lang="zh-CN" altLang="en-US" sz="2400" b="0">
            <a:solidFill>
              <a:schemeClr val="bg1"/>
            </a:solidFill>
          </a:endParaRPr>
        </a:p>
      </dgm:t>
    </dgm:pt>
    <dgm:pt modelId="{4D6145DE-670A-489F-AEB3-AEFDB047D571}">
      <dgm:prSet phldrT="[文本]" custT="1"/>
      <dgm:spPr/>
      <dgm:t>
        <a:bodyPr/>
        <a:lstStyle/>
        <a:p>
          <a:pPr>
            <a:buNone/>
          </a:pPr>
          <a:r>
            <a:rPr lang="en-US" altLang="zh-CN" sz="2400" b="0" dirty="0">
              <a:solidFill>
                <a:schemeClr val="bg1"/>
              </a:solidFill>
            </a:rPr>
            <a:t>Data and Input Specification</a:t>
          </a:r>
          <a:endParaRPr lang="zh-CN" altLang="en-US" sz="2400" b="0" dirty="0">
            <a:solidFill>
              <a:schemeClr val="bg1"/>
            </a:solidFill>
          </a:endParaRPr>
        </a:p>
      </dgm:t>
    </dgm:pt>
    <dgm:pt modelId="{7A12F2A8-480C-4F8B-91F0-B7F0DFD10C61}" type="parTrans" cxnId="{F9CBB4EE-1045-46B6-B236-81A361179024}">
      <dgm:prSet/>
      <dgm:spPr/>
      <dgm:t>
        <a:bodyPr/>
        <a:lstStyle/>
        <a:p>
          <a:endParaRPr lang="zh-CN" altLang="en-US" sz="2400" b="0">
            <a:solidFill>
              <a:schemeClr val="bg1"/>
            </a:solidFill>
          </a:endParaRPr>
        </a:p>
      </dgm:t>
    </dgm:pt>
    <dgm:pt modelId="{45AA54C5-4824-4F99-B9A8-913718B81ABF}" type="sibTrans" cxnId="{F9CBB4EE-1045-46B6-B236-81A361179024}">
      <dgm:prSet/>
      <dgm:spPr/>
      <dgm:t>
        <a:bodyPr/>
        <a:lstStyle/>
        <a:p>
          <a:endParaRPr lang="zh-CN" altLang="en-US" sz="2400" b="0">
            <a:solidFill>
              <a:schemeClr val="bg1"/>
            </a:solidFill>
          </a:endParaRPr>
        </a:p>
      </dgm:t>
    </dgm:pt>
    <dgm:pt modelId="{67180AC7-97F2-4CC2-BF6C-942E8DBDABF0}">
      <dgm:prSet phldrT="[文本]" custT="1"/>
      <dgm:spPr/>
      <dgm:t>
        <a:bodyPr/>
        <a:lstStyle/>
        <a:p>
          <a:pPr>
            <a:buNone/>
          </a:pPr>
          <a:r>
            <a:rPr lang="en-US" altLang="zh-CN" sz="2400" b="0" dirty="0">
              <a:solidFill>
                <a:schemeClr val="bg1"/>
              </a:solidFill>
            </a:rPr>
            <a:t>Task Instructions and </a:t>
          </a:r>
          <a:r>
            <a:rPr lang="en-US" altLang="zh-CN" sz="2400" dirty="0">
              <a:solidFill>
                <a:schemeClr val="bg1"/>
              </a:solidFill>
            </a:rPr>
            <a:t>Edge Cases</a:t>
          </a:r>
          <a:endParaRPr lang="zh-CN" altLang="en-US" sz="2400" b="0" dirty="0">
            <a:solidFill>
              <a:schemeClr val="bg1"/>
            </a:solidFill>
          </a:endParaRPr>
        </a:p>
      </dgm:t>
    </dgm:pt>
    <dgm:pt modelId="{E8DA6ED7-CEDE-4C46-8E61-3815697F15BC}" type="parTrans" cxnId="{E8D2E576-7459-4116-89AA-4BF82B4210CD}">
      <dgm:prSet/>
      <dgm:spPr/>
      <dgm:t>
        <a:bodyPr/>
        <a:lstStyle/>
        <a:p>
          <a:endParaRPr lang="zh-CN" altLang="en-US" sz="2400" b="0">
            <a:solidFill>
              <a:schemeClr val="bg1"/>
            </a:solidFill>
          </a:endParaRPr>
        </a:p>
      </dgm:t>
    </dgm:pt>
    <dgm:pt modelId="{50B18892-5832-4BCE-80FC-9D665C06FC25}" type="sibTrans" cxnId="{E8D2E576-7459-4116-89AA-4BF82B4210CD}">
      <dgm:prSet/>
      <dgm:spPr/>
      <dgm:t>
        <a:bodyPr/>
        <a:lstStyle/>
        <a:p>
          <a:endParaRPr lang="zh-CN" altLang="en-US" sz="2400" b="0">
            <a:solidFill>
              <a:schemeClr val="bg1"/>
            </a:solidFill>
          </a:endParaRPr>
        </a:p>
      </dgm:t>
    </dgm:pt>
    <dgm:pt modelId="{30386EF2-90F2-49E2-BEE5-65713B8694B5}" type="pres">
      <dgm:prSet presAssocID="{44274376-F29A-4573-A387-3E4DC895A39A}" presName="linear" presStyleCnt="0">
        <dgm:presLayoutVars>
          <dgm:dir/>
          <dgm:animLvl val="lvl"/>
          <dgm:resizeHandles val="exact"/>
        </dgm:presLayoutVars>
      </dgm:prSet>
      <dgm:spPr/>
    </dgm:pt>
    <dgm:pt modelId="{E308CEB6-424B-4A0E-86B0-ADD57798B388}" type="pres">
      <dgm:prSet presAssocID="{DA08D4C1-4773-471A-810F-2496F46C7E1D}" presName="parentLin" presStyleCnt="0"/>
      <dgm:spPr/>
    </dgm:pt>
    <dgm:pt modelId="{9363EE33-4B76-475A-9D51-D1E30A228E09}" type="pres">
      <dgm:prSet presAssocID="{DA08D4C1-4773-471A-810F-2496F46C7E1D}" presName="parentLeftMargin" presStyleLbl="node1" presStyleIdx="0" presStyleCnt="4"/>
      <dgm:spPr/>
    </dgm:pt>
    <dgm:pt modelId="{790339CE-5B4D-47E6-A947-273437B64238}" type="pres">
      <dgm:prSet presAssocID="{DA08D4C1-4773-471A-810F-2496F46C7E1D}" presName="parentText" presStyleLbl="node1" presStyleIdx="0" presStyleCnt="4">
        <dgm:presLayoutVars>
          <dgm:chMax val="0"/>
          <dgm:bulletEnabled val="1"/>
        </dgm:presLayoutVars>
      </dgm:prSet>
      <dgm:spPr/>
    </dgm:pt>
    <dgm:pt modelId="{15BE1371-7FEC-4CEE-B069-295996D9B565}" type="pres">
      <dgm:prSet presAssocID="{DA08D4C1-4773-471A-810F-2496F46C7E1D}" presName="negativeSpace" presStyleCnt="0"/>
      <dgm:spPr/>
    </dgm:pt>
    <dgm:pt modelId="{E0A42F9B-A5CA-45F7-A9AA-4EAC92C081B9}" type="pres">
      <dgm:prSet presAssocID="{DA08D4C1-4773-471A-810F-2496F46C7E1D}" presName="childText" presStyleLbl="conFgAcc1" presStyleIdx="0" presStyleCnt="4">
        <dgm:presLayoutVars>
          <dgm:bulletEnabled val="1"/>
        </dgm:presLayoutVars>
      </dgm:prSet>
      <dgm:spPr>
        <a:prstGeom prst="roundRect">
          <a:avLst/>
        </a:prstGeom>
      </dgm:spPr>
    </dgm:pt>
    <dgm:pt modelId="{198ABE67-E332-403F-B1F8-6CC4A0FDB328}" type="pres">
      <dgm:prSet presAssocID="{2CD40278-7242-4653-A5C7-9440D35FBB87}" presName="spaceBetweenRectangles" presStyleCnt="0"/>
      <dgm:spPr/>
    </dgm:pt>
    <dgm:pt modelId="{FCEDF402-CB48-444C-84F8-861F351FB6CA}" type="pres">
      <dgm:prSet presAssocID="{D81623C3-711C-4C1D-BF5D-D4B59984C07C}" presName="parentLin" presStyleCnt="0"/>
      <dgm:spPr/>
    </dgm:pt>
    <dgm:pt modelId="{1DE4D236-1B80-4F36-99F1-B81B5B302896}" type="pres">
      <dgm:prSet presAssocID="{D81623C3-711C-4C1D-BF5D-D4B59984C07C}" presName="parentLeftMargin" presStyleLbl="node1" presStyleIdx="0" presStyleCnt="4"/>
      <dgm:spPr/>
    </dgm:pt>
    <dgm:pt modelId="{6E924D63-3656-4547-BA00-6C40558EC964}" type="pres">
      <dgm:prSet presAssocID="{D81623C3-711C-4C1D-BF5D-D4B59984C07C}" presName="parentText" presStyleLbl="node1" presStyleIdx="1" presStyleCnt="4">
        <dgm:presLayoutVars>
          <dgm:chMax val="0"/>
          <dgm:bulletEnabled val="1"/>
        </dgm:presLayoutVars>
      </dgm:prSet>
      <dgm:spPr/>
    </dgm:pt>
    <dgm:pt modelId="{75D7488E-E63B-4799-AF77-A98B2F0C019E}" type="pres">
      <dgm:prSet presAssocID="{D81623C3-711C-4C1D-BF5D-D4B59984C07C}" presName="negativeSpace" presStyleCnt="0"/>
      <dgm:spPr/>
    </dgm:pt>
    <dgm:pt modelId="{737D27F0-E49E-4DB4-AE08-695983964325}" type="pres">
      <dgm:prSet presAssocID="{D81623C3-711C-4C1D-BF5D-D4B59984C07C}" presName="childText" presStyleLbl="conFgAcc1" presStyleIdx="1" presStyleCnt="4">
        <dgm:presLayoutVars>
          <dgm:bulletEnabled val="1"/>
        </dgm:presLayoutVars>
      </dgm:prSet>
      <dgm:spPr>
        <a:prstGeom prst="roundRect">
          <a:avLst/>
        </a:prstGeom>
      </dgm:spPr>
    </dgm:pt>
    <dgm:pt modelId="{91535036-DD69-45FF-9391-4994EC79C0E5}" type="pres">
      <dgm:prSet presAssocID="{DFA42ADA-BAC1-40AE-AE02-9AB0D82F3C80}" presName="spaceBetweenRectangles" presStyleCnt="0"/>
      <dgm:spPr/>
    </dgm:pt>
    <dgm:pt modelId="{91DC90FE-6FD9-44D3-A652-E060509D6BF2}" type="pres">
      <dgm:prSet presAssocID="{4D6145DE-670A-489F-AEB3-AEFDB047D571}" presName="parentLin" presStyleCnt="0"/>
      <dgm:spPr/>
    </dgm:pt>
    <dgm:pt modelId="{711ED1AA-1DF7-4A4A-B2DD-D6022DAAA4F6}" type="pres">
      <dgm:prSet presAssocID="{4D6145DE-670A-489F-AEB3-AEFDB047D571}" presName="parentLeftMargin" presStyleLbl="node1" presStyleIdx="1" presStyleCnt="4"/>
      <dgm:spPr/>
    </dgm:pt>
    <dgm:pt modelId="{EA7435EF-905A-4C83-AD39-851607FBA52F}" type="pres">
      <dgm:prSet presAssocID="{4D6145DE-670A-489F-AEB3-AEFDB047D571}" presName="parentText" presStyleLbl="node1" presStyleIdx="2" presStyleCnt="4">
        <dgm:presLayoutVars>
          <dgm:chMax val="0"/>
          <dgm:bulletEnabled val="1"/>
        </dgm:presLayoutVars>
      </dgm:prSet>
      <dgm:spPr/>
    </dgm:pt>
    <dgm:pt modelId="{1F719EAD-387E-4688-B1CF-473F4A768E6D}" type="pres">
      <dgm:prSet presAssocID="{4D6145DE-670A-489F-AEB3-AEFDB047D571}" presName="negativeSpace" presStyleCnt="0"/>
      <dgm:spPr/>
    </dgm:pt>
    <dgm:pt modelId="{CB26CB8A-10A3-4A2E-8C8A-41166DBE89F3}" type="pres">
      <dgm:prSet presAssocID="{4D6145DE-670A-489F-AEB3-AEFDB047D571}" presName="childText" presStyleLbl="conFgAcc1" presStyleIdx="2" presStyleCnt="4">
        <dgm:presLayoutVars>
          <dgm:bulletEnabled val="1"/>
        </dgm:presLayoutVars>
      </dgm:prSet>
      <dgm:spPr>
        <a:prstGeom prst="roundRect">
          <a:avLst/>
        </a:prstGeom>
      </dgm:spPr>
    </dgm:pt>
    <dgm:pt modelId="{677EBB41-433A-4D98-B7DF-F19FA85AE43B}" type="pres">
      <dgm:prSet presAssocID="{45AA54C5-4824-4F99-B9A8-913718B81ABF}" presName="spaceBetweenRectangles" presStyleCnt="0"/>
      <dgm:spPr/>
    </dgm:pt>
    <dgm:pt modelId="{7441BE70-1E51-41D5-8118-89B7F0EB5A92}" type="pres">
      <dgm:prSet presAssocID="{67180AC7-97F2-4CC2-BF6C-942E8DBDABF0}" presName="parentLin" presStyleCnt="0"/>
      <dgm:spPr/>
    </dgm:pt>
    <dgm:pt modelId="{3D2027BC-CD76-4AE5-B926-6DE3061A4F3D}" type="pres">
      <dgm:prSet presAssocID="{67180AC7-97F2-4CC2-BF6C-942E8DBDABF0}" presName="parentLeftMargin" presStyleLbl="node1" presStyleIdx="2" presStyleCnt="4"/>
      <dgm:spPr/>
    </dgm:pt>
    <dgm:pt modelId="{19FC6063-BD4E-4FB1-85D5-120582AF4241}" type="pres">
      <dgm:prSet presAssocID="{67180AC7-97F2-4CC2-BF6C-942E8DBDABF0}" presName="parentText" presStyleLbl="node1" presStyleIdx="3" presStyleCnt="4">
        <dgm:presLayoutVars>
          <dgm:chMax val="0"/>
          <dgm:bulletEnabled val="1"/>
        </dgm:presLayoutVars>
      </dgm:prSet>
      <dgm:spPr/>
    </dgm:pt>
    <dgm:pt modelId="{8BF6B434-B786-4FDF-9C60-0A0211BD8F10}" type="pres">
      <dgm:prSet presAssocID="{67180AC7-97F2-4CC2-BF6C-942E8DBDABF0}" presName="negativeSpace" presStyleCnt="0"/>
      <dgm:spPr/>
    </dgm:pt>
    <dgm:pt modelId="{0CBDC4E7-B55B-4773-B24A-63A853930A0E}" type="pres">
      <dgm:prSet presAssocID="{67180AC7-97F2-4CC2-BF6C-942E8DBDABF0}" presName="childText" presStyleLbl="conFgAcc1" presStyleIdx="3" presStyleCnt="4">
        <dgm:presLayoutVars>
          <dgm:bulletEnabled val="1"/>
        </dgm:presLayoutVars>
      </dgm:prSet>
      <dgm:spPr>
        <a:prstGeom prst="roundRect">
          <a:avLst/>
        </a:prstGeom>
      </dgm:spPr>
    </dgm:pt>
  </dgm:ptLst>
  <dgm:cxnLst>
    <dgm:cxn modelId="{AB899838-C8AE-4539-B1F4-5714651B6306}" type="presOf" srcId="{67180AC7-97F2-4CC2-BF6C-942E8DBDABF0}" destId="{19FC6063-BD4E-4FB1-85D5-120582AF4241}" srcOrd="1" destOrd="0" presId="urn:microsoft.com/office/officeart/2005/8/layout/list1"/>
    <dgm:cxn modelId="{9AB6183C-0A81-437C-AEE4-02A0A625F0D4}" srcId="{44274376-F29A-4573-A387-3E4DC895A39A}" destId="{D81623C3-711C-4C1D-BF5D-D4B59984C07C}" srcOrd="1" destOrd="0" parTransId="{03DA928A-4F8F-48C0-85AE-999900B4540F}" sibTransId="{DFA42ADA-BAC1-40AE-AE02-9AB0D82F3C80}"/>
    <dgm:cxn modelId="{3E5D0E61-F455-49D0-B9E8-F9A9AB0DAA19}" type="presOf" srcId="{4D6145DE-670A-489F-AEB3-AEFDB047D571}" destId="{711ED1AA-1DF7-4A4A-B2DD-D6022DAAA4F6}" srcOrd="0" destOrd="0" presId="urn:microsoft.com/office/officeart/2005/8/layout/list1"/>
    <dgm:cxn modelId="{801F4647-D79E-46C6-AD40-77EF052770AC}" type="presOf" srcId="{D81623C3-711C-4C1D-BF5D-D4B59984C07C}" destId="{6E924D63-3656-4547-BA00-6C40558EC964}" srcOrd="1" destOrd="0" presId="urn:microsoft.com/office/officeart/2005/8/layout/list1"/>
    <dgm:cxn modelId="{E8D2E576-7459-4116-89AA-4BF82B4210CD}" srcId="{44274376-F29A-4573-A387-3E4DC895A39A}" destId="{67180AC7-97F2-4CC2-BF6C-942E8DBDABF0}" srcOrd="3" destOrd="0" parTransId="{E8DA6ED7-CEDE-4C46-8E61-3815697F15BC}" sibTransId="{50B18892-5832-4BCE-80FC-9D665C06FC25}"/>
    <dgm:cxn modelId="{077E2E7E-9BFB-4D4D-B88B-90E6C6FD516A}" type="presOf" srcId="{4D6145DE-670A-489F-AEB3-AEFDB047D571}" destId="{EA7435EF-905A-4C83-AD39-851607FBA52F}" srcOrd="1" destOrd="0" presId="urn:microsoft.com/office/officeart/2005/8/layout/list1"/>
    <dgm:cxn modelId="{211BDDB9-3796-4C81-ABCD-2625CB20B2F1}" type="presOf" srcId="{44274376-F29A-4573-A387-3E4DC895A39A}" destId="{30386EF2-90F2-49E2-BEE5-65713B8694B5}" srcOrd="0" destOrd="0" presId="urn:microsoft.com/office/officeart/2005/8/layout/list1"/>
    <dgm:cxn modelId="{5C5035BA-488A-49BF-BB13-A71F85C92BC5}" type="presOf" srcId="{DA08D4C1-4773-471A-810F-2496F46C7E1D}" destId="{9363EE33-4B76-475A-9D51-D1E30A228E09}" srcOrd="0" destOrd="0" presId="urn:microsoft.com/office/officeart/2005/8/layout/list1"/>
    <dgm:cxn modelId="{0710C5C0-9C40-42B0-9ADE-F1515A786945}" srcId="{44274376-F29A-4573-A387-3E4DC895A39A}" destId="{DA08D4C1-4773-471A-810F-2496F46C7E1D}" srcOrd="0" destOrd="0" parTransId="{41841BAB-5411-4E02-A540-0B2F30DBA36A}" sibTransId="{2CD40278-7242-4653-A5C7-9440D35FBB87}"/>
    <dgm:cxn modelId="{A87D40DE-6284-4C84-BE65-F8626D3359B4}" type="presOf" srcId="{D81623C3-711C-4C1D-BF5D-D4B59984C07C}" destId="{1DE4D236-1B80-4F36-99F1-B81B5B302896}" srcOrd="0" destOrd="0" presId="urn:microsoft.com/office/officeart/2005/8/layout/list1"/>
    <dgm:cxn modelId="{4F2673ED-380F-4925-A2C6-CB89D7DE3125}" type="presOf" srcId="{DA08D4C1-4773-471A-810F-2496F46C7E1D}" destId="{790339CE-5B4D-47E6-A947-273437B64238}" srcOrd="1" destOrd="0" presId="urn:microsoft.com/office/officeart/2005/8/layout/list1"/>
    <dgm:cxn modelId="{F9CBB4EE-1045-46B6-B236-81A361179024}" srcId="{44274376-F29A-4573-A387-3E4DC895A39A}" destId="{4D6145DE-670A-489F-AEB3-AEFDB047D571}" srcOrd="2" destOrd="0" parTransId="{7A12F2A8-480C-4F8B-91F0-B7F0DFD10C61}" sibTransId="{45AA54C5-4824-4F99-B9A8-913718B81ABF}"/>
    <dgm:cxn modelId="{4077C4EE-9168-4537-98BE-9418E4FF1D1D}" type="presOf" srcId="{67180AC7-97F2-4CC2-BF6C-942E8DBDABF0}" destId="{3D2027BC-CD76-4AE5-B926-6DE3061A4F3D}" srcOrd="0" destOrd="0" presId="urn:microsoft.com/office/officeart/2005/8/layout/list1"/>
    <dgm:cxn modelId="{49E4D461-97D4-48E3-8E32-241F3C4B8D23}" type="presParOf" srcId="{30386EF2-90F2-49E2-BEE5-65713B8694B5}" destId="{E308CEB6-424B-4A0E-86B0-ADD57798B388}" srcOrd="0" destOrd="0" presId="urn:microsoft.com/office/officeart/2005/8/layout/list1"/>
    <dgm:cxn modelId="{3642B315-848C-41C2-911C-645AD6A8AAE8}" type="presParOf" srcId="{E308CEB6-424B-4A0E-86B0-ADD57798B388}" destId="{9363EE33-4B76-475A-9D51-D1E30A228E09}" srcOrd="0" destOrd="0" presId="urn:microsoft.com/office/officeart/2005/8/layout/list1"/>
    <dgm:cxn modelId="{AB6B2140-64C8-4E75-B4EE-A95D05E9DB07}" type="presParOf" srcId="{E308CEB6-424B-4A0E-86B0-ADD57798B388}" destId="{790339CE-5B4D-47E6-A947-273437B64238}" srcOrd="1" destOrd="0" presId="urn:microsoft.com/office/officeart/2005/8/layout/list1"/>
    <dgm:cxn modelId="{8F5AEBFF-9EBB-4558-9A5C-0C1DEAC94C2C}" type="presParOf" srcId="{30386EF2-90F2-49E2-BEE5-65713B8694B5}" destId="{15BE1371-7FEC-4CEE-B069-295996D9B565}" srcOrd="1" destOrd="0" presId="urn:microsoft.com/office/officeart/2005/8/layout/list1"/>
    <dgm:cxn modelId="{DBEB5C8A-4700-4113-A907-C5930CE201D1}" type="presParOf" srcId="{30386EF2-90F2-49E2-BEE5-65713B8694B5}" destId="{E0A42F9B-A5CA-45F7-A9AA-4EAC92C081B9}" srcOrd="2" destOrd="0" presId="urn:microsoft.com/office/officeart/2005/8/layout/list1"/>
    <dgm:cxn modelId="{29383EBA-5CD7-4433-97BB-AE039A6A6EF0}" type="presParOf" srcId="{30386EF2-90F2-49E2-BEE5-65713B8694B5}" destId="{198ABE67-E332-403F-B1F8-6CC4A0FDB328}" srcOrd="3" destOrd="0" presId="urn:microsoft.com/office/officeart/2005/8/layout/list1"/>
    <dgm:cxn modelId="{71483C00-9357-4EA6-87EC-7D0946815E42}" type="presParOf" srcId="{30386EF2-90F2-49E2-BEE5-65713B8694B5}" destId="{FCEDF402-CB48-444C-84F8-861F351FB6CA}" srcOrd="4" destOrd="0" presId="urn:microsoft.com/office/officeart/2005/8/layout/list1"/>
    <dgm:cxn modelId="{95CF7DC6-BF8C-436B-8B48-0EB17F6D0C31}" type="presParOf" srcId="{FCEDF402-CB48-444C-84F8-861F351FB6CA}" destId="{1DE4D236-1B80-4F36-99F1-B81B5B302896}" srcOrd="0" destOrd="0" presId="urn:microsoft.com/office/officeart/2005/8/layout/list1"/>
    <dgm:cxn modelId="{9B5D21CD-D639-47FD-8564-655CC2295094}" type="presParOf" srcId="{FCEDF402-CB48-444C-84F8-861F351FB6CA}" destId="{6E924D63-3656-4547-BA00-6C40558EC964}" srcOrd="1" destOrd="0" presId="urn:microsoft.com/office/officeart/2005/8/layout/list1"/>
    <dgm:cxn modelId="{5481EE5F-5E54-489F-9368-34672A13FE92}" type="presParOf" srcId="{30386EF2-90F2-49E2-BEE5-65713B8694B5}" destId="{75D7488E-E63B-4799-AF77-A98B2F0C019E}" srcOrd="5" destOrd="0" presId="urn:microsoft.com/office/officeart/2005/8/layout/list1"/>
    <dgm:cxn modelId="{8E0C4C20-E087-408E-9CCE-02D825BA8F41}" type="presParOf" srcId="{30386EF2-90F2-49E2-BEE5-65713B8694B5}" destId="{737D27F0-E49E-4DB4-AE08-695983964325}" srcOrd="6" destOrd="0" presId="urn:microsoft.com/office/officeart/2005/8/layout/list1"/>
    <dgm:cxn modelId="{03B92DA9-7CF9-405D-ADF4-EEC77B4F35B0}" type="presParOf" srcId="{30386EF2-90F2-49E2-BEE5-65713B8694B5}" destId="{91535036-DD69-45FF-9391-4994EC79C0E5}" srcOrd="7" destOrd="0" presId="urn:microsoft.com/office/officeart/2005/8/layout/list1"/>
    <dgm:cxn modelId="{160A0454-4966-4930-A4C9-A5D7CE977CFA}" type="presParOf" srcId="{30386EF2-90F2-49E2-BEE5-65713B8694B5}" destId="{91DC90FE-6FD9-44D3-A652-E060509D6BF2}" srcOrd="8" destOrd="0" presId="urn:microsoft.com/office/officeart/2005/8/layout/list1"/>
    <dgm:cxn modelId="{8310BDF6-4EDB-40F6-8CDD-1D0C49620194}" type="presParOf" srcId="{91DC90FE-6FD9-44D3-A652-E060509D6BF2}" destId="{711ED1AA-1DF7-4A4A-B2DD-D6022DAAA4F6}" srcOrd="0" destOrd="0" presId="urn:microsoft.com/office/officeart/2005/8/layout/list1"/>
    <dgm:cxn modelId="{DE3AAB89-3A7D-4E7A-98A2-68D2960ADEE5}" type="presParOf" srcId="{91DC90FE-6FD9-44D3-A652-E060509D6BF2}" destId="{EA7435EF-905A-4C83-AD39-851607FBA52F}" srcOrd="1" destOrd="0" presId="urn:microsoft.com/office/officeart/2005/8/layout/list1"/>
    <dgm:cxn modelId="{532C33C0-0614-48D4-A6AF-4E6543281AAE}" type="presParOf" srcId="{30386EF2-90F2-49E2-BEE5-65713B8694B5}" destId="{1F719EAD-387E-4688-B1CF-473F4A768E6D}" srcOrd="9" destOrd="0" presId="urn:microsoft.com/office/officeart/2005/8/layout/list1"/>
    <dgm:cxn modelId="{92174265-FAD3-4214-91EA-15BC1E6F7DF0}" type="presParOf" srcId="{30386EF2-90F2-49E2-BEE5-65713B8694B5}" destId="{CB26CB8A-10A3-4A2E-8C8A-41166DBE89F3}" srcOrd="10" destOrd="0" presId="urn:microsoft.com/office/officeart/2005/8/layout/list1"/>
    <dgm:cxn modelId="{0A19D989-9CF8-4F8E-B9B3-266E3BB34F8A}" type="presParOf" srcId="{30386EF2-90F2-49E2-BEE5-65713B8694B5}" destId="{677EBB41-433A-4D98-B7DF-F19FA85AE43B}" srcOrd="11" destOrd="0" presId="urn:microsoft.com/office/officeart/2005/8/layout/list1"/>
    <dgm:cxn modelId="{3B932FAD-2F2E-468D-B1D9-398B87EB2FD3}" type="presParOf" srcId="{30386EF2-90F2-49E2-BEE5-65713B8694B5}" destId="{7441BE70-1E51-41D5-8118-89B7F0EB5A92}" srcOrd="12" destOrd="0" presId="urn:microsoft.com/office/officeart/2005/8/layout/list1"/>
    <dgm:cxn modelId="{255FC851-3E47-4DE0-B36C-F4D6A8ED70AD}" type="presParOf" srcId="{7441BE70-1E51-41D5-8118-89B7F0EB5A92}" destId="{3D2027BC-CD76-4AE5-B926-6DE3061A4F3D}" srcOrd="0" destOrd="0" presId="urn:microsoft.com/office/officeart/2005/8/layout/list1"/>
    <dgm:cxn modelId="{D80DF5C0-3C3E-4C3F-8733-A5A7BA5A8D5C}" type="presParOf" srcId="{7441BE70-1E51-41D5-8118-89B7F0EB5A92}" destId="{19FC6063-BD4E-4FB1-85D5-120582AF4241}" srcOrd="1" destOrd="0" presId="urn:microsoft.com/office/officeart/2005/8/layout/list1"/>
    <dgm:cxn modelId="{3266C4C5-8BEA-4A2F-96E5-6A2299409BCF}" type="presParOf" srcId="{30386EF2-90F2-49E2-BEE5-65713B8694B5}" destId="{8BF6B434-B786-4FDF-9C60-0A0211BD8F10}" srcOrd="13" destOrd="0" presId="urn:microsoft.com/office/officeart/2005/8/layout/list1"/>
    <dgm:cxn modelId="{DD5C1555-6480-4A81-BAC7-445D20535F27}" type="presParOf" srcId="{30386EF2-90F2-49E2-BEE5-65713B8694B5}" destId="{0CBDC4E7-B55B-4773-B24A-63A853930A0E}"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331176-FFC3-40C3-A518-ACA1D8A30A4A}" type="doc">
      <dgm:prSet loTypeId="urn:microsoft.com/office/officeart/2009/3/layout/CircleRelationship" loCatId="relationship" qsTypeId="urn:microsoft.com/office/officeart/2005/8/quickstyle/simple1#2" qsCatId="simple" csTypeId="urn:microsoft.com/office/officeart/2005/8/colors/colorful5#3" csCatId="colorful" phldr="1"/>
      <dgm:spPr/>
      <dgm:t>
        <a:bodyPr/>
        <a:lstStyle/>
        <a:p>
          <a:endParaRPr lang="zh-CN" altLang="en-US"/>
        </a:p>
      </dgm:t>
    </dgm:pt>
    <dgm:pt modelId="{F3B365CF-46B2-4D48-88D7-5E0BA5EEF1E1}">
      <dgm:prSet phldrT="[文本]" custT="1"/>
      <dgm:spPr/>
      <dgm:t>
        <a:bodyPr/>
        <a:lstStyle/>
        <a:p>
          <a:r>
            <a:rPr lang="en-US" altLang="zh-CN" sz="2400" dirty="0"/>
            <a:t>External Data</a:t>
          </a:r>
          <a:endParaRPr lang="zh-CN" altLang="en-US" sz="2400" dirty="0"/>
        </a:p>
      </dgm:t>
    </dgm:pt>
    <dgm:pt modelId="{E29C5558-6FEE-4526-8B62-4705EEF31BEA}" type="parTrans" cxnId="{326FBDF1-1935-4144-B6B4-E7BFAEF30393}">
      <dgm:prSet/>
      <dgm:spPr/>
      <dgm:t>
        <a:bodyPr/>
        <a:lstStyle/>
        <a:p>
          <a:endParaRPr lang="zh-CN" altLang="en-US" sz="1800"/>
        </a:p>
      </dgm:t>
    </dgm:pt>
    <dgm:pt modelId="{CD2410F6-DECC-4F12-8FC7-9DA3DEAEA1EE}" type="sibTrans" cxnId="{326FBDF1-1935-4144-B6B4-E7BFAEF30393}">
      <dgm:prSet/>
      <dgm:spPr/>
      <dgm:t>
        <a:bodyPr/>
        <a:lstStyle/>
        <a:p>
          <a:endParaRPr lang="zh-CN" altLang="en-US" sz="1800"/>
        </a:p>
      </dgm:t>
    </dgm:pt>
    <dgm:pt modelId="{E66A6C67-7335-401A-B578-7E9F5B0055B0}">
      <dgm:prSet phldrT="[文本]" custT="1"/>
      <dgm:spPr/>
      <dgm:t>
        <a:bodyPr/>
        <a:lstStyle/>
        <a:p>
          <a:r>
            <a:rPr lang="en-US" altLang="zh-CN" sz="1800" dirty="0"/>
            <a:t>Multiple</a:t>
          </a:r>
          <a:br>
            <a:rPr lang="en-US" altLang="zh-CN" sz="1800" dirty="0"/>
          </a:br>
          <a:r>
            <a:rPr lang="en-US" altLang="zh-CN" sz="1800" dirty="0"/>
            <a:t>APIs</a:t>
          </a:r>
          <a:endParaRPr lang="zh-CN" altLang="en-US" sz="1800" dirty="0"/>
        </a:p>
      </dgm:t>
    </dgm:pt>
    <dgm:pt modelId="{D31236C2-7549-4A2B-BCE1-4A7D0A5EF512}" type="sibTrans" cxnId="{B087A0F5-A321-4457-981A-109FC569CEBF}">
      <dgm:prSet/>
      <dgm:spPr/>
      <dgm:t>
        <a:bodyPr/>
        <a:lstStyle/>
        <a:p>
          <a:endParaRPr lang="zh-CN" altLang="en-US" sz="1800"/>
        </a:p>
      </dgm:t>
    </dgm:pt>
    <dgm:pt modelId="{9DFDD4CA-BD64-4C06-90E5-C38E2345FB73}" type="parTrans" cxnId="{B087A0F5-A321-4457-981A-109FC569CEBF}">
      <dgm:prSet/>
      <dgm:spPr/>
      <dgm:t>
        <a:bodyPr/>
        <a:lstStyle/>
        <a:p>
          <a:endParaRPr lang="zh-CN" altLang="en-US" sz="1800"/>
        </a:p>
      </dgm:t>
    </dgm:pt>
    <dgm:pt modelId="{5055FEAC-8769-44EB-BDD3-D58F7DDDC88B}">
      <dgm:prSet phldrT="[文本]" custT="1"/>
      <dgm:spPr/>
      <dgm:t>
        <a:bodyPr/>
        <a:lstStyle/>
        <a:p>
          <a:r>
            <a:rPr lang="en-US" altLang="zh-CN" sz="1800" dirty="0"/>
            <a:t>Cascading Relationships</a:t>
          </a:r>
          <a:endParaRPr lang="zh-CN" altLang="en-US" sz="1800" dirty="0"/>
        </a:p>
      </dgm:t>
    </dgm:pt>
    <dgm:pt modelId="{12B03A3C-005B-4359-A6A4-860697128BB5}" type="sibTrans" cxnId="{E004605E-4DF2-4BD8-8816-BA29CDD8D965}">
      <dgm:prSet/>
      <dgm:spPr/>
      <dgm:t>
        <a:bodyPr/>
        <a:lstStyle/>
        <a:p>
          <a:endParaRPr lang="zh-CN" altLang="en-US" sz="1800"/>
        </a:p>
      </dgm:t>
    </dgm:pt>
    <dgm:pt modelId="{7E8055B3-C003-4F72-9C87-A699D691A329}" type="parTrans" cxnId="{E004605E-4DF2-4BD8-8816-BA29CDD8D965}">
      <dgm:prSet/>
      <dgm:spPr/>
      <dgm:t>
        <a:bodyPr/>
        <a:lstStyle/>
        <a:p>
          <a:endParaRPr lang="zh-CN" altLang="en-US" sz="1800"/>
        </a:p>
      </dgm:t>
    </dgm:pt>
    <dgm:pt modelId="{2AF4546E-5FFC-475F-82A2-82D73E20B516}">
      <dgm:prSet phldrT="[文本]" custT="1"/>
      <dgm:spPr/>
      <dgm:t>
        <a:bodyPr/>
        <a:lstStyle/>
        <a:p>
          <a:r>
            <a:rPr lang="en-US" altLang="en-US" sz="1800" dirty="0"/>
            <a:t>Dependencies</a:t>
          </a:r>
          <a:endParaRPr lang="zh-CN" altLang="en-US" sz="1800" dirty="0"/>
        </a:p>
      </dgm:t>
    </dgm:pt>
    <dgm:pt modelId="{4160A7BD-6B92-46E4-9A6C-7BE79A3EE5B7}" type="sibTrans" cxnId="{082C1603-081D-4A4A-B51C-6A856F11F08D}">
      <dgm:prSet/>
      <dgm:spPr/>
      <dgm:t>
        <a:bodyPr/>
        <a:lstStyle/>
        <a:p>
          <a:endParaRPr lang="zh-CN" altLang="en-US" sz="1800"/>
        </a:p>
      </dgm:t>
    </dgm:pt>
    <dgm:pt modelId="{420AA40C-A7EA-4728-844F-8D8D7214A09D}" type="parTrans" cxnId="{082C1603-081D-4A4A-B51C-6A856F11F08D}">
      <dgm:prSet/>
      <dgm:spPr/>
      <dgm:t>
        <a:bodyPr/>
        <a:lstStyle/>
        <a:p>
          <a:endParaRPr lang="zh-CN" altLang="en-US" sz="1800"/>
        </a:p>
      </dgm:t>
    </dgm:pt>
    <dgm:pt modelId="{A607321B-03BA-4693-A160-C2F423D6AFF3}">
      <dgm:prSet phldrT="[文本]" custT="1"/>
      <dgm:spPr/>
      <dgm:t>
        <a:bodyPr/>
        <a:lstStyle/>
        <a:p>
          <a:r>
            <a:rPr lang="en-US" altLang="en-US" sz="1800" dirty="0"/>
            <a:t>Source Identification</a:t>
          </a:r>
          <a:endParaRPr lang="zh-CN" altLang="en-US" sz="1800" dirty="0"/>
        </a:p>
      </dgm:t>
    </dgm:pt>
    <dgm:pt modelId="{AB84A268-5396-49C8-A585-FB3F77A3923B}" type="parTrans" cxnId="{DCDD71EC-1FFC-431B-AD6C-F173485EAD69}">
      <dgm:prSet/>
      <dgm:spPr/>
      <dgm:t>
        <a:bodyPr/>
        <a:lstStyle/>
        <a:p>
          <a:endParaRPr lang="zh-CN" altLang="en-US" sz="1800"/>
        </a:p>
      </dgm:t>
    </dgm:pt>
    <dgm:pt modelId="{8CF3A519-DE08-465A-859B-E416CFB361E6}" type="sibTrans" cxnId="{DCDD71EC-1FFC-431B-AD6C-F173485EAD69}">
      <dgm:prSet/>
      <dgm:spPr/>
      <dgm:t>
        <a:bodyPr/>
        <a:lstStyle/>
        <a:p>
          <a:endParaRPr lang="zh-CN" altLang="en-US" sz="1800"/>
        </a:p>
      </dgm:t>
    </dgm:pt>
    <dgm:pt modelId="{6D8FA2C7-87E1-43D0-ADDB-FCB9D3696624}" type="pres">
      <dgm:prSet presAssocID="{08331176-FFC3-40C3-A518-ACA1D8A30A4A}" presName="Name0" presStyleCnt="0">
        <dgm:presLayoutVars>
          <dgm:chMax val="1"/>
          <dgm:chPref val="1"/>
        </dgm:presLayoutVars>
      </dgm:prSet>
      <dgm:spPr/>
    </dgm:pt>
    <dgm:pt modelId="{8E2CFA7C-86C7-4688-96B6-F8AEF11FDAFC}" type="pres">
      <dgm:prSet presAssocID="{F3B365CF-46B2-4D48-88D7-5E0BA5EEF1E1}" presName="Parent" presStyleLbl="node0" presStyleIdx="0" presStyleCnt="1" custScaleX="96538" custScaleY="96533" custLinFactNeighborX="26021" custLinFactNeighborY="16262">
        <dgm:presLayoutVars>
          <dgm:chMax val="5"/>
          <dgm:chPref val="5"/>
        </dgm:presLayoutVars>
      </dgm:prSet>
      <dgm:spPr/>
    </dgm:pt>
    <dgm:pt modelId="{2CFC4511-A7EE-452C-A634-FBB6CD70C660}" type="pres">
      <dgm:prSet presAssocID="{F3B365CF-46B2-4D48-88D7-5E0BA5EEF1E1}" presName="Accent1" presStyleLbl="node1" presStyleIdx="0" presStyleCnt="17" custLinFactNeighborX="8712" custLinFactNeighborY="15617"/>
      <dgm:spPr/>
    </dgm:pt>
    <dgm:pt modelId="{36A25BD2-62F8-4838-91D6-19DD56F639A8}" type="pres">
      <dgm:prSet presAssocID="{F3B365CF-46B2-4D48-88D7-5E0BA5EEF1E1}" presName="Accent2" presStyleLbl="node1" presStyleIdx="1" presStyleCnt="17" custLinFactNeighborX="40664"/>
      <dgm:spPr/>
    </dgm:pt>
    <dgm:pt modelId="{EEF364CD-3A0D-43E3-89C0-C20EEC6154C4}" type="pres">
      <dgm:prSet presAssocID="{F3B365CF-46B2-4D48-88D7-5E0BA5EEF1E1}" presName="Accent3" presStyleLbl="node1" presStyleIdx="2" presStyleCnt="17" custLinFactX="11827" custLinFactNeighborX="100000" custLinFactNeighborY="-47554"/>
      <dgm:spPr/>
    </dgm:pt>
    <dgm:pt modelId="{378B282A-7F8E-4048-9231-6E3225FA4F4F}" type="pres">
      <dgm:prSet presAssocID="{F3B365CF-46B2-4D48-88D7-5E0BA5EEF1E1}" presName="Accent4" presStyleLbl="node1" presStyleIdx="3" presStyleCnt="17" custLinFactNeighborX="25063" custLinFactNeighborY="35344"/>
      <dgm:spPr/>
    </dgm:pt>
    <dgm:pt modelId="{F6BC590E-67EB-443C-AB86-74604180EB48}" type="pres">
      <dgm:prSet presAssocID="{F3B365CF-46B2-4D48-88D7-5E0BA5EEF1E1}" presName="Accent5" presStyleLbl="node1" presStyleIdx="4" presStyleCnt="17"/>
      <dgm:spPr/>
    </dgm:pt>
    <dgm:pt modelId="{046E6593-F2EB-48BF-9E4B-178EADF2B46A}" type="pres">
      <dgm:prSet presAssocID="{F3B365CF-46B2-4D48-88D7-5E0BA5EEF1E1}" presName="Accent6" presStyleLbl="node1" presStyleIdx="5" presStyleCnt="17"/>
      <dgm:spPr/>
    </dgm:pt>
    <dgm:pt modelId="{ACF033B1-90C3-4974-B7DE-C3BC5A9A2DDF}" type="pres">
      <dgm:prSet presAssocID="{E66A6C67-7335-401A-B578-7E9F5B0055B0}" presName="Child1" presStyleLbl="node1" presStyleIdx="6" presStyleCnt="17" custScaleX="129517" custScaleY="129520" custLinFactNeighborX="-41573" custLinFactNeighborY="18835">
        <dgm:presLayoutVars>
          <dgm:chMax val="0"/>
          <dgm:chPref val="0"/>
        </dgm:presLayoutVars>
      </dgm:prSet>
      <dgm:spPr/>
    </dgm:pt>
    <dgm:pt modelId="{6582EBC9-67F1-4F1E-9A10-5CA6D391DBE7}" type="pres">
      <dgm:prSet presAssocID="{E66A6C67-7335-401A-B578-7E9F5B0055B0}" presName="Accent7" presStyleCnt="0"/>
      <dgm:spPr/>
    </dgm:pt>
    <dgm:pt modelId="{B890AE26-B42E-42B7-916A-98BD7B430C08}" type="pres">
      <dgm:prSet presAssocID="{E66A6C67-7335-401A-B578-7E9F5B0055B0}" presName="AccentHold1" presStyleLbl="node1" presStyleIdx="7" presStyleCnt="17"/>
      <dgm:spPr/>
    </dgm:pt>
    <dgm:pt modelId="{AF2A5D26-87BF-49B6-AF59-3A1B1AB09665}" type="pres">
      <dgm:prSet presAssocID="{E66A6C67-7335-401A-B578-7E9F5B0055B0}" presName="Accent8" presStyleCnt="0"/>
      <dgm:spPr/>
    </dgm:pt>
    <dgm:pt modelId="{F32BFE6D-47D4-45E4-8587-C7D9AF0D5CBD}" type="pres">
      <dgm:prSet presAssocID="{E66A6C67-7335-401A-B578-7E9F5B0055B0}" presName="AccentHold2" presStyleLbl="node1" presStyleIdx="8" presStyleCnt="17" custLinFactNeighborY="6915"/>
      <dgm:spPr/>
    </dgm:pt>
    <dgm:pt modelId="{ED5B0882-3928-49FC-978D-677A60996D22}" type="pres">
      <dgm:prSet presAssocID="{5055FEAC-8769-44EB-BDD3-D58F7DDDC88B}" presName="Child2" presStyleLbl="node1" presStyleIdx="9" presStyleCnt="17" custScaleX="129517" custScaleY="129520" custLinFactNeighborX="38942" custLinFactNeighborY="9595">
        <dgm:presLayoutVars>
          <dgm:chMax val="0"/>
          <dgm:chPref val="0"/>
        </dgm:presLayoutVars>
      </dgm:prSet>
      <dgm:spPr/>
    </dgm:pt>
    <dgm:pt modelId="{319B6324-4E03-4649-86C6-853E700B5B00}" type="pres">
      <dgm:prSet presAssocID="{5055FEAC-8769-44EB-BDD3-D58F7DDDC88B}" presName="Accent9" presStyleCnt="0"/>
      <dgm:spPr/>
    </dgm:pt>
    <dgm:pt modelId="{AD147C84-EDBB-4C45-8955-DCBC9FE38541}" type="pres">
      <dgm:prSet presAssocID="{5055FEAC-8769-44EB-BDD3-D58F7DDDC88B}" presName="AccentHold1" presStyleLbl="node1" presStyleIdx="10" presStyleCnt="17" custLinFactNeighborX="81085" custLinFactNeighborY="-34423"/>
      <dgm:spPr/>
    </dgm:pt>
    <dgm:pt modelId="{D9993574-BBA7-466B-B7B5-5359A2A4A3DB}" type="pres">
      <dgm:prSet presAssocID="{5055FEAC-8769-44EB-BDD3-D58F7DDDC88B}" presName="Accent10" presStyleCnt="0"/>
      <dgm:spPr/>
    </dgm:pt>
    <dgm:pt modelId="{D8E912B9-6657-4982-B907-59360C6A0A47}" type="pres">
      <dgm:prSet presAssocID="{5055FEAC-8769-44EB-BDD3-D58F7DDDC88B}" presName="AccentHold2" presStyleLbl="node1" presStyleIdx="11" presStyleCnt="17"/>
      <dgm:spPr/>
    </dgm:pt>
    <dgm:pt modelId="{985DFCA0-6A50-4EF6-BFFD-27423FFBAF1E}" type="pres">
      <dgm:prSet presAssocID="{5055FEAC-8769-44EB-BDD3-D58F7DDDC88B}" presName="Accent11" presStyleCnt="0"/>
      <dgm:spPr/>
    </dgm:pt>
    <dgm:pt modelId="{C9CF91A0-41D4-4E1E-9422-D53CA0B64AF4}" type="pres">
      <dgm:prSet presAssocID="{5055FEAC-8769-44EB-BDD3-D58F7DDDC88B}" presName="AccentHold3" presStyleLbl="node1" presStyleIdx="12" presStyleCnt="17" custLinFactNeighborX="90627" custLinFactNeighborY="2035"/>
      <dgm:spPr/>
    </dgm:pt>
    <dgm:pt modelId="{E44DD5CB-782C-47DC-94A3-8252132C144E}" type="pres">
      <dgm:prSet presAssocID="{2AF4546E-5FFC-475F-82A2-82D73E20B516}" presName="Child3" presStyleLbl="node1" presStyleIdx="13" presStyleCnt="17" custScaleX="129517" custScaleY="129520" custLinFactNeighborX="40718" custLinFactNeighborY="17998">
        <dgm:presLayoutVars>
          <dgm:chMax val="0"/>
          <dgm:chPref val="0"/>
        </dgm:presLayoutVars>
      </dgm:prSet>
      <dgm:spPr/>
    </dgm:pt>
    <dgm:pt modelId="{9127DC62-95E6-4C95-933F-DA155D1725A4}" type="pres">
      <dgm:prSet presAssocID="{2AF4546E-5FFC-475F-82A2-82D73E20B516}" presName="Accent12" presStyleCnt="0"/>
      <dgm:spPr/>
    </dgm:pt>
    <dgm:pt modelId="{86D2B461-DBA3-4E5F-8935-93DEE6EEE3C0}" type="pres">
      <dgm:prSet presAssocID="{2AF4546E-5FFC-475F-82A2-82D73E20B516}" presName="AccentHold1" presStyleLbl="node1" presStyleIdx="14" presStyleCnt="17" custLinFactX="11827" custLinFactNeighborX="100000" custLinFactNeighborY="-47554"/>
      <dgm:spPr/>
    </dgm:pt>
    <dgm:pt modelId="{BE88CC36-C747-4F75-926C-AC8355C33B39}" type="pres">
      <dgm:prSet presAssocID="{A607321B-03BA-4693-A160-C2F423D6AFF3}" presName="Child4" presStyleLbl="node1" presStyleIdx="15" presStyleCnt="17" custScaleX="129517" custScaleY="129520" custLinFactNeighborX="-33386" custLinFactNeighborY="-9539">
        <dgm:presLayoutVars>
          <dgm:chMax val="0"/>
          <dgm:chPref val="0"/>
        </dgm:presLayoutVars>
      </dgm:prSet>
      <dgm:spPr/>
    </dgm:pt>
    <dgm:pt modelId="{ECFDFB0C-D73E-41A3-9A19-74D39886D024}" type="pres">
      <dgm:prSet presAssocID="{A607321B-03BA-4693-A160-C2F423D6AFF3}" presName="Accent13" presStyleCnt="0"/>
      <dgm:spPr/>
    </dgm:pt>
    <dgm:pt modelId="{CB0B54C7-633A-4332-BA82-96452E9403A7}" type="pres">
      <dgm:prSet presAssocID="{A607321B-03BA-4693-A160-C2F423D6AFF3}" presName="AccentHold1" presStyleLbl="node1" presStyleIdx="16" presStyleCnt="17" custLinFactNeighborX="24398" custLinFactNeighborY="54931"/>
      <dgm:spPr/>
    </dgm:pt>
  </dgm:ptLst>
  <dgm:cxnLst>
    <dgm:cxn modelId="{082C1603-081D-4A4A-B51C-6A856F11F08D}" srcId="{F3B365CF-46B2-4D48-88D7-5E0BA5EEF1E1}" destId="{2AF4546E-5FFC-475F-82A2-82D73E20B516}" srcOrd="2" destOrd="0" parTransId="{420AA40C-A7EA-4728-844F-8D8D7214A09D}" sibTransId="{4160A7BD-6B92-46E4-9A6C-7BE79A3EE5B7}"/>
    <dgm:cxn modelId="{E004605E-4DF2-4BD8-8816-BA29CDD8D965}" srcId="{F3B365CF-46B2-4D48-88D7-5E0BA5EEF1E1}" destId="{5055FEAC-8769-44EB-BDD3-D58F7DDDC88B}" srcOrd="1" destOrd="0" parTransId="{7E8055B3-C003-4F72-9C87-A699D691A329}" sibTransId="{12B03A3C-005B-4359-A6A4-860697128BB5}"/>
    <dgm:cxn modelId="{9EEFE671-D4F9-488F-89D2-C88E1B41B938}" type="presOf" srcId="{2AF4546E-5FFC-475F-82A2-82D73E20B516}" destId="{E44DD5CB-782C-47DC-94A3-8252132C144E}" srcOrd="0" destOrd="0" presId="urn:microsoft.com/office/officeart/2009/3/layout/CircleRelationship"/>
    <dgm:cxn modelId="{0451A753-8C52-47CE-9C47-95146B302E63}" type="presOf" srcId="{E66A6C67-7335-401A-B578-7E9F5B0055B0}" destId="{ACF033B1-90C3-4974-B7DE-C3BC5A9A2DDF}" srcOrd="0" destOrd="0" presId="urn:microsoft.com/office/officeart/2009/3/layout/CircleRelationship"/>
    <dgm:cxn modelId="{07C2FC7F-6995-4DBB-8A8B-BE934118A870}" type="presOf" srcId="{5055FEAC-8769-44EB-BDD3-D58F7DDDC88B}" destId="{ED5B0882-3928-49FC-978D-677A60996D22}" srcOrd="0" destOrd="0" presId="urn:microsoft.com/office/officeart/2009/3/layout/CircleRelationship"/>
    <dgm:cxn modelId="{9D8BD29A-B046-4628-A3D5-8B73843870F4}" type="presOf" srcId="{08331176-FFC3-40C3-A518-ACA1D8A30A4A}" destId="{6D8FA2C7-87E1-43D0-ADDB-FCB9D3696624}" srcOrd="0" destOrd="0" presId="urn:microsoft.com/office/officeart/2009/3/layout/CircleRelationship"/>
    <dgm:cxn modelId="{2D432DE1-1D3F-44F9-AE6F-660BFEB17289}" type="presOf" srcId="{F3B365CF-46B2-4D48-88D7-5E0BA5EEF1E1}" destId="{8E2CFA7C-86C7-4688-96B6-F8AEF11FDAFC}" srcOrd="0" destOrd="0" presId="urn:microsoft.com/office/officeart/2009/3/layout/CircleRelationship"/>
    <dgm:cxn modelId="{DCDD71EC-1FFC-431B-AD6C-F173485EAD69}" srcId="{F3B365CF-46B2-4D48-88D7-5E0BA5EEF1E1}" destId="{A607321B-03BA-4693-A160-C2F423D6AFF3}" srcOrd="3" destOrd="0" parTransId="{AB84A268-5396-49C8-A585-FB3F77A3923B}" sibTransId="{8CF3A519-DE08-465A-859B-E416CFB361E6}"/>
    <dgm:cxn modelId="{78B1F2EF-FC2A-48C5-A6C7-13897CB0F1D3}" type="presOf" srcId="{A607321B-03BA-4693-A160-C2F423D6AFF3}" destId="{BE88CC36-C747-4F75-926C-AC8355C33B39}" srcOrd="0" destOrd="0" presId="urn:microsoft.com/office/officeart/2009/3/layout/CircleRelationship"/>
    <dgm:cxn modelId="{326FBDF1-1935-4144-B6B4-E7BFAEF30393}" srcId="{08331176-FFC3-40C3-A518-ACA1D8A30A4A}" destId="{F3B365CF-46B2-4D48-88D7-5E0BA5EEF1E1}" srcOrd="0" destOrd="0" parTransId="{E29C5558-6FEE-4526-8B62-4705EEF31BEA}" sibTransId="{CD2410F6-DECC-4F12-8FC7-9DA3DEAEA1EE}"/>
    <dgm:cxn modelId="{B087A0F5-A321-4457-981A-109FC569CEBF}" srcId="{F3B365CF-46B2-4D48-88D7-5E0BA5EEF1E1}" destId="{E66A6C67-7335-401A-B578-7E9F5B0055B0}" srcOrd="0" destOrd="0" parTransId="{9DFDD4CA-BD64-4C06-90E5-C38E2345FB73}" sibTransId="{D31236C2-7549-4A2B-BCE1-4A7D0A5EF512}"/>
    <dgm:cxn modelId="{147E5C95-3FF7-456B-A7FD-E354D744B75C}" type="presParOf" srcId="{6D8FA2C7-87E1-43D0-ADDB-FCB9D3696624}" destId="{8E2CFA7C-86C7-4688-96B6-F8AEF11FDAFC}" srcOrd="0" destOrd="0" presId="urn:microsoft.com/office/officeart/2009/3/layout/CircleRelationship"/>
    <dgm:cxn modelId="{49A33A59-C6B1-4B35-BFD1-CA42A8901CF6}" type="presParOf" srcId="{6D8FA2C7-87E1-43D0-ADDB-FCB9D3696624}" destId="{2CFC4511-A7EE-452C-A634-FBB6CD70C660}" srcOrd="1" destOrd="0" presId="urn:microsoft.com/office/officeart/2009/3/layout/CircleRelationship"/>
    <dgm:cxn modelId="{C1D17795-B3C7-455C-A42C-7D685EAFAA80}" type="presParOf" srcId="{6D8FA2C7-87E1-43D0-ADDB-FCB9D3696624}" destId="{36A25BD2-62F8-4838-91D6-19DD56F639A8}" srcOrd="2" destOrd="0" presId="urn:microsoft.com/office/officeart/2009/3/layout/CircleRelationship"/>
    <dgm:cxn modelId="{D4DA2B87-63D6-41E3-9985-09173057DAC2}" type="presParOf" srcId="{6D8FA2C7-87E1-43D0-ADDB-FCB9D3696624}" destId="{EEF364CD-3A0D-43E3-89C0-C20EEC6154C4}" srcOrd="3" destOrd="0" presId="urn:microsoft.com/office/officeart/2009/3/layout/CircleRelationship"/>
    <dgm:cxn modelId="{2A91B781-2DA4-4C2C-989A-51CBB70FFA60}" type="presParOf" srcId="{6D8FA2C7-87E1-43D0-ADDB-FCB9D3696624}" destId="{378B282A-7F8E-4048-9231-6E3225FA4F4F}" srcOrd="4" destOrd="0" presId="urn:microsoft.com/office/officeart/2009/3/layout/CircleRelationship"/>
    <dgm:cxn modelId="{7F05D843-1603-4380-AE98-6C9AC4AC678C}" type="presParOf" srcId="{6D8FA2C7-87E1-43D0-ADDB-FCB9D3696624}" destId="{F6BC590E-67EB-443C-AB86-74604180EB48}" srcOrd="5" destOrd="0" presId="urn:microsoft.com/office/officeart/2009/3/layout/CircleRelationship"/>
    <dgm:cxn modelId="{2ADDF6B3-21E5-460B-AADE-9A51AC6D3587}" type="presParOf" srcId="{6D8FA2C7-87E1-43D0-ADDB-FCB9D3696624}" destId="{046E6593-F2EB-48BF-9E4B-178EADF2B46A}" srcOrd="6" destOrd="0" presId="urn:microsoft.com/office/officeart/2009/3/layout/CircleRelationship"/>
    <dgm:cxn modelId="{3C42F507-BF73-4B98-B91E-6AF4096F91DC}" type="presParOf" srcId="{6D8FA2C7-87E1-43D0-ADDB-FCB9D3696624}" destId="{ACF033B1-90C3-4974-B7DE-C3BC5A9A2DDF}" srcOrd="7" destOrd="0" presId="urn:microsoft.com/office/officeart/2009/3/layout/CircleRelationship"/>
    <dgm:cxn modelId="{EADBC3B2-02D3-4112-B338-05520E53206E}" type="presParOf" srcId="{6D8FA2C7-87E1-43D0-ADDB-FCB9D3696624}" destId="{6582EBC9-67F1-4F1E-9A10-5CA6D391DBE7}" srcOrd="8" destOrd="0" presId="urn:microsoft.com/office/officeart/2009/3/layout/CircleRelationship"/>
    <dgm:cxn modelId="{181E918B-524D-44F1-9A4C-970925F915DA}" type="presParOf" srcId="{6582EBC9-67F1-4F1E-9A10-5CA6D391DBE7}" destId="{B890AE26-B42E-42B7-916A-98BD7B430C08}" srcOrd="0" destOrd="0" presId="urn:microsoft.com/office/officeart/2009/3/layout/CircleRelationship"/>
    <dgm:cxn modelId="{22B5952B-EEDD-4779-8109-2FE68C82F5AE}" type="presParOf" srcId="{6D8FA2C7-87E1-43D0-ADDB-FCB9D3696624}" destId="{AF2A5D26-87BF-49B6-AF59-3A1B1AB09665}" srcOrd="9" destOrd="0" presId="urn:microsoft.com/office/officeart/2009/3/layout/CircleRelationship"/>
    <dgm:cxn modelId="{429E7943-1807-49D1-9C17-AC81ED11E2A2}" type="presParOf" srcId="{AF2A5D26-87BF-49B6-AF59-3A1B1AB09665}" destId="{F32BFE6D-47D4-45E4-8587-C7D9AF0D5CBD}" srcOrd="0" destOrd="0" presId="urn:microsoft.com/office/officeart/2009/3/layout/CircleRelationship"/>
    <dgm:cxn modelId="{1B2D3D1D-13A2-41B2-BFC6-F06552A42B72}" type="presParOf" srcId="{6D8FA2C7-87E1-43D0-ADDB-FCB9D3696624}" destId="{ED5B0882-3928-49FC-978D-677A60996D22}" srcOrd="10" destOrd="0" presId="urn:microsoft.com/office/officeart/2009/3/layout/CircleRelationship"/>
    <dgm:cxn modelId="{ECE9C8D0-E6BA-4DF1-AE62-3B5F2BED0F6D}" type="presParOf" srcId="{6D8FA2C7-87E1-43D0-ADDB-FCB9D3696624}" destId="{319B6324-4E03-4649-86C6-853E700B5B00}" srcOrd="11" destOrd="0" presId="urn:microsoft.com/office/officeart/2009/3/layout/CircleRelationship"/>
    <dgm:cxn modelId="{334AA673-4E37-4C6E-9A3F-AC7C558F8104}" type="presParOf" srcId="{319B6324-4E03-4649-86C6-853E700B5B00}" destId="{AD147C84-EDBB-4C45-8955-DCBC9FE38541}" srcOrd="0" destOrd="0" presId="urn:microsoft.com/office/officeart/2009/3/layout/CircleRelationship"/>
    <dgm:cxn modelId="{2C6CCFA8-6E74-45E0-877D-995583863688}" type="presParOf" srcId="{6D8FA2C7-87E1-43D0-ADDB-FCB9D3696624}" destId="{D9993574-BBA7-466B-B7B5-5359A2A4A3DB}" srcOrd="12" destOrd="0" presId="urn:microsoft.com/office/officeart/2009/3/layout/CircleRelationship"/>
    <dgm:cxn modelId="{06CD39CE-987B-4D45-AF20-09EB9DF3C01F}" type="presParOf" srcId="{D9993574-BBA7-466B-B7B5-5359A2A4A3DB}" destId="{D8E912B9-6657-4982-B907-59360C6A0A47}" srcOrd="0" destOrd="0" presId="urn:microsoft.com/office/officeart/2009/3/layout/CircleRelationship"/>
    <dgm:cxn modelId="{AC907AA0-65F0-496C-9C59-9136F348AE00}" type="presParOf" srcId="{6D8FA2C7-87E1-43D0-ADDB-FCB9D3696624}" destId="{985DFCA0-6A50-4EF6-BFFD-27423FFBAF1E}" srcOrd="13" destOrd="0" presId="urn:microsoft.com/office/officeart/2009/3/layout/CircleRelationship"/>
    <dgm:cxn modelId="{D828F07D-9104-4F7A-8315-37A418D53DB3}" type="presParOf" srcId="{985DFCA0-6A50-4EF6-BFFD-27423FFBAF1E}" destId="{C9CF91A0-41D4-4E1E-9422-D53CA0B64AF4}" srcOrd="0" destOrd="0" presId="urn:microsoft.com/office/officeart/2009/3/layout/CircleRelationship"/>
    <dgm:cxn modelId="{448331C4-13B5-4BC2-977A-433D91B65C82}" type="presParOf" srcId="{6D8FA2C7-87E1-43D0-ADDB-FCB9D3696624}" destId="{E44DD5CB-782C-47DC-94A3-8252132C144E}" srcOrd="14" destOrd="0" presId="urn:microsoft.com/office/officeart/2009/3/layout/CircleRelationship"/>
    <dgm:cxn modelId="{F337C0E2-E9C2-454E-A822-FA4CB8647E5E}" type="presParOf" srcId="{6D8FA2C7-87E1-43D0-ADDB-FCB9D3696624}" destId="{9127DC62-95E6-4C95-933F-DA155D1725A4}" srcOrd="15" destOrd="0" presId="urn:microsoft.com/office/officeart/2009/3/layout/CircleRelationship"/>
    <dgm:cxn modelId="{DFCFE259-DDCB-449C-A0D9-F936386B4AAB}" type="presParOf" srcId="{9127DC62-95E6-4C95-933F-DA155D1725A4}" destId="{86D2B461-DBA3-4E5F-8935-93DEE6EEE3C0}" srcOrd="0" destOrd="0" presId="urn:microsoft.com/office/officeart/2009/3/layout/CircleRelationship"/>
    <dgm:cxn modelId="{0BA6176E-D4BB-4AE2-AC8E-022236B9764A}" type="presParOf" srcId="{6D8FA2C7-87E1-43D0-ADDB-FCB9D3696624}" destId="{BE88CC36-C747-4F75-926C-AC8355C33B39}" srcOrd="16" destOrd="0" presId="urn:microsoft.com/office/officeart/2009/3/layout/CircleRelationship"/>
    <dgm:cxn modelId="{E4607BA2-43C5-4B78-B308-D144D623534F}" type="presParOf" srcId="{6D8FA2C7-87E1-43D0-ADDB-FCB9D3696624}" destId="{ECFDFB0C-D73E-41A3-9A19-74D39886D024}" srcOrd="17" destOrd="0" presId="urn:microsoft.com/office/officeart/2009/3/layout/CircleRelationship"/>
    <dgm:cxn modelId="{B20BB41D-55E5-4F45-BEB3-D5010AD3BEDF}" type="presParOf" srcId="{ECFDFB0C-D73E-41A3-9A19-74D39886D024}" destId="{CB0B54C7-633A-4332-BA82-96452E9403A7}" srcOrd="0" destOrd="0" presId="urn:microsoft.com/office/officeart/2009/3/layout/CircleRelationship"/>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6C8D53-48B6-4D76-ABF0-F67D98A954C8}">
      <dsp:nvSpPr>
        <dsp:cNvPr id="0" name=""/>
        <dsp:cNvSpPr/>
      </dsp:nvSpPr>
      <dsp:spPr>
        <a:xfrm>
          <a:off x="647749" y="0"/>
          <a:ext cx="8064500" cy="5040313"/>
        </a:xfrm>
        <a:prstGeom prst="swooshArrow">
          <a:avLst>
            <a:gd name="adj1" fmla="val 25000"/>
            <a:gd name="adj2" fmla="val 25000"/>
          </a:avLst>
        </a:prstGeom>
        <a:gradFill flip="none" rotWithShape="1">
          <a:gsLst>
            <a:gs pos="0">
              <a:schemeClr val="accent2">
                <a:lumMod val="20000"/>
                <a:lumOff val="80000"/>
              </a:schemeClr>
            </a:gs>
            <a:gs pos="100000">
              <a:schemeClr val="accent5">
                <a:lumMod val="40000"/>
                <a:lumOff val="60000"/>
              </a:schemeClr>
            </a:gs>
          </a:gsLst>
          <a:lin ang="0" scaled="1"/>
          <a:tileRect/>
        </a:gradFill>
        <a:ln>
          <a:noFill/>
        </a:ln>
        <a:effectLst/>
      </dsp:spPr>
      <dsp:style>
        <a:lnRef idx="0">
          <a:scrgbClr r="0" g="0" b="0"/>
        </a:lnRef>
        <a:fillRef idx="1">
          <a:scrgbClr r="0" g="0" b="0"/>
        </a:fillRef>
        <a:effectRef idx="0">
          <a:scrgbClr r="0" g="0" b="0"/>
        </a:effectRef>
        <a:fontRef idx="minor"/>
      </dsp:style>
    </dsp:sp>
    <dsp:sp modelId="{46144E7B-BDDC-4340-A3FF-CA6D5D426B1E}">
      <dsp:nvSpPr>
        <dsp:cNvPr id="0" name=""/>
        <dsp:cNvSpPr/>
      </dsp:nvSpPr>
      <dsp:spPr>
        <a:xfrm>
          <a:off x="1671941" y="3478824"/>
          <a:ext cx="209677" cy="209677"/>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0F264A-A1E2-4B11-B809-13326FA98EBB}">
      <dsp:nvSpPr>
        <dsp:cNvPr id="0" name=""/>
        <dsp:cNvSpPr/>
      </dsp:nvSpPr>
      <dsp:spPr>
        <a:xfrm>
          <a:off x="1776779" y="3583662"/>
          <a:ext cx="1879028" cy="1456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04" tIns="0" rIns="0" bIns="0" numCol="1" spcCol="1270" anchor="t" anchorCtr="0">
          <a:noAutofit/>
        </a:bodyPr>
        <a:lstStyle/>
        <a:p>
          <a:pPr marL="0" lvl="0" indent="0" algn="l" defTabSz="1111250">
            <a:lnSpc>
              <a:spcPct val="90000"/>
            </a:lnSpc>
            <a:spcBef>
              <a:spcPct val="0"/>
            </a:spcBef>
            <a:spcAft>
              <a:spcPct val="35000"/>
            </a:spcAft>
            <a:buNone/>
          </a:pPr>
          <a:r>
            <a:rPr lang="en-US" altLang="zh-CN" sz="2500" kern="1200" dirty="0"/>
            <a:t>Requirement Input</a:t>
          </a:r>
          <a:endParaRPr lang="zh-CN" altLang="en-US" sz="2500" kern="1200" dirty="0"/>
        </a:p>
      </dsp:txBody>
      <dsp:txXfrm>
        <a:off x="1776779" y="3583662"/>
        <a:ext cx="1879028" cy="1456650"/>
      </dsp:txXfrm>
    </dsp:sp>
    <dsp:sp modelId="{B58ABCD8-3C68-4C89-A06C-33A9E486CBC5}">
      <dsp:nvSpPr>
        <dsp:cNvPr id="0" name=""/>
        <dsp:cNvSpPr/>
      </dsp:nvSpPr>
      <dsp:spPr>
        <a:xfrm>
          <a:off x="3522744" y="2108866"/>
          <a:ext cx="379031" cy="379031"/>
        </a:xfrm>
        <a:prstGeom prst="ellipse">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7DC12B-44FD-42D3-A656-DBC7751FEE8C}">
      <dsp:nvSpPr>
        <dsp:cNvPr id="0" name=""/>
        <dsp:cNvSpPr/>
      </dsp:nvSpPr>
      <dsp:spPr>
        <a:xfrm>
          <a:off x="3712259" y="2298382"/>
          <a:ext cx="1935480" cy="2741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841" tIns="0" rIns="0" bIns="0" numCol="1" spcCol="1270" anchor="t" anchorCtr="0">
          <a:noAutofit/>
        </a:bodyPr>
        <a:lstStyle/>
        <a:p>
          <a:pPr marL="0" lvl="0" indent="0" algn="l" defTabSz="1111250">
            <a:lnSpc>
              <a:spcPct val="90000"/>
            </a:lnSpc>
            <a:spcBef>
              <a:spcPct val="0"/>
            </a:spcBef>
            <a:spcAft>
              <a:spcPct val="35000"/>
            </a:spcAft>
            <a:buNone/>
          </a:pPr>
          <a:r>
            <a:rPr lang="en-US" altLang="zh-CN" sz="2500" kern="1200" dirty="0"/>
            <a:t>Skills Load</a:t>
          </a:r>
          <a:endParaRPr lang="zh-CN" altLang="en-US" sz="2500" kern="1200" dirty="0"/>
        </a:p>
      </dsp:txBody>
      <dsp:txXfrm>
        <a:off x="3712259" y="2298382"/>
        <a:ext cx="1935480" cy="2741930"/>
      </dsp:txXfrm>
    </dsp:sp>
    <dsp:sp modelId="{E48C7E7D-57EC-418C-ABBE-D190B1C3FB34}">
      <dsp:nvSpPr>
        <dsp:cNvPr id="0" name=""/>
        <dsp:cNvSpPr/>
      </dsp:nvSpPr>
      <dsp:spPr>
        <a:xfrm>
          <a:off x="5748546" y="1275199"/>
          <a:ext cx="524192" cy="524192"/>
        </a:xfrm>
        <a:prstGeom prst="ellipse">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BA3F04-B1BE-4D76-B6FF-BBFD30527DD6}">
      <dsp:nvSpPr>
        <dsp:cNvPr id="0" name=""/>
        <dsp:cNvSpPr/>
      </dsp:nvSpPr>
      <dsp:spPr>
        <a:xfrm>
          <a:off x="6010642" y="1537295"/>
          <a:ext cx="1935480" cy="350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759" tIns="0" rIns="0" bIns="0" numCol="1" spcCol="1270" anchor="t" anchorCtr="0">
          <a:noAutofit/>
        </a:bodyPr>
        <a:lstStyle/>
        <a:p>
          <a:pPr marL="0" lvl="0" indent="0" algn="l" defTabSz="1111250">
            <a:lnSpc>
              <a:spcPct val="90000"/>
            </a:lnSpc>
            <a:spcBef>
              <a:spcPct val="0"/>
            </a:spcBef>
            <a:spcAft>
              <a:spcPct val="35000"/>
            </a:spcAft>
            <a:buNone/>
          </a:pPr>
          <a:r>
            <a:rPr lang="en-US" altLang="zh-CN" sz="2500" kern="1200" dirty="0"/>
            <a:t>Action</a:t>
          </a:r>
          <a:endParaRPr lang="zh-CN" altLang="en-US" sz="2500" kern="1200" dirty="0"/>
        </a:p>
      </dsp:txBody>
      <dsp:txXfrm>
        <a:off x="6010642" y="1537295"/>
        <a:ext cx="1935480" cy="35030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23631-634C-42FF-88B0-23B33F84E7FA}">
      <dsp:nvSpPr>
        <dsp:cNvPr id="0" name=""/>
        <dsp:cNvSpPr/>
      </dsp:nvSpPr>
      <dsp:spPr>
        <a:xfrm rot="5400000">
          <a:off x="5965553" y="-3912396"/>
          <a:ext cx="922500" cy="874909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4314" tIns="91123" rIns="114314" bIns="91123" numCol="1" spcCol="1270" anchor="ctr" anchorCtr="0">
          <a:noAutofit/>
        </a:bodyPr>
        <a:lstStyle/>
        <a:p>
          <a:pPr marL="0" lvl="0" indent="0" algn="l" defTabSz="1244600">
            <a:lnSpc>
              <a:spcPct val="90000"/>
            </a:lnSpc>
            <a:spcBef>
              <a:spcPct val="0"/>
            </a:spcBef>
            <a:spcAft>
              <a:spcPct val="35000"/>
            </a:spcAft>
            <a:buNone/>
          </a:pPr>
          <a:r>
            <a:rPr lang="en-US" altLang="zh-CN" sz="2800" kern="1200" dirty="0"/>
            <a:t>Goals</a:t>
          </a:r>
          <a:endParaRPr lang="zh-CN" altLang="en-US" sz="2800" kern="1200" dirty="0"/>
        </a:p>
      </dsp:txBody>
      <dsp:txXfrm rot="16200000">
        <a:off x="44496" y="27918"/>
        <a:ext cx="2133251" cy="868462"/>
      </dsp:txXfrm>
    </dsp:sp>
    <dsp:sp modelId="{CFBE4DEC-AC66-4252-9716-B28BABE4AB60}">
      <dsp:nvSpPr>
        <dsp:cNvPr id="0" name=""/>
        <dsp:cNvSpPr/>
      </dsp:nvSpPr>
      <dsp:spPr>
        <a:xfrm>
          <a:off x="2160270" y="899"/>
          <a:ext cx="8641080" cy="92250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2903" tIns="91123" rIns="182903" bIns="91123" numCol="1" spcCol="1270" anchor="ctr" anchorCtr="0">
          <a:noAutofit/>
        </a:bodyPr>
        <a:lstStyle/>
        <a:p>
          <a:pPr marL="0" lvl="0" indent="0" algn="l" defTabSz="1066800">
            <a:lnSpc>
              <a:spcPct val="90000"/>
            </a:lnSpc>
            <a:spcBef>
              <a:spcPct val="0"/>
            </a:spcBef>
            <a:spcAft>
              <a:spcPct val="35000"/>
            </a:spcAft>
            <a:buNone/>
          </a:pPr>
          <a:r>
            <a:rPr lang="en-US" altLang="zh-CN" sz="2400" kern="1200" dirty="0"/>
            <a:t>AI task orchestration optimization</a:t>
          </a:r>
          <a:endParaRPr lang="zh-CN" altLang="en-US" sz="2400" kern="1200" dirty="0"/>
        </a:p>
      </dsp:txBody>
      <dsp:txXfrm>
        <a:off x="2160270" y="899"/>
        <a:ext cx="8641080" cy="922500"/>
      </dsp:txXfrm>
    </dsp:sp>
    <dsp:sp modelId="{36F3763E-4387-4787-8ABE-0B2E700A67E2}">
      <dsp:nvSpPr>
        <dsp:cNvPr id="0" name=""/>
        <dsp:cNvSpPr/>
      </dsp:nvSpPr>
      <dsp:spPr>
        <a:xfrm rot="16200000">
          <a:off x="636361" y="-617985"/>
          <a:ext cx="922500" cy="2160270"/>
        </a:xfrm>
        <a:prstGeom prst="round2SameRect">
          <a:avLst>
            <a:gd name="adj1" fmla="val 10000"/>
            <a:gd name="adj2" fmla="val 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14" tIns="91123" rIns="114314" bIns="91123" numCol="1" spcCol="1270" anchor="ctr" anchorCtr="0">
          <a:noAutofit/>
        </a:bodyPr>
        <a:lstStyle/>
        <a:p>
          <a:pPr marL="0" lvl="0" indent="0" algn="l" defTabSz="1244600">
            <a:lnSpc>
              <a:spcPct val="90000"/>
            </a:lnSpc>
            <a:spcBef>
              <a:spcPct val="0"/>
            </a:spcBef>
            <a:spcAft>
              <a:spcPct val="35000"/>
            </a:spcAft>
            <a:buNone/>
          </a:pPr>
          <a:r>
            <a:rPr lang="en-US" altLang="zh-CN" sz="2800" kern="1200" dirty="0"/>
            <a:t>Goals</a:t>
          </a:r>
          <a:endParaRPr lang="zh-CN" altLang="en-US" sz="2800" kern="1200" dirty="0"/>
        </a:p>
      </dsp:txBody>
      <dsp:txXfrm rot="5400000">
        <a:off x="44496" y="27918"/>
        <a:ext cx="2133251" cy="868462"/>
      </dsp:txXfrm>
    </dsp:sp>
    <dsp:sp modelId="{64C82E52-D4F4-4472-B074-F3532BFD6392}">
      <dsp:nvSpPr>
        <dsp:cNvPr id="0" name=""/>
        <dsp:cNvSpPr/>
      </dsp:nvSpPr>
      <dsp:spPr>
        <a:xfrm rot="5400000">
          <a:off x="5965553" y="-2934546"/>
          <a:ext cx="922500" cy="874909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4">
              <a:hueOff val="3299968"/>
              <a:satOff val="-14601"/>
              <a:lumOff val="-24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4314" tIns="91123" rIns="114314" bIns="91123" numCol="1" spcCol="1270" anchor="ctr" anchorCtr="0">
          <a:noAutofit/>
        </a:bodyPr>
        <a:lstStyle/>
        <a:p>
          <a:pPr marL="0" lvl="0" indent="0" algn="l" defTabSz="1244600">
            <a:lnSpc>
              <a:spcPct val="90000"/>
            </a:lnSpc>
            <a:spcBef>
              <a:spcPct val="0"/>
            </a:spcBef>
            <a:spcAft>
              <a:spcPct val="35000"/>
            </a:spcAft>
            <a:buNone/>
          </a:pPr>
          <a:r>
            <a:rPr lang="en-US" altLang="zh-CN" sz="2800" kern="1200" dirty="0"/>
            <a:t>Tools</a:t>
          </a:r>
          <a:endParaRPr lang="zh-CN" altLang="en-US" sz="2800" kern="1200" dirty="0"/>
        </a:p>
      </dsp:txBody>
      <dsp:txXfrm rot="16200000">
        <a:off x="27020" y="1005768"/>
        <a:ext cx="2133251" cy="868462"/>
      </dsp:txXfrm>
    </dsp:sp>
    <dsp:sp modelId="{1B767C3D-DC98-4B45-936F-2AFDFDBC7BB5}">
      <dsp:nvSpPr>
        <dsp:cNvPr id="0" name=""/>
        <dsp:cNvSpPr/>
      </dsp:nvSpPr>
      <dsp:spPr>
        <a:xfrm>
          <a:off x="2160270" y="978750"/>
          <a:ext cx="8641080" cy="92250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2903" tIns="91123" rIns="182903" bIns="91123" numCol="1" spcCol="1270" anchor="ctr" anchorCtr="0">
          <a:noAutofit/>
        </a:bodyPr>
        <a:lstStyle/>
        <a:p>
          <a:pPr marL="0" lvl="0" indent="0" algn="l" defTabSz="1066800">
            <a:lnSpc>
              <a:spcPct val="90000"/>
            </a:lnSpc>
            <a:spcBef>
              <a:spcPct val="0"/>
            </a:spcBef>
            <a:spcAft>
              <a:spcPct val="35000"/>
            </a:spcAft>
            <a:buNone/>
          </a:pPr>
          <a:r>
            <a:rPr lang="en-US" altLang="zh-CN" sz="2400" kern="1200" dirty="0"/>
            <a:t>AI tools go ready</a:t>
          </a:r>
          <a:endParaRPr lang="zh-CN" altLang="en-US" sz="2400" kern="1200" dirty="0"/>
        </a:p>
      </dsp:txBody>
      <dsp:txXfrm>
        <a:off x="2160270" y="978750"/>
        <a:ext cx="8641080" cy="922500"/>
      </dsp:txXfrm>
    </dsp:sp>
    <dsp:sp modelId="{22339EE1-431B-426E-8DC4-7A408FD40D5D}">
      <dsp:nvSpPr>
        <dsp:cNvPr id="0" name=""/>
        <dsp:cNvSpPr/>
      </dsp:nvSpPr>
      <dsp:spPr>
        <a:xfrm rot="16200000">
          <a:off x="618885" y="359864"/>
          <a:ext cx="922500" cy="2160270"/>
        </a:xfrm>
        <a:prstGeom prst="round2SameRect">
          <a:avLst>
            <a:gd name="adj1" fmla="val 10000"/>
            <a:gd name="adj2" fmla="val 0"/>
          </a:avLst>
        </a:prstGeom>
        <a:gradFill rotWithShape="0">
          <a:gsLst>
            <a:gs pos="0">
              <a:schemeClr val="accent4">
                <a:hueOff val="3299968"/>
                <a:satOff val="-14601"/>
                <a:lumOff val="-2452"/>
                <a:alphaOff val="0"/>
                <a:satMod val="103000"/>
                <a:lumMod val="102000"/>
                <a:tint val="94000"/>
              </a:schemeClr>
            </a:gs>
            <a:gs pos="50000">
              <a:schemeClr val="accent4">
                <a:hueOff val="3299968"/>
                <a:satOff val="-14601"/>
                <a:lumOff val="-2452"/>
                <a:alphaOff val="0"/>
                <a:satMod val="110000"/>
                <a:lumMod val="100000"/>
                <a:shade val="100000"/>
              </a:schemeClr>
            </a:gs>
            <a:gs pos="100000">
              <a:schemeClr val="accent4">
                <a:hueOff val="3299968"/>
                <a:satOff val="-14601"/>
                <a:lumOff val="-2452"/>
                <a:alphaOff val="0"/>
                <a:lumMod val="99000"/>
                <a:satMod val="120000"/>
                <a:shade val="78000"/>
              </a:schemeClr>
            </a:gs>
          </a:gsLst>
          <a:lin ang="5400000" scaled="0"/>
        </a:gradFill>
        <a:ln w="12700" cap="flat" cmpd="sng" algn="ctr">
          <a:solidFill>
            <a:schemeClr val="accent4">
              <a:hueOff val="3299968"/>
              <a:satOff val="-14601"/>
              <a:lumOff val="-24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14" tIns="91123" rIns="114314" bIns="91123" numCol="1" spcCol="1270" anchor="ctr" anchorCtr="0">
          <a:noAutofit/>
        </a:bodyPr>
        <a:lstStyle/>
        <a:p>
          <a:pPr marL="0" lvl="0" indent="0" algn="l" defTabSz="1244600">
            <a:lnSpc>
              <a:spcPct val="90000"/>
            </a:lnSpc>
            <a:spcBef>
              <a:spcPct val="0"/>
            </a:spcBef>
            <a:spcAft>
              <a:spcPct val="35000"/>
            </a:spcAft>
            <a:buNone/>
          </a:pPr>
          <a:r>
            <a:rPr lang="en-US" altLang="zh-CN" sz="2800" kern="1200" dirty="0"/>
            <a:t>Tools</a:t>
          </a:r>
          <a:endParaRPr lang="zh-CN" altLang="en-US" sz="2800" kern="1200" dirty="0"/>
        </a:p>
      </dsp:txBody>
      <dsp:txXfrm rot="5400000">
        <a:off x="27020" y="1005768"/>
        <a:ext cx="2133251" cy="868462"/>
      </dsp:txXfrm>
    </dsp:sp>
    <dsp:sp modelId="{C3D15CC5-F74F-4137-81DA-4C59BFDFEC8C}">
      <dsp:nvSpPr>
        <dsp:cNvPr id="0" name=""/>
        <dsp:cNvSpPr/>
      </dsp:nvSpPr>
      <dsp:spPr>
        <a:xfrm rot="5400000">
          <a:off x="5965553" y="-1956696"/>
          <a:ext cx="922500" cy="8749093"/>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4">
              <a:hueOff val="6599937"/>
              <a:satOff val="-29202"/>
              <a:lumOff val="-490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4314" tIns="91123" rIns="114314" bIns="91123" numCol="1" spcCol="1270" anchor="ctr" anchorCtr="0">
          <a:noAutofit/>
        </a:bodyPr>
        <a:lstStyle/>
        <a:p>
          <a:pPr marL="0" lvl="0" indent="0" algn="l" defTabSz="1244600">
            <a:lnSpc>
              <a:spcPct val="90000"/>
            </a:lnSpc>
            <a:spcBef>
              <a:spcPct val="0"/>
            </a:spcBef>
            <a:spcAft>
              <a:spcPct val="35000"/>
            </a:spcAft>
            <a:buNone/>
          </a:pPr>
          <a:r>
            <a:rPr lang="en-US" altLang="zh-CN" sz="2800" kern="1200" dirty="0"/>
            <a:t>Processes</a:t>
          </a:r>
          <a:endParaRPr lang="zh-CN" altLang="en-US" sz="2800" kern="1200" dirty="0"/>
        </a:p>
      </dsp:txBody>
      <dsp:txXfrm rot="16200000">
        <a:off x="27020" y="1983619"/>
        <a:ext cx="2133251" cy="868462"/>
      </dsp:txXfrm>
    </dsp:sp>
    <dsp:sp modelId="{5A5FF15F-B152-43AA-AF9F-42B8B4A23324}">
      <dsp:nvSpPr>
        <dsp:cNvPr id="0" name=""/>
        <dsp:cNvSpPr/>
      </dsp:nvSpPr>
      <dsp:spPr>
        <a:xfrm>
          <a:off x="2160270" y="1956600"/>
          <a:ext cx="8641080" cy="92250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2903" tIns="91123" rIns="182903" bIns="91123" numCol="1" spcCol="1270" anchor="ctr" anchorCtr="0">
          <a:noAutofit/>
        </a:bodyPr>
        <a:lstStyle/>
        <a:p>
          <a:pPr marL="0" lvl="0" indent="0" algn="l" defTabSz="1066800">
            <a:lnSpc>
              <a:spcPct val="90000"/>
            </a:lnSpc>
            <a:spcBef>
              <a:spcPct val="0"/>
            </a:spcBef>
            <a:spcAft>
              <a:spcPct val="35000"/>
            </a:spcAft>
            <a:buNone/>
          </a:pPr>
          <a:r>
            <a:rPr lang="en-US" altLang="zh-CN" sz="2400" kern="1200" dirty="0"/>
            <a:t>AI workflow automate</a:t>
          </a:r>
          <a:endParaRPr lang="zh-CN" altLang="en-US" sz="2400" kern="1200" dirty="0"/>
        </a:p>
      </dsp:txBody>
      <dsp:txXfrm>
        <a:off x="2160270" y="1956600"/>
        <a:ext cx="8641080" cy="922500"/>
      </dsp:txXfrm>
    </dsp:sp>
    <dsp:sp modelId="{6D7B95B6-04B6-4A74-9178-43543F47AD3B}">
      <dsp:nvSpPr>
        <dsp:cNvPr id="0" name=""/>
        <dsp:cNvSpPr/>
      </dsp:nvSpPr>
      <dsp:spPr>
        <a:xfrm rot="16200000">
          <a:off x="618885" y="1337715"/>
          <a:ext cx="922500" cy="2160270"/>
        </a:xfrm>
        <a:prstGeom prst="round2SameRect">
          <a:avLst>
            <a:gd name="adj1" fmla="val 10000"/>
            <a:gd name="adj2" fmla="val 0"/>
          </a:avLst>
        </a:prstGeom>
        <a:gradFill rotWithShape="0">
          <a:gsLst>
            <a:gs pos="0">
              <a:schemeClr val="accent4">
                <a:hueOff val="6599937"/>
                <a:satOff val="-29202"/>
                <a:lumOff val="-4903"/>
                <a:alphaOff val="0"/>
                <a:satMod val="103000"/>
                <a:lumMod val="102000"/>
                <a:tint val="94000"/>
              </a:schemeClr>
            </a:gs>
            <a:gs pos="50000">
              <a:schemeClr val="accent4">
                <a:hueOff val="6599937"/>
                <a:satOff val="-29202"/>
                <a:lumOff val="-4903"/>
                <a:alphaOff val="0"/>
                <a:satMod val="110000"/>
                <a:lumMod val="100000"/>
                <a:shade val="100000"/>
              </a:schemeClr>
            </a:gs>
            <a:gs pos="100000">
              <a:schemeClr val="accent4">
                <a:hueOff val="6599937"/>
                <a:satOff val="-29202"/>
                <a:lumOff val="-4903"/>
                <a:alphaOff val="0"/>
                <a:lumMod val="99000"/>
                <a:satMod val="120000"/>
                <a:shade val="78000"/>
              </a:schemeClr>
            </a:gs>
          </a:gsLst>
          <a:lin ang="5400000" scaled="0"/>
        </a:gradFill>
        <a:ln w="12700" cap="flat" cmpd="sng" algn="ctr">
          <a:solidFill>
            <a:schemeClr val="accent4">
              <a:hueOff val="6599937"/>
              <a:satOff val="-29202"/>
              <a:lumOff val="-490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14" tIns="91123" rIns="114314" bIns="91123" numCol="1" spcCol="1270" anchor="ctr" anchorCtr="0">
          <a:noAutofit/>
        </a:bodyPr>
        <a:lstStyle/>
        <a:p>
          <a:pPr marL="0" lvl="0" indent="0" algn="l" defTabSz="1244600">
            <a:lnSpc>
              <a:spcPct val="90000"/>
            </a:lnSpc>
            <a:spcBef>
              <a:spcPct val="0"/>
            </a:spcBef>
            <a:spcAft>
              <a:spcPct val="35000"/>
            </a:spcAft>
            <a:buNone/>
          </a:pPr>
          <a:r>
            <a:rPr lang="en-US" altLang="zh-CN" sz="2800" kern="1200" dirty="0"/>
            <a:t>Processes</a:t>
          </a:r>
          <a:endParaRPr lang="zh-CN" altLang="en-US" sz="2800" kern="1200" dirty="0"/>
        </a:p>
      </dsp:txBody>
      <dsp:txXfrm rot="5400000">
        <a:off x="27020" y="1983619"/>
        <a:ext cx="2133251" cy="868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42F9B-A5CA-45F7-A9AA-4EAC92C081B9}">
      <dsp:nvSpPr>
        <dsp:cNvPr id="0" name=""/>
        <dsp:cNvSpPr/>
      </dsp:nvSpPr>
      <dsp:spPr>
        <a:xfrm>
          <a:off x="0" y="435239"/>
          <a:ext cx="10801350" cy="655200"/>
        </a:xfrm>
        <a:prstGeom prst="round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90339CE-5B4D-47E6-A947-273437B64238}">
      <dsp:nvSpPr>
        <dsp:cNvPr id="0" name=""/>
        <dsp:cNvSpPr/>
      </dsp:nvSpPr>
      <dsp:spPr>
        <a:xfrm>
          <a:off x="540067" y="51479"/>
          <a:ext cx="7560945" cy="767520"/>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5786" tIns="0" rIns="285786" bIns="0" numCol="1" spcCol="1270" anchor="ctr" anchorCtr="0">
          <a:noAutofit/>
        </a:bodyPr>
        <a:lstStyle/>
        <a:p>
          <a:pPr marL="0" lvl="0" indent="0" algn="l" defTabSz="1066800">
            <a:lnSpc>
              <a:spcPct val="90000"/>
            </a:lnSpc>
            <a:spcBef>
              <a:spcPct val="0"/>
            </a:spcBef>
            <a:spcAft>
              <a:spcPct val="35000"/>
            </a:spcAft>
            <a:buNone/>
          </a:pPr>
          <a:r>
            <a:rPr lang="en-US" altLang="zh-CN" sz="2400" b="0" kern="1200" dirty="0">
              <a:solidFill>
                <a:schemeClr val="bg1"/>
              </a:solidFill>
            </a:rPr>
            <a:t>Clear Objective and Output Specification</a:t>
          </a:r>
          <a:endParaRPr lang="zh-CN" altLang="en-US" sz="2400" b="0" kern="1200" dirty="0">
            <a:solidFill>
              <a:schemeClr val="bg1"/>
            </a:solidFill>
          </a:endParaRPr>
        </a:p>
      </dsp:txBody>
      <dsp:txXfrm>
        <a:off x="577534" y="88946"/>
        <a:ext cx="7486011" cy="692586"/>
      </dsp:txXfrm>
    </dsp:sp>
    <dsp:sp modelId="{737D27F0-E49E-4DB4-AE08-695983964325}">
      <dsp:nvSpPr>
        <dsp:cNvPr id="0" name=""/>
        <dsp:cNvSpPr/>
      </dsp:nvSpPr>
      <dsp:spPr>
        <a:xfrm>
          <a:off x="0" y="1614599"/>
          <a:ext cx="10801350" cy="655200"/>
        </a:xfrm>
        <a:prstGeom prst="roundRect">
          <a:avLst/>
        </a:prstGeom>
        <a:solidFill>
          <a:schemeClr val="lt1">
            <a:alpha val="90000"/>
            <a:hueOff val="0"/>
            <a:satOff val="0"/>
            <a:lumOff val="0"/>
            <a:alphaOff val="0"/>
          </a:schemeClr>
        </a:solidFill>
        <a:ln w="12700" cap="flat" cmpd="sng" algn="ctr">
          <a:solidFill>
            <a:schemeClr val="accent5">
              <a:hueOff val="-4050717"/>
              <a:satOff val="-275"/>
              <a:lumOff val="654"/>
              <a:alphaOff val="0"/>
            </a:schemeClr>
          </a:solidFill>
          <a:prstDash val="solid"/>
          <a:miter lim="800000"/>
        </a:ln>
        <a:effectLst/>
      </dsp:spPr>
      <dsp:style>
        <a:lnRef idx="1">
          <a:scrgbClr r="0" g="0" b="0"/>
        </a:lnRef>
        <a:fillRef idx="1">
          <a:scrgbClr r="0" g="0" b="0"/>
        </a:fillRef>
        <a:effectRef idx="0">
          <a:scrgbClr r="0" g="0" b="0"/>
        </a:effectRef>
        <a:fontRef idx="minor"/>
      </dsp:style>
    </dsp:sp>
    <dsp:sp modelId="{6E924D63-3656-4547-BA00-6C40558EC964}">
      <dsp:nvSpPr>
        <dsp:cNvPr id="0" name=""/>
        <dsp:cNvSpPr/>
      </dsp:nvSpPr>
      <dsp:spPr>
        <a:xfrm>
          <a:off x="540067" y="1230839"/>
          <a:ext cx="7560945" cy="767520"/>
        </a:xfrm>
        <a:prstGeom prst="roundRect">
          <a:avLst/>
        </a:prstGeom>
        <a:gradFill rotWithShape="0">
          <a:gsLst>
            <a:gs pos="0">
              <a:schemeClr val="accent5">
                <a:hueOff val="-4050717"/>
                <a:satOff val="-275"/>
                <a:lumOff val="654"/>
                <a:alphaOff val="0"/>
                <a:lumMod val="110000"/>
                <a:satMod val="105000"/>
                <a:tint val="67000"/>
              </a:schemeClr>
            </a:gs>
            <a:gs pos="50000">
              <a:schemeClr val="accent5">
                <a:hueOff val="-4050717"/>
                <a:satOff val="-275"/>
                <a:lumOff val="654"/>
                <a:alphaOff val="0"/>
                <a:lumMod val="105000"/>
                <a:satMod val="103000"/>
                <a:tint val="73000"/>
              </a:schemeClr>
            </a:gs>
            <a:gs pos="100000">
              <a:schemeClr val="accent5">
                <a:hueOff val="-4050717"/>
                <a:satOff val="-275"/>
                <a:lumOff val="65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5786" tIns="0" rIns="285786" bIns="0" numCol="1" spcCol="1270" anchor="ctr" anchorCtr="0">
          <a:noAutofit/>
        </a:bodyPr>
        <a:lstStyle/>
        <a:p>
          <a:pPr marL="0" lvl="0" indent="0" algn="l" defTabSz="1066800">
            <a:lnSpc>
              <a:spcPct val="90000"/>
            </a:lnSpc>
            <a:spcBef>
              <a:spcPct val="0"/>
            </a:spcBef>
            <a:spcAft>
              <a:spcPct val="35000"/>
            </a:spcAft>
            <a:buNone/>
          </a:pPr>
          <a:r>
            <a:rPr lang="en-US" altLang="zh-CN" sz="2400" b="0" kern="1200" dirty="0">
              <a:solidFill>
                <a:schemeClr val="bg1"/>
              </a:solidFill>
            </a:rPr>
            <a:t>Context and Background</a:t>
          </a:r>
          <a:endParaRPr lang="zh-CN" altLang="en-US" sz="2400" b="0" kern="1200" dirty="0">
            <a:solidFill>
              <a:schemeClr val="bg1"/>
            </a:solidFill>
          </a:endParaRPr>
        </a:p>
      </dsp:txBody>
      <dsp:txXfrm>
        <a:off x="577534" y="1268306"/>
        <a:ext cx="7486011" cy="692586"/>
      </dsp:txXfrm>
    </dsp:sp>
    <dsp:sp modelId="{CB26CB8A-10A3-4A2E-8C8A-41166DBE89F3}">
      <dsp:nvSpPr>
        <dsp:cNvPr id="0" name=""/>
        <dsp:cNvSpPr/>
      </dsp:nvSpPr>
      <dsp:spPr>
        <a:xfrm>
          <a:off x="0" y="2793959"/>
          <a:ext cx="10801350" cy="655200"/>
        </a:xfrm>
        <a:prstGeom prst="roundRect">
          <a:avLst/>
        </a:prstGeom>
        <a:solidFill>
          <a:schemeClr val="lt1">
            <a:alpha val="90000"/>
            <a:hueOff val="0"/>
            <a:satOff val="0"/>
            <a:lumOff val="0"/>
            <a:alphaOff val="0"/>
          </a:schemeClr>
        </a:solidFill>
        <a:ln w="12700" cap="flat" cmpd="sng" algn="ctr">
          <a:solidFill>
            <a:schemeClr val="accent5">
              <a:hueOff val="-8101434"/>
              <a:satOff val="-551"/>
              <a:lumOff val="1307"/>
              <a:alphaOff val="0"/>
            </a:schemeClr>
          </a:solidFill>
          <a:prstDash val="solid"/>
          <a:miter lim="800000"/>
        </a:ln>
        <a:effectLst/>
      </dsp:spPr>
      <dsp:style>
        <a:lnRef idx="1">
          <a:scrgbClr r="0" g="0" b="0"/>
        </a:lnRef>
        <a:fillRef idx="1">
          <a:scrgbClr r="0" g="0" b="0"/>
        </a:fillRef>
        <a:effectRef idx="0">
          <a:scrgbClr r="0" g="0" b="0"/>
        </a:effectRef>
        <a:fontRef idx="minor"/>
      </dsp:style>
    </dsp:sp>
    <dsp:sp modelId="{EA7435EF-905A-4C83-AD39-851607FBA52F}">
      <dsp:nvSpPr>
        <dsp:cNvPr id="0" name=""/>
        <dsp:cNvSpPr/>
      </dsp:nvSpPr>
      <dsp:spPr>
        <a:xfrm>
          <a:off x="540067" y="2410199"/>
          <a:ext cx="7560945" cy="767520"/>
        </a:xfrm>
        <a:prstGeom prst="roundRect">
          <a:avLst/>
        </a:prstGeom>
        <a:gradFill rotWithShape="0">
          <a:gsLst>
            <a:gs pos="0">
              <a:schemeClr val="accent5">
                <a:hueOff val="-8101434"/>
                <a:satOff val="-551"/>
                <a:lumOff val="1307"/>
                <a:alphaOff val="0"/>
                <a:lumMod val="110000"/>
                <a:satMod val="105000"/>
                <a:tint val="67000"/>
              </a:schemeClr>
            </a:gs>
            <a:gs pos="50000">
              <a:schemeClr val="accent5">
                <a:hueOff val="-8101434"/>
                <a:satOff val="-551"/>
                <a:lumOff val="1307"/>
                <a:alphaOff val="0"/>
                <a:lumMod val="105000"/>
                <a:satMod val="103000"/>
                <a:tint val="73000"/>
              </a:schemeClr>
            </a:gs>
            <a:gs pos="100000">
              <a:schemeClr val="accent5">
                <a:hueOff val="-8101434"/>
                <a:satOff val="-551"/>
                <a:lumOff val="130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5786" tIns="0" rIns="285786" bIns="0" numCol="1" spcCol="1270" anchor="ctr" anchorCtr="0">
          <a:noAutofit/>
        </a:bodyPr>
        <a:lstStyle/>
        <a:p>
          <a:pPr marL="0" lvl="0" indent="0" algn="l" defTabSz="1066800">
            <a:lnSpc>
              <a:spcPct val="90000"/>
            </a:lnSpc>
            <a:spcBef>
              <a:spcPct val="0"/>
            </a:spcBef>
            <a:spcAft>
              <a:spcPct val="35000"/>
            </a:spcAft>
            <a:buNone/>
          </a:pPr>
          <a:r>
            <a:rPr lang="en-US" altLang="zh-CN" sz="2400" b="0" kern="1200" dirty="0">
              <a:solidFill>
                <a:schemeClr val="bg1"/>
              </a:solidFill>
            </a:rPr>
            <a:t>Data and Input Specification</a:t>
          </a:r>
          <a:endParaRPr lang="zh-CN" altLang="en-US" sz="2400" b="0" kern="1200" dirty="0">
            <a:solidFill>
              <a:schemeClr val="bg1"/>
            </a:solidFill>
          </a:endParaRPr>
        </a:p>
      </dsp:txBody>
      <dsp:txXfrm>
        <a:off x="577534" y="2447666"/>
        <a:ext cx="7486011" cy="692586"/>
      </dsp:txXfrm>
    </dsp:sp>
    <dsp:sp modelId="{0CBDC4E7-B55B-4773-B24A-63A853930A0E}">
      <dsp:nvSpPr>
        <dsp:cNvPr id="0" name=""/>
        <dsp:cNvSpPr/>
      </dsp:nvSpPr>
      <dsp:spPr>
        <a:xfrm>
          <a:off x="0" y="3973320"/>
          <a:ext cx="10801350" cy="655200"/>
        </a:xfrm>
        <a:prstGeom prst="round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sp>
    <dsp:sp modelId="{19FC6063-BD4E-4FB1-85D5-120582AF4241}">
      <dsp:nvSpPr>
        <dsp:cNvPr id="0" name=""/>
        <dsp:cNvSpPr/>
      </dsp:nvSpPr>
      <dsp:spPr>
        <a:xfrm>
          <a:off x="540067" y="3589560"/>
          <a:ext cx="7560945" cy="767520"/>
        </a:xfrm>
        <a:prstGeom prst="roundRect">
          <a:avLst/>
        </a:prstGeom>
        <a:gradFill rotWithShape="0">
          <a:gsLst>
            <a:gs pos="0">
              <a:schemeClr val="accent5">
                <a:hueOff val="-12152150"/>
                <a:satOff val="-826"/>
                <a:lumOff val="1961"/>
                <a:alphaOff val="0"/>
                <a:lumMod val="110000"/>
                <a:satMod val="105000"/>
                <a:tint val="67000"/>
              </a:schemeClr>
            </a:gs>
            <a:gs pos="50000">
              <a:schemeClr val="accent5">
                <a:hueOff val="-12152150"/>
                <a:satOff val="-826"/>
                <a:lumOff val="1961"/>
                <a:alphaOff val="0"/>
                <a:lumMod val="105000"/>
                <a:satMod val="103000"/>
                <a:tint val="73000"/>
              </a:schemeClr>
            </a:gs>
            <a:gs pos="100000">
              <a:schemeClr val="accent5">
                <a:hueOff val="-12152150"/>
                <a:satOff val="-826"/>
                <a:lumOff val="196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5786" tIns="0" rIns="285786" bIns="0" numCol="1" spcCol="1270" anchor="ctr" anchorCtr="0">
          <a:noAutofit/>
        </a:bodyPr>
        <a:lstStyle/>
        <a:p>
          <a:pPr marL="0" lvl="0" indent="0" algn="l" defTabSz="1066800">
            <a:lnSpc>
              <a:spcPct val="90000"/>
            </a:lnSpc>
            <a:spcBef>
              <a:spcPct val="0"/>
            </a:spcBef>
            <a:spcAft>
              <a:spcPct val="35000"/>
            </a:spcAft>
            <a:buNone/>
          </a:pPr>
          <a:r>
            <a:rPr lang="en-US" altLang="zh-CN" sz="2400" b="0" kern="1200" dirty="0">
              <a:solidFill>
                <a:schemeClr val="bg1"/>
              </a:solidFill>
            </a:rPr>
            <a:t>Task Instructions and </a:t>
          </a:r>
          <a:r>
            <a:rPr lang="en-US" altLang="zh-CN" sz="2400" kern="1200" dirty="0">
              <a:solidFill>
                <a:schemeClr val="bg1"/>
              </a:solidFill>
            </a:rPr>
            <a:t>Edge Cases</a:t>
          </a:r>
          <a:endParaRPr lang="zh-CN" altLang="en-US" sz="2400" b="0" kern="1200" dirty="0">
            <a:solidFill>
              <a:schemeClr val="bg1"/>
            </a:solidFill>
          </a:endParaRPr>
        </a:p>
      </dsp:txBody>
      <dsp:txXfrm>
        <a:off x="577534" y="3627027"/>
        <a:ext cx="7486011" cy="69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2CFA7C-86C7-4688-96B6-F8AEF11FDAFC}">
      <dsp:nvSpPr>
        <dsp:cNvPr id="0" name=""/>
        <dsp:cNvSpPr/>
      </dsp:nvSpPr>
      <dsp:spPr>
        <a:xfrm>
          <a:off x="3331803" y="854191"/>
          <a:ext cx="3960002" cy="3960011"/>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External Data</a:t>
          </a:r>
          <a:endParaRPr lang="zh-CN" altLang="en-US" sz="2400" kern="1200" dirty="0"/>
        </a:p>
      </dsp:txBody>
      <dsp:txXfrm>
        <a:off x="3911732" y="1434121"/>
        <a:ext cx="2800144" cy="2800151"/>
      </dsp:txXfrm>
    </dsp:sp>
    <dsp:sp modelId="{2CFC4511-A7EE-452C-A634-FBB6CD70C660}">
      <dsp:nvSpPr>
        <dsp:cNvPr id="0" name=""/>
        <dsp:cNvSpPr/>
      </dsp:nvSpPr>
      <dsp:spPr>
        <a:xfrm>
          <a:off x="4574027" y="1"/>
          <a:ext cx="456059" cy="456552"/>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A25BD2-62F8-4838-91D6-19DD56F639A8}">
      <dsp:nvSpPr>
        <dsp:cNvPr id="0" name=""/>
        <dsp:cNvSpPr/>
      </dsp:nvSpPr>
      <dsp:spPr>
        <a:xfrm>
          <a:off x="3589199" y="3913434"/>
          <a:ext cx="330685" cy="330480"/>
        </a:xfrm>
        <a:prstGeom prst="ellipse">
          <a:avLst/>
        </a:prstGeom>
        <a:solidFill>
          <a:schemeClr val="accent5">
            <a:hueOff val="-759509"/>
            <a:satOff val="-52"/>
            <a:lumOff val="12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F364CD-3A0D-43E3-89C0-C20EEC6154C4}">
      <dsp:nvSpPr>
        <dsp:cNvPr id="0" name=""/>
        <dsp:cNvSpPr/>
      </dsp:nvSpPr>
      <dsp:spPr>
        <a:xfrm>
          <a:off x="6929434" y="1623457"/>
          <a:ext cx="330685" cy="330480"/>
        </a:xfrm>
        <a:prstGeom prst="ellipse">
          <a:avLst/>
        </a:prstGeom>
        <a:solidFill>
          <a:schemeClr val="accent5">
            <a:hueOff val="-1519019"/>
            <a:satOff val="-103"/>
            <a:lumOff val="2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8B282A-7F8E-4048-9231-6E3225FA4F4F}">
      <dsp:nvSpPr>
        <dsp:cNvPr id="0" name=""/>
        <dsp:cNvSpPr/>
      </dsp:nvSpPr>
      <dsp:spPr>
        <a:xfrm>
          <a:off x="5093718" y="4426085"/>
          <a:ext cx="456059" cy="456552"/>
        </a:xfrm>
        <a:prstGeom prst="ellipse">
          <a:avLst/>
        </a:prstGeom>
        <a:solidFill>
          <a:schemeClr val="accent5">
            <a:hueOff val="-2278528"/>
            <a:satOff val="-155"/>
            <a:lumOff val="36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BC590E-67EB-443C-AB86-74604180EB48}">
      <dsp:nvSpPr>
        <dsp:cNvPr id="0" name=""/>
        <dsp:cNvSpPr/>
      </dsp:nvSpPr>
      <dsp:spPr>
        <a:xfrm>
          <a:off x="3547287" y="576809"/>
          <a:ext cx="330685" cy="330480"/>
        </a:xfrm>
        <a:prstGeom prst="ellipse">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6E6593-F2EB-48BF-9E4B-178EADF2B46A}">
      <dsp:nvSpPr>
        <dsp:cNvPr id="0" name=""/>
        <dsp:cNvSpPr/>
      </dsp:nvSpPr>
      <dsp:spPr>
        <a:xfrm>
          <a:off x="2506427" y="2469113"/>
          <a:ext cx="330685" cy="330480"/>
        </a:xfrm>
        <a:prstGeom prst="ellipse">
          <a:avLst/>
        </a:prstGeom>
        <a:solidFill>
          <a:schemeClr val="accent5">
            <a:hueOff val="-3797547"/>
            <a:satOff val="-258"/>
            <a:lumOff val="6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F033B1-90C3-4974-B7DE-C3BC5A9A2DDF}">
      <dsp:nvSpPr>
        <dsp:cNvPr id="0" name=""/>
        <dsp:cNvSpPr/>
      </dsp:nvSpPr>
      <dsp:spPr>
        <a:xfrm>
          <a:off x="0" y="923840"/>
          <a:ext cx="2159996" cy="2160005"/>
        </a:xfrm>
        <a:prstGeom prst="ellipse">
          <a:avLst/>
        </a:prstGeom>
        <a:solidFill>
          <a:schemeClr val="accent5">
            <a:hueOff val="-4557056"/>
            <a:satOff val="-310"/>
            <a:lumOff val="7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Multiple</a:t>
          </a:r>
          <a:br>
            <a:rPr lang="en-US" altLang="zh-CN" sz="1800" kern="1200" dirty="0"/>
          </a:br>
          <a:r>
            <a:rPr lang="en-US" altLang="zh-CN" sz="1800" kern="1200" dirty="0"/>
            <a:t>APIs</a:t>
          </a:r>
          <a:endParaRPr lang="zh-CN" altLang="en-US" sz="1800" kern="1200" dirty="0"/>
        </a:p>
      </dsp:txBody>
      <dsp:txXfrm>
        <a:off x="316324" y="1240165"/>
        <a:ext cx="1527348" cy="1527355"/>
      </dsp:txXfrm>
    </dsp:sp>
    <dsp:sp modelId="{B890AE26-B42E-42B7-916A-98BD7B430C08}">
      <dsp:nvSpPr>
        <dsp:cNvPr id="0" name=""/>
        <dsp:cNvSpPr/>
      </dsp:nvSpPr>
      <dsp:spPr>
        <a:xfrm>
          <a:off x="4073186" y="591497"/>
          <a:ext cx="456059" cy="456552"/>
        </a:xfrm>
        <a:prstGeom prst="ellipse">
          <a:avLst/>
        </a:prstGeom>
        <a:solidFill>
          <a:schemeClr val="accent5">
            <a:hueOff val="-5316565"/>
            <a:satOff val="-361"/>
            <a:lumOff val="85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2BFE6D-47D4-45E4-8587-C7D9AF0D5CBD}">
      <dsp:nvSpPr>
        <dsp:cNvPr id="0" name=""/>
        <dsp:cNvSpPr/>
      </dsp:nvSpPr>
      <dsp:spPr>
        <a:xfrm>
          <a:off x="1068408" y="3069005"/>
          <a:ext cx="824610" cy="824976"/>
        </a:xfrm>
        <a:prstGeom prst="ellipse">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5B0882-3928-49FC-978D-677A60996D22}">
      <dsp:nvSpPr>
        <dsp:cNvPr id="0" name=""/>
        <dsp:cNvSpPr/>
      </dsp:nvSpPr>
      <dsp:spPr>
        <a:xfrm>
          <a:off x="7120303" y="-14838"/>
          <a:ext cx="2159996" cy="2160005"/>
        </a:xfrm>
        <a:prstGeom prst="ellipse">
          <a:avLst/>
        </a:prstGeom>
        <a:solidFill>
          <a:schemeClr val="accent5">
            <a:hueOff val="-6835584"/>
            <a:satOff val="-465"/>
            <a:lumOff val="11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Cascading Relationships</a:t>
          </a:r>
          <a:endParaRPr lang="zh-CN" altLang="en-US" sz="1800" kern="1200" dirty="0"/>
        </a:p>
      </dsp:txBody>
      <dsp:txXfrm>
        <a:off x="7436627" y="301487"/>
        <a:ext cx="1527348" cy="1527355"/>
      </dsp:txXfrm>
    </dsp:sp>
    <dsp:sp modelId="{AD147C84-EDBB-4C45-8955-DCBC9FE38541}">
      <dsp:nvSpPr>
        <dsp:cNvPr id="0" name=""/>
        <dsp:cNvSpPr/>
      </dsp:nvSpPr>
      <dsp:spPr>
        <a:xfrm>
          <a:off x="6342110" y="1065923"/>
          <a:ext cx="456059" cy="456552"/>
        </a:xfrm>
        <a:prstGeom prst="ellipse">
          <a:avLst/>
        </a:prstGeom>
        <a:solidFill>
          <a:schemeClr val="accent5">
            <a:hueOff val="-7595094"/>
            <a:satOff val="-516"/>
            <a:lumOff val="122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E912B9-6657-4982-B907-59360C6A0A47}">
      <dsp:nvSpPr>
        <dsp:cNvPr id="0" name=""/>
        <dsp:cNvSpPr/>
      </dsp:nvSpPr>
      <dsp:spPr>
        <a:xfrm>
          <a:off x="754552" y="3993606"/>
          <a:ext cx="330685" cy="330480"/>
        </a:xfrm>
        <a:prstGeom prst="ellipse">
          <a:avLst/>
        </a:prstGeom>
        <a:solidFill>
          <a:schemeClr val="accent5">
            <a:hueOff val="-8354603"/>
            <a:satOff val="-568"/>
            <a:lumOff val="134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CF91A0-41D4-4E1E-9422-D53CA0B64AF4}">
      <dsp:nvSpPr>
        <dsp:cNvPr id="0" name=""/>
        <dsp:cNvSpPr/>
      </dsp:nvSpPr>
      <dsp:spPr>
        <a:xfrm>
          <a:off x="4349316" y="3529703"/>
          <a:ext cx="330685" cy="330480"/>
        </a:xfrm>
        <a:prstGeom prst="ellipse">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4DD5CB-782C-47DC-94A3-8252132C144E}">
      <dsp:nvSpPr>
        <dsp:cNvPr id="0" name=""/>
        <dsp:cNvSpPr/>
      </dsp:nvSpPr>
      <dsp:spPr>
        <a:xfrm>
          <a:off x="7920003" y="3007818"/>
          <a:ext cx="2159996" cy="2160005"/>
        </a:xfrm>
        <a:prstGeom prst="ellipse">
          <a:avLst/>
        </a:prstGeom>
        <a:solidFill>
          <a:schemeClr val="accent5">
            <a:hueOff val="-9873622"/>
            <a:satOff val="-671"/>
            <a:lumOff val="15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en-US" sz="1800" kern="1200" dirty="0"/>
            <a:t>Dependencies</a:t>
          </a:r>
          <a:endParaRPr lang="zh-CN" altLang="en-US" sz="1800" kern="1200" dirty="0"/>
        </a:p>
      </dsp:txBody>
      <dsp:txXfrm>
        <a:off x="8236327" y="3324143"/>
        <a:ext cx="1527348" cy="1527355"/>
      </dsp:txXfrm>
    </dsp:sp>
    <dsp:sp modelId="{86D2B461-DBA3-4E5F-8935-93DEE6EEE3C0}">
      <dsp:nvSpPr>
        <dsp:cNvPr id="0" name=""/>
        <dsp:cNvSpPr/>
      </dsp:nvSpPr>
      <dsp:spPr>
        <a:xfrm>
          <a:off x="7400639" y="2738521"/>
          <a:ext cx="330685" cy="330480"/>
        </a:xfrm>
        <a:prstGeom prst="ellipse">
          <a:avLst/>
        </a:prstGeom>
        <a:solidFill>
          <a:schemeClr val="accent5">
            <a:hueOff val="-10633130"/>
            <a:satOff val="-723"/>
            <a:lumOff val="171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88CC36-C747-4F75-926C-AC8355C33B39}">
      <dsp:nvSpPr>
        <dsp:cNvPr id="0" name=""/>
        <dsp:cNvSpPr/>
      </dsp:nvSpPr>
      <dsp:spPr>
        <a:xfrm>
          <a:off x="1911342" y="3975767"/>
          <a:ext cx="2159996" cy="2160005"/>
        </a:xfrm>
        <a:prstGeom prst="ellipse">
          <a:avLst/>
        </a:prstGeom>
        <a:solidFill>
          <a:schemeClr val="accent5">
            <a:hueOff val="-11392640"/>
            <a:satOff val="-774"/>
            <a:lumOff val="18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en-US" sz="1800" kern="1200" dirty="0"/>
            <a:t>Source Identification</a:t>
          </a:r>
          <a:endParaRPr lang="zh-CN" altLang="en-US" sz="1800" kern="1200" dirty="0"/>
        </a:p>
      </dsp:txBody>
      <dsp:txXfrm>
        <a:off x="2227666" y="4292092"/>
        <a:ext cx="1527348" cy="1527355"/>
      </dsp:txXfrm>
    </dsp:sp>
    <dsp:sp modelId="{CB0B54C7-633A-4332-BA82-96452E9403A7}">
      <dsp:nvSpPr>
        <dsp:cNvPr id="0" name=""/>
        <dsp:cNvSpPr/>
      </dsp:nvSpPr>
      <dsp:spPr>
        <a:xfrm>
          <a:off x="4284290" y="4506233"/>
          <a:ext cx="330685" cy="330480"/>
        </a:xfrm>
        <a:prstGeom prst="ellipse">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0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t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3AF39-7F0B-4ED9-9592-72232EC99CE8}" type="datetimeFigureOut">
              <a:rPr lang="zh-CN" altLang="en-US" smtClean="0"/>
              <a:t>2026/10/14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E1C0AF-5C37-479F-9A25-DCB8FA08D562}" type="slidenum">
              <a:rPr lang="zh-CN" altLang="en-US" smtClean="0"/>
              <a:t>‹#›</a:t>
            </a:fld>
            <a:endParaRPr lang="zh-CN" altLang="en-US"/>
          </a:p>
        </p:txBody>
      </p:sp>
    </p:spTree>
    <p:extLst>
      <p:ext uri="{BB962C8B-B14F-4D97-AF65-F5344CB8AC3E}">
        <p14:creationId xmlns:p14="http://schemas.microsoft.com/office/powerpoint/2010/main" val="41696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Since the advent of GPT, people have been proclaiming that the Fourth Industrial Revolution has arrived.</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a:t>
            </a:fld>
            <a:endParaRPr lang="zh-CN" altLang="en-US"/>
          </a:p>
        </p:txBody>
      </p:sp>
    </p:spTree>
    <p:extLst>
      <p:ext uri="{BB962C8B-B14F-4D97-AF65-F5344CB8AC3E}">
        <p14:creationId xmlns:p14="http://schemas.microsoft.com/office/powerpoint/2010/main" val="2920640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Today, AI permeates every aspect of our lives, influencing nearly everything we do while supporting our learning and work.</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2</a:t>
            </a:fld>
            <a:endParaRPr lang="zh-CN" altLang="en-US"/>
          </a:p>
        </p:txBody>
      </p:sp>
    </p:spTree>
    <p:extLst>
      <p:ext uri="{BB962C8B-B14F-4D97-AF65-F5344CB8AC3E}">
        <p14:creationId xmlns:p14="http://schemas.microsoft.com/office/powerpoint/2010/main" val="2465890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However, learning how to use AI more efficiently—using fewer tokens and less time while achieving greater accuracy, reliability, and predictability—is a valuable skill that deserves our attention and effort.</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Although today’s AI is already intuitive enough to perform complex tasks from simple instructions, technological progress does not imply the weakening of human capabilities. Instead, we will continue to build on the innovations of this new era and take on ever more demanding tasks. Challenges will always remain, and we will never back down.</a:t>
            </a:r>
            <a:endParaRPr lang="en-US" altLang="zh-CN" sz="1200" b="0" kern="1200" dirty="0">
              <a:solidFill>
                <a:schemeClr val="tx1"/>
              </a:solidFill>
              <a:effectLst/>
              <a:latin typeface="+mn-lt"/>
              <a:ea typeface="+mn-ea"/>
              <a:cs typeface="+mn-cs"/>
            </a:endParaRPr>
          </a:p>
          <a:p>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As AI grows increasingly intelligent, we still need effective methods to unlock its potential more fully and thoroughly. Even if doing so requires greater effort, it is well worth it.</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3</a:t>
            </a:fld>
            <a:endParaRPr lang="zh-CN" altLang="en-US"/>
          </a:p>
        </p:txBody>
      </p:sp>
    </p:spTree>
    <p:extLst>
      <p:ext uri="{BB962C8B-B14F-4D97-AF65-F5344CB8AC3E}">
        <p14:creationId xmlns:p14="http://schemas.microsoft.com/office/powerpoint/2010/main" val="3472367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Before exploring how to improve AI efficiency, we first need some foundational context. After all, understanding the reasoning behind something allows us to master it more effectively. However, given the space constraints—and assuming that most readers already have a solid understanding of AI—we will begin directly with Skills, the concept most closely related to the optimization techniques discussed here.</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4</a:t>
            </a:fld>
            <a:endParaRPr lang="zh-CN" altLang="en-US"/>
          </a:p>
        </p:txBody>
      </p:sp>
    </p:spTree>
    <p:extLst>
      <p:ext uri="{BB962C8B-B14F-4D97-AF65-F5344CB8AC3E}">
        <p14:creationId xmlns:p14="http://schemas.microsoft.com/office/powerpoint/2010/main" val="3775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Skills enable us to guide AI through complex tasks—including engineering tasks that require specialized expertise—using concise, intuitive instructions. But how does this work?</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With tools such as Codex, we can express our ideas in natural language. The large language model then combines its built-in capabilities with the Skills provided to it, creating an actionable plan. This includes breaking the task down, directing attention to the right areas, and determining how various tools and Skills may be used.</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The plan is then carried out automatically, with the model continuing to reason and adapt throughout the process until it produces the final result—a truly intelligent assistant.</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5</a:t>
            </a:fld>
            <a:endParaRPr lang="zh-CN" altLang="en-US"/>
          </a:p>
        </p:txBody>
      </p:sp>
    </p:spTree>
    <p:extLst>
      <p:ext uri="{BB962C8B-B14F-4D97-AF65-F5344CB8AC3E}">
        <p14:creationId xmlns:p14="http://schemas.microsoft.com/office/powerpoint/2010/main" val="1633727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LLMs fundamentally understand and process text, while drawing on a vast store of knowledge acquired during training. Because text is generally expressed through language, LLMs can gradually learn different languages from their training data, including widely used languages such as English and Chinese.</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LLMs are also proficient at expressing content in Markdown because they were trained extensively on text in this format. From an LLM’s perspective, Markdown is therefore part of language itself. In addition, earlier LLMs were specifically fine-tuned to generate and interpret JSON. This enhancement was introduced to enable a capability that would profoundly influence the subsequent development of LLMs: AI tool calling.</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In computing, JSON is commonly used for data exchange. By instructing an LLM to produce structured data in a predefined JSON format, we make that data readable by a preconfigured API. This allows the AI to invoke external programs when it needs to process information—or obtain information—it does not fully understand or possess. The program then returns its result in JSON format, which the LLM reads and interprets before continuing with the rest of the AI workflow. This is known as AI tool calling.</a:t>
            </a:r>
          </a:p>
          <a:p>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To support multiple tools, the JSON generated by the LLM typically includes the name or identifier of the tool to invoke, together with the parameters required by that tool—that is, the API. The JSON returned by the tool is then appended to the prompt and sent back to the LLM, along with the original context, so that it can continue executing the task.</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6</a:t>
            </a:fld>
            <a:endParaRPr lang="zh-CN" altLang="en-US"/>
          </a:p>
        </p:txBody>
      </p:sp>
    </p:spTree>
    <p:extLst>
      <p:ext uri="{BB962C8B-B14F-4D97-AF65-F5344CB8AC3E}">
        <p14:creationId xmlns:p14="http://schemas.microsoft.com/office/powerpoint/2010/main" val="3963052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AI tools have evolved through several stages—from early plugin mechanisms to function calling, then to the more distributable MCP tools, and now to today’s increasingly popular AI Skills. There may also have been various intermediate forms and offshoots along the way.</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Even today, many of these earlier forms still play a role in AI task execution through layered invocation rather than simply becoming obsolete. For example, a Skill may invoke MCP tools and function calls under the hood. These mechanisms therefore continue to coexist, encapsulated within successive layers of abstraction.</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7</a:t>
            </a:fld>
            <a:endParaRPr lang="zh-CN" altLang="en-US"/>
          </a:p>
        </p:txBody>
      </p:sp>
    </p:spTree>
    <p:extLst>
      <p:ext uri="{BB962C8B-B14F-4D97-AF65-F5344CB8AC3E}">
        <p14:creationId xmlns:p14="http://schemas.microsoft.com/office/powerpoint/2010/main" val="3723381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Task orchestration is another fundamental yet often hidden capability that has been continually strengthened throughout AI’s evolution. When a task involves complex workflows, referenced resources, and contextual dependencies, effective orchestration can eliminate many unnecessary steps and minimize detours.</a:t>
            </a:r>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It also enables the AI to better understand the responsibilities and objectives at each stage of the process—from both a macro and micro perspective—thereby improving overall efficiency.</a:t>
            </a:r>
          </a:p>
        </p:txBody>
      </p:sp>
      <p:sp>
        <p:nvSpPr>
          <p:cNvPr id="4" name="灯片编号占位符 3"/>
          <p:cNvSpPr>
            <a:spLocks noGrp="1"/>
          </p:cNvSpPr>
          <p:nvPr>
            <p:ph type="sldNum" sz="quarter" idx="5"/>
          </p:nvPr>
        </p:nvSpPr>
        <p:spPr/>
        <p:txBody>
          <a:bodyPr/>
          <a:lstStyle/>
          <a:p>
            <a:fld id="{78E1C0AF-5C37-479F-9A25-DCB8FA08D562}" type="slidenum">
              <a:rPr lang="zh-CN" altLang="en-US" smtClean="0"/>
              <a:t>8</a:t>
            </a:fld>
            <a:endParaRPr lang="zh-CN" altLang="en-US"/>
          </a:p>
        </p:txBody>
      </p:sp>
    </p:spTree>
    <p:extLst>
      <p:ext uri="{BB962C8B-B14F-4D97-AF65-F5344CB8AC3E}">
        <p14:creationId xmlns:p14="http://schemas.microsoft.com/office/powerpoint/2010/main" val="1201686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LLM determines the objective and overall direction based on the task described by the user. It then selects the appropriate Skills based on the names and descriptions of the registered Skills, including built-in ones, and reads their detailed content when needed. The LLM subsequently follows the instructions defined in those Skills and reorganizes its response based on the returned results. In many cases, a single task may involve multiple Skills or repeated use of the same Skill.</a:t>
            </a:r>
          </a:p>
          <a:p>
            <a:endParaRPr lang="en-US" altLang="zh-CN" dirty="0"/>
          </a:p>
          <a:p>
            <a:r>
              <a:rPr lang="en-US" altLang="zh-CN" dirty="0"/>
              <a:t>Each Skill describes more detailed execution steps. These steps typically involve calling specific tools, such as MCP tools or built-in function-calling interfaces, to execute commands, access the internet, or manipulate files. The Skill also specifies how these tools should be called and what parameters they require. In most cases, the parameters are provided in JSON format, although this is not always the case.</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9</a:t>
            </a:fld>
            <a:endParaRPr lang="zh-CN" altLang="en-US"/>
          </a:p>
        </p:txBody>
      </p:sp>
    </p:spTree>
    <p:extLst>
      <p:ext uri="{BB962C8B-B14F-4D97-AF65-F5344CB8AC3E}">
        <p14:creationId xmlns:p14="http://schemas.microsoft.com/office/powerpoint/2010/main" val="3904260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2944A-6D51-8406-1CEB-7DD3E05BD7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B46E43-F97F-8A9D-36FF-E015A18C7C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D8D53-63AA-C514-D2BF-A88B2E0083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kern="1200" dirty="0">
                <a:solidFill>
                  <a:schemeClr val="tx1"/>
                </a:solidFill>
                <a:effectLst/>
                <a:latin typeface="+mn-lt"/>
                <a:ea typeface="+mn-ea"/>
                <a:cs typeface="+mn-cs"/>
              </a:rPr>
              <a:t>Through a range of techniques and technologies, we can dramatically improve the efficiency of AI in complex scenarios.</a:t>
            </a:r>
          </a:p>
        </p:txBody>
      </p:sp>
      <p:sp>
        <p:nvSpPr>
          <p:cNvPr id="4" name="灯片编号占位符 3">
            <a:extLst>
              <a:ext uri="{FF2B5EF4-FFF2-40B4-BE49-F238E27FC236}">
                <a16:creationId xmlns:a16="http://schemas.microsoft.com/office/drawing/2014/main" id="{A2EA0607-CAC8-582A-3B30-498E12BA81B5}"/>
              </a:ext>
            </a:extLst>
          </p:cNvPr>
          <p:cNvSpPr>
            <a:spLocks noGrp="1"/>
          </p:cNvSpPr>
          <p:nvPr>
            <p:ph type="sldNum" sz="quarter" idx="5"/>
          </p:nvPr>
        </p:nvSpPr>
        <p:spPr/>
        <p:txBody>
          <a:bodyPr/>
          <a:lstStyle/>
          <a:p>
            <a:fld id="{78E1C0AF-5C37-479F-9A25-DCB8FA08D562}" type="slidenum">
              <a:rPr lang="zh-CN" altLang="en-US" smtClean="0"/>
              <a:t>10</a:t>
            </a:fld>
            <a:endParaRPr lang="zh-CN" altLang="en-US"/>
          </a:p>
        </p:txBody>
      </p:sp>
    </p:spTree>
    <p:extLst>
      <p:ext uri="{BB962C8B-B14F-4D97-AF65-F5344CB8AC3E}">
        <p14:creationId xmlns:p14="http://schemas.microsoft.com/office/powerpoint/2010/main" val="1052103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Now that we understand how the Skill model works, we know that AI first orchestrates a task, then invokes specific tools, and ultimately completes it as an automated workflow. We can therefore optimize these three areas specifically, creating a practical Skill that operates more effectively.</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11</a:t>
            </a:fld>
            <a:endParaRPr lang="zh-CN" altLang="en-US"/>
          </a:p>
        </p:txBody>
      </p:sp>
    </p:spTree>
    <p:extLst>
      <p:ext uri="{BB962C8B-B14F-4D97-AF65-F5344CB8AC3E}">
        <p14:creationId xmlns:p14="http://schemas.microsoft.com/office/powerpoint/2010/main" val="3949313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By complex AI scenarios, we mean those with the following characteristics:</a:t>
            </a:r>
          </a:p>
          <a:p>
            <a:endParaRPr lang="en-US" altLang="zh-CN" dirty="0"/>
          </a:p>
          <a:p>
            <a:pPr marL="171450" indent="-171450">
              <a:buFont typeface="Arial" panose="020B0604020202020204" pitchFamily="34" charset="0"/>
              <a:buChar char="•"/>
            </a:pPr>
            <a:r>
              <a:rPr lang="en-US" altLang="zh-CN" dirty="0"/>
              <a:t>The processing chain is long, with multiple important and interdependent steps. It may also contain branches and require multiple interactions with an LLM.</a:t>
            </a:r>
          </a:p>
          <a:p>
            <a:pPr marL="171450" indent="-171450">
              <a:buFont typeface="Arial" panose="020B0604020202020204" pitchFamily="34" charset="0"/>
              <a:buChar char="•"/>
            </a:pPr>
            <a:r>
              <a:rPr lang="en-US" altLang="zh-CN" dirty="0"/>
              <a:t>There are multiple layers of external data references, and relationships may exist among the data. For example, the system may first retrieve one set of data and then use information within it to retrieve another.</a:t>
            </a:r>
          </a:p>
          <a:p>
            <a:pPr marL="171450" indent="-171450">
              <a:buFont typeface="Arial" panose="020B0604020202020204" pitchFamily="34" charset="0"/>
              <a:buChar char="•"/>
            </a:pPr>
            <a:r>
              <a:rPr lang="en-US" altLang="zh-CN" dirty="0"/>
              <a:t>The workflow is stable and reusable. In other words, the newly created AI scenario will be used frequently in the future.</a:t>
            </a:r>
          </a:p>
          <a:p>
            <a:endParaRPr lang="en-US" altLang="zh-CN" dirty="0"/>
          </a:p>
          <a:p>
            <a:r>
              <a:rPr lang="en-US" altLang="zh-CN" dirty="0"/>
              <a:t>The following set of Skills is designed for precisely these situations. Other scenarios may not benefit from all of them, but some of the ideas may still be worth adopting.</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12</a:t>
            </a:fld>
            <a:endParaRPr lang="zh-CN" altLang="en-US"/>
          </a:p>
        </p:txBody>
      </p:sp>
    </p:spTree>
    <p:extLst>
      <p:ext uri="{BB962C8B-B14F-4D97-AF65-F5344CB8AC3E}">
        <p14:creationId xmlns:p14="http://schemas.microsoft.com/office/powerpoint/2010/main" val="2076182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make the concepts easier to explain, we will use a real-world example throughout this article: a weekly recruitment data summary sent to the relevant stakeholders.</a:t>
            </a:r>
          </a:p>
          <a:p>
            <a:endParaRPr lang="en-US" altLang="zh-CN" dirty="0"/>
          </a:p>
          <a:p>
            <a:r>
              <a:rPr lang="en-US" altLang="zh-CN" dirty="0"/>
              <a:t>This weekly briefing is delivered through an enterprise messaging app. It contains a one-sentence overview, interview statistics for the past week, onboarding progress, an overview of key positions, and a link to the full report.</a:t>
            </a:r>
          </a:p>
          <a:p>
            <a:endParaRPr lang="en-US" altLang="zh-CN" dirty="0"/>
          </a:p>
          <a:p>
            <a:r>
              <a:rPr lang="en-US" altLang="zh-CN" dirty="0"/>
              <a:t>This service is itself only one component of a much larger intelligent recruitment system, which includes many other AI-powered capabilities.</a:t>
            </a:r>
          </a:p>
          <a:p>
            <a:endParaRPr lang="en-US" altLang="zh-CN" dirty="0"/>
          </a:p>
          <a:p>
            <a:r>
              <a:rPr lang="en-US" altLang="zh-CN" dirty="0"/>
              <a:t>Put simply, this example involves data aggregation, status analysis, notifications, and system integration.</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13</a:t>
            </a:fld>
            <a:endParaRPr lang="zh-CN" altLang="en-US"/>
          </a:p>
        </p:txBody>
      </p:sp>
    </p:spTree>
    <p:extLst>
      <p:ext uri="{BB962C8B-B14F-4D97-AF65-F5344CB8AC3E}">
        <p14:creationId xmlns:p14="http://schemas.microsoft.com/office/powerpoint/2010/main" val="3384909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create such a service, we could open Codex and enter the prompt. The request appears clear enough. We can simply wait for it to run, review the result, and revise anything that does not work well.</a:t>
            </a:r>
          </a:p>
          <a:p>
            <a:endParaRPr lang="en-US" altLang="zh-CN" dirty="0"/>
          </a:p>
          <a:p>
            <a:r>
              <a:rPr lang="en-US" altLang="zh-CN" dirty="0"/>
              <a:t>This approach is simple, but it is not optimal. As mentioned earlier, although we can enjoy the benefits delivered by AI, the AI era is not merely a favorable trend we can passively follow. It is also a new challenge that requires us to rethink and adapt. We must continue to be courageous, keep learning, and find ways to make fuller use of AI.</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14</a:t>
            </a:fld>
            <a:endParaRPr lang="zh-CN" altLang="en-US"/>
          </a:p>
        </p:txBody>
      </p:sp>
    </p:spTree>
    <p:extLst>
      <p:ext uri="{BB962C8B-B14F-4D97-AF65-F5344CB8AC3E}">
        <p14:creationId xmlns:p14="http://schemas.microsoft.com/office/powerpoint/2010/main" val="1103046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let us introduce the first Soft Skill considered to be Solid: Prompt Engineering.</a:t>
            </a:r>
          </a:p>
          <a:p>
            <a:endParaRPr lang="en-US" altLang="zh-CN" dirty="0"/>
          </a:p>
          <a:p>
            <a:r>
              <a:rPr lang="en-US" altLang="zh-CN" dirty="0"/>
              <a:t>“Solid” and “Soft” may appear to be opposites on some level, but everyone should understand the importance of Prompt Engineering, so this Soft Skill is indeed quite Solid.</a:t>
            </a:r>
          </a:p>
          <a:p>
            <a:endParaRPr lang="en-US" altLang="zh-CN" dirty="0"/>
          </a:p>
          <a:p>
            <a:r>
              <a:rPr lang="en-US" altLang="zh-CN" dirty="0"/>
              <a:t>AI Prompt Engineering involves targeted optimization of prompts for AI, and its effects can be significant. It received particular attention during the early stages of LLM development. As LLMs became more intelligent, it gradually faded from view. Yet the more demanding and exacting a project is—the more it qualifies as a high-leverage AI scenario—the more deeply and effectively we need to explore this field.</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15</a:t>
            </a:fld>
            <a:endParaRPr lang="zh-CN" altLang="en-US"/>
          </a:p>
        </p:txBody>
      </p:sp>
    </p:spTree>
    <p:extLst>
      <p:ext uri="{BB962C8B-B14F-4D97-AF65-F5344CB8AC3E}">
        <p14:creationId xmlns:p14="http://schemas.microsoft.com/office/powerpoint/2010/main" val="29429018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can find a wealth of Prompt Engineering knowledge online, including many points worthy of attention. Several are listed below and explained in greater detail afterward:</a:t>
            </a:r>
          </a:p>
          <a:p>
            <a:endParaRPr lang="en-US" altLang="zh-CN" dirty="0"/>
          </a:p>
          <a:p>
            <a:pPr marL="171450" indent="-171450">
              <a:buFont typeface="Arial" panose="020B0604020202020204" pitchFamily="34" charset="0"/>
              <a:buChar char="•"/>
            </a:pPr>
            <a:r>
              <a:rPr lang="en-US" altLang="zh-CN" dirty="0"/>
              <a:t>Clearly define objectives and output specifications.</a:t>
            </a:r>
          </a:p>
          <a:p>
            <a:pPr marL="171450" indent="-171450">
              <a:buFont typeface="Arial" panose="020B0604020202020204" pitchFamily="34" charset="0"/>
              <a:buChar char="•"/>
            </a:pPr>
            <a:r>
              <a:rPr lang="en-US" altLang="zh-CN" dirty="0"/>
              <a:t>Provide appropriate context and background information.</a:t>
            </a:r>
          </a:p>
          <a:p>
            <a:pPr marL="171450" indent="-171450">
              <a:buFont typeface="Arial" panose="020B0604020202020204" pitchFamily="34" charset="0"/>
              <a:buChar char="•"/>
            </a:pPr>
            <a:r>
              <a:rPr lang="en-US" altLang="zh-CN" dirty="0"/>
              <a:t>Prepare data and specify input requirements.</a:t>
            </a:r>
          </a:p>
          <a:p>
            <a:pPr marL="171450" indent="-171450">
              <a:buFont typeface="Arial" panose="020B0604020202020204" pitchFamily="34" charset="0"/>
              <a:buChar char="•"/>
            </a:pPr>
            <a:r>
              <a:rPr lang="en-US" altLang="zh-CN" dirty="0"/>
              <a:t>Give clear task instructions and define how edge cases should be handled.</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16</a:t>
            </a:fld>
            <a:endParaRPr lang="zh-CN" altLang="en-US"/>
          </a:p>
        </p:txBody>
      </p:sp>
    </p:spTree>
    <p:extLst>
      <p:ext uri="{BB962C8B-B14F-4D97-AF65-F5344CB8AC3E}">
        <p14:creationId xmlns:p14="http://schemas.microsoft.com/office/powerpoint/2010/main" val="3654271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need to state clearly the specific objective that the AI task must accomplish and define the expected output’s structure, tone, length, format, and level of detail. Only then can we reliably obtain the result we want.</a:t>
            </a:r>
          </a:p>
          <a:p>
            <a:endParaRPr lang="en-US" altLang="zh-CN" dirty="0"/>
          </a:p>
          <a:p>
            <a:r>
              <a:rPr lang="en-US" altLang="zh-CN" dirty="0"/>
              <a:t>For example, in the weekly recruitment briefing described earlier, we could clearly define the objective and output.</a:t>
            </a:r>
          </a:p>
          <a:p>
            <a:endParaRPr lang="en-US" altLang="zh-CN" dirty="0"/>
          </a:p>
          <a:p>
            <a:r>
              <a:rPr lang="en-US" altLang="zh-CN" dirty="0"/>
              <a:t>Here, the objective, structure—including subheadings and descriptions—content length, and format are all clearly defined. When the AI produces output according to these specifications, the result is much more likely to meet our expectations.</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17</a:t>
            </a:fld>
            <a:endParaRPr lang="zh-CN" altLang="en-US"/>
          </a:p>
        </p:txBody>
      </p:sp>
    </p:spTree>
    <p:extLst>
      <p:ext uri="{BB962C8B-B14F-4D97-AF65-F5344CB8AC3E}">
        <p14:creationId xmlns:p14="http://schemas.microsoft.com/office/powerpoint/2010/main" val="2280775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need to provide the necessary business background, user scenario, and other relevant information so that the AI can understand the objective and desired outcome of the current task more quickly and accurately.</a:t>
            </a:r>
          </a:p>
          <a:p>
            <a:endParaRPr lang="en-US" altLang="zh-CN" dirty="0"/>
          </a:p>
          <a:p>
            <a:r>
              <a:rPr lang="en-US" altLang="zh-CN" dirty="0"/>
              <a:t>For example, in the preceding scenario, I would also explain the exact definitions of the various onboarding statuses and what period “this week” refers to. This ensures that everyone uses the same interpretation for key metrics that might otherwise be ambiguous, reducing the likelihood of discovering inconsistent definitions during later validation and minimizing rework.</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18</a:t>
            </a:fld>
            <a:endParaRPr lang="zh-CN" altLang="en-US"/>
          </a:p>
        </p:txBody>
      </p:sp>
    </p:spTree>
    <p:extLst>
      <p:ext uri="{BB962C8B-B14F-4D97-AF65-F5344CB8AC3E}">
        <p14:creationId xmlns:p14="http://schemas.microsoft.com/office/powerpoint/2010/main" val="4272823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can improve the accuracy and reliability of the AI’s data usage by describing the required input information precisely. This includes specifying what data is needed, where it should ideally be obtained, how different data sets are related, and what implicit information is hidden within their structures.</a:t>
            </a:r>
          </a:p>
          <a:p>
            <a:endParaRPr lang="en-US" altLang="zh-CN" dirty="0"/>
          </a:p>
          <a:p>
            <a:r>
              <a:rPr lang="en-US" altLang="zh-CN" dirty="0"/>
              <a:t>AI can often make its own judgments, locate information, and integrate it automatically. However, if you understand the upstream systems involved in the scenario, providing a clear description of the data sources can be extremely helpful. It is like being assigned a task together with an accurate and useful checklist: you would probably complete it much more efficiently.</a:t>
            </a:r>
          </a:p>
          <a:p>
            <a:endParaRPr lang="en-US" altLang="zh-CN" dirty="0"/>
          </a:p>
          <a:p>
            <a:r>
              <a:rPr lang="en-US" altLang="zh-CN" dirty="0"/>
              <a:t>In the recruitment example, the required information is not particularly easy to find. Within the system, data is scattered across multiple locations by hierarchy and type, with several levels and parallel relationships. As a result, retrieving what appears to be a simple piece of information may require calls to multiple APIs.</a:t>
            </a:r>
          </a:p>
          <a:p>
            <a:endParaRPr lang="en-US" altLang="zh-CN" dirty="0"/>
          </a:p>
          <a:p>
            <a:r>
              <a:rPr lang="en-US" altLang="zh-CN" dirty="0"/>
              <a:t>For instance, to find a candidate’s interview time and position, the system must first search the talent pool and identify the candidate. It must then use that person’s ID to find the corresponding application. The application contains a reference to the position, but only as an ID, with no other details. That ID must therefore be used to retrieve the position name from the job data. Meanwhile, the recruitment ID must be used to filter the interview records, identify which interview arrangements belong to that candidate, and retrieve the interview time for each one.</a:t>
            </a:r>
          </a:p>
          <a:p>
            <a:endParaRPr lang="en-US" altLang="zh-CN" dirty="0"/>
          </a:p>
          <a:p>
            <a:r>
              <a:rPr lang="en-US" altLang="zh-CN" dirty="0"/>
              <a:t>That entire chain of queries produces just one record. If information such as the data structure, relationships among data sets, and intended uses of the data is clearly explained to the AI, it can complete the task quickly, accurately, and consistently. The precise query sequence can then safely be left to the AI to orchestrate.</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19</a:t>
            </a:fld>
            <a:endParaRPr lang="zh-CN" altLang="en-US"/>
          </a:p>
        </p:txBody>
      </p:sp>
    </p:spTree>
    <p:extLst>
      <p:ext uri="{BB962C8B-B14F-4D97-AF65-F5344CB8AC3E}">
        <p14:creationId xmlns:p14="http://schemas.microsoft.com/office/powerpoint/2010/main" val="37184002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The tasks we define are often complex. A high-level decomposition is therefore important to ensure that every step is executable. We should explain possible branches and situations, as well as how to handle edge cases such as missing, conflicting, invalid, or unsupported information. This helps ensure high-quality results under all circumstances.</a:t>
            </a:r>
          </a:p>
          <a:p>
            <a:br>
              <a:rPr lang="zh-CN" altLang="zh-CN" sz="1200" b="0" kern="1200" dirty="0">
                <a:solidFill>
                  <a:schemeClr val="tx1"/>
                </a:solidFill>
                <a:effectLst/>
                <a:latin typeface="+mn-lt"/>
                <a:ea typeface="+mn-ea"/>
                <a:cs typeface="+mn-cs"/>
              </a:rPr>
            </a:br>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The following examples from the recruitment scenario illustrate this:</a:t>
            </a:r>
          </a:p>
          <a:p>
            <a:endParaRPr lang="zh-CN" altLang="zh-CN" sz="1200" b="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b="1" kern="1200" dirty="0">
                <a:solidFill>
                  <a:schemeClr val="tx1"/>
                </a:solidFill>
                <a:effectLst/>
                <a:latin typeface="+mn-lt"/>
                <a:ea typeface="+mn-ea"/>
                <a:cs typeface="+mn-cs"/>
              </a:rPr>
              <a:t>Step decomposition</a:t>
            </a:r>
            <a:br>
              <a:rPr lang="en-US" altLang="zh-CN" sz="1200" b="1" kern="1200" dirty="0">
                <a:solidFill>
                  <a:schemeClr val="tx1"/>
                </a:solidFill>
                <a:effectLst/>
                <a:latin typeface="+mn-lt"/>
                <a:ea typeface="+mn-ea"/>
                <a:cs typeface="+mn-cs"/>
              </a:rPr>
            </a:br>
            <a:r>
              <a:rPr lang="zh-CN" altLang="zh-CN" sz="1200" b="0" kern="1200" dirty="0">
                <a:solidFill>
                  <a:schemeClr val="tx1"/>
                </a:solidFill>
                <a:effectLst/>
                <a:latin typeface="+mn-lt"/>
                <a:ea typeface="+mn-ea"/>
                <a:cs typeface="+mn-cs"/>
              </a:rPr>
              <a:t>Replace the vague instruction “provide statistics” with “first list the application and interview records, and then calculate statistics by status.” This ensures that the calculations follow the approach we expect.</a:t>
            </a:r>
          </a:p>
          <a:p>
            <a:pPr marL="171450" indent="-171450">
              <a:buFont typeface="Arial" panose="020B0604020202020204" pitchFamily="34" charset="0"/>
              <a:buChar char="•"/>
            </a:pPr>
            <a:r>
              <a:rPr lang="zh-CN" altLang="zh-CN" sz="1200" b="1" kern="1200" dirty="0">
                <a:solidFill>
                  <a:schemeClr val="tx1"/>
                </a:solidFill>
                <a:effectLst/>
                <a:latin typeface="+mn-lt"/>
                <a:ea typeface="+mn-ea"/>
                <a:cs typeface="+mn-cs"/>
              </a:rPr>
              <a:t>Edge-case handling</a:t>
            </a:r>
            <a:br>
              <a:rPr lang="en-US" altLang="zh-CN" sz="1200" b="1" kern="1200" dirty="0">
                <a:solidFill>
                  <a:schemeClr val="tx1"/>
                </a:solidFill>
                <a:effectLst/>
                <a:latin typeface="+mn-lt"/>
                <a:ea typeface="+mn-ea"/>
                <a:cs typeface="+mn-cs"/>
              </a:rPr>
            </a:br>
            <a:r>
              <a:rPr lang="zh-CN" altLang="zh-CN" sz="1200" b="0" kern="1200" dirty="0">
                <a:solidFill>
                  <a:schemeClr val="tx1"/>
                </a:solidFill>
                <a:effectLst/>
                <a:latin typeface="+mn-lt"/>
                <a:ea typeface="+mn-ea"/>
                <a:cs typeface="+mn-cs"/>
              </a:rPr>
              <a:t>Leave the overall count for new hires blank because that figure is not meaningful. If there were no new hires during the week, remove the entire row. This clearly tells the AI how to handle this special case instead of leaving it to improvise.</a:t>
            </a:r>
          </a:p>
          <a:p>
            <a:pPr marL="171450" indent="-171450">
              <a:buFont typeface="Arial" panose="020B0604020202020204" pitchFamily="34" charset="0"/>
              <a:buChar char="•"/>
            </a:pPr>
            <a:r>
              <a:rPr lang="zh-CN" altLang="zh-CN" sz="1200" b="1" kern="1200" dirty="0">
                <a:solidFill>
                  <a:schemeClr val="tx1"/>
                </a:solidFill>
                <a:effectLst/>
                <a:latin typeface="+mn-lt"/>
                <a:ea typeface="+mn-ea"/>
                <a:cs typeface="+mn-cs"/>
              </a:rPr>
              <a:t>Clear definitions</a:t>
            </a:r>
            <a:br>
              <a:rPr lang="en-US" altLang="zh-CN" sz="1200" b="1" kern="1200" dirty="0">
                <a:solidFill>
                  <a:schemeClr val="tx1"/>
                </a:solidFill>
                <a:effectLst/>
                <a:latin typeface="+mn-lt"/>
                <a:ea typeface="+mn-ea"/>
                <a:cs typeface="+mn-cs"/>
              </a:rPr>
            </a:br>
            <a:r>
              <a:rPr lang="zh-CN" altLang="zh-CN" sz="1200" b="0" kern="1200" dirty="0">
                <a:solidFill>
                  <a:schemeClr val="tx1"/>
                </a:solidFill>
                <a:effectLst/>
                <a:latin typeface="+mn-lt"/>
                <a:ea typeface="+mn-ea"/>
                <a:cs typeface="+mn-cs"/>
              </a:rPr>
              <a:t>Define a key position as one that satisfies at least one of the following criteria: it has had a relatively high volume of interviews recently, it is a senior-level position, or it is highly relevant to the core business. Positions with identical responsibilities should also be consolidated for statistical purposes. This clarifies the meaning of the highly subjective term “key position” and helps ensure that subsequent judgments match expectations as closely as possible.</a:t>
            </a:r>
          </a:p>
          <a:p>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20</a:t>
            </a:fld>
            <a:endParaRPr lang="zh-CN" altLang="en-US"/>
          </a:p>
        </p:txBody>
      </p:sp>
    </p:spTree>
    <p:extLst>
      <p:ext uri="{BB962C8B-B14F-4D97-AF65-F5344CB8AC3E}">
        <p14:creationId xmlns:p14="http://schemas.microsoft.com/office/powerpoint/2010/main" val="2420638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Of course, you can also add supplementary explanations, examples, result-validation criteria, and so on.</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21</a:t>
            </a:fld>
            <a:endParaRPr lang="zh-CN" altLang="en-US"/>
          </a:p>
        </p:txBody>
      </p:sp>
    </p:spTree>
    <p:extLst>
      <p:ext uri="{BB962C8B-B14F-4D97-AF65-F5344CB8AC3E}">
        <p14:creationId xmlns:p14="http://schemas.microsoft.com/office/powerpoint/2010/main" val="32427660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addition to optimizing prompts, we can organize in advance the data that our AI service needs to read. Many of the AI’s deep-reasoning steps are related to data retrieval. If we have a way to obtain that data beforehand, efficiency will obviously improve.</a:t>
            </a:r>
          </a:p>
          <a:p>
            <a:endParaRPr lang="en-US" altLang="zh-CN" dirty="0"/>
          </a:p>
          <a:p>
            <a:r>
              <a:rPr lang="en-US" altLang="zh-CN" dirty="0"/>
              <a:t>The next Premium Soft Skill I would like to introduce is Advance Data Preparation.</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22</a:t>
            </a:fld>
            <a:endParaRPr lang="zh-CN" altLang="en-US"/>
          </a:p>
        </p:txBody>
      </p:sp>
    </p:spTree>
    <p:extLst>
      <p:ext uri="{BB962C8B-B14F-4D97-AF65-F5344CB8AC3E}">
        <p14:creationId xmlns:p14="http://schemas.microsoft.com/office/powerpoint/2010/main" val="2478331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External data can take many forms and is often complex. It commonly involves multiple APIs or other types of data sources, with relationships and nested structures among them, as illustrated earlier in the recruitment example.</a:t>
            </a:r>
          </a:p>
          <a:p>
            <a:endParaRPr lang="en-US" altLang="zh-CN" dirty="0"/>
          </a:p>
          <a:p>
            <a:r>
              <a:rPr lang="en-US" altLang="zh-CN" dirty="0"/>
              <a:t>Sometimes, however, we can take an alternative route and obtain this data in advance through simpler methods. For example, we could create a report, establish all necessary mappings, download the resulting data directly, and then provide it to the AI.</a:t>
            </a:r>
          </a:p>
          <a:p>
            <a:endParaRPr lang="en-US" altLang="zh-CN" dirty="0"/>
          </a:p>
          <a:p>
            <a:r>
              <a:rPr lang="en-US" altLang="zh-CN" dirty="0"/>
              <a:t>This can save a great deal of LLM runtime. It eliminates the need to infer relationships among data sets during deep reasoning and avoids repeatedly interrupting and resuming the data-retrieval chain as information is fetched in batches.</a:t>
            </a:r>
          </a:p>
          <a:p>
            <a:endParaRPr lang="en-US" altLang="zh-CN" dirty="0"/>
          </a:p>
          <a:p>
            <a:r>
              <a:rPr lang="en-US" altLang="zh-CN" dirty="0"/>
              <a:t>Every time an LLM invokes a tool, its internal session is paused. Once the tool finishes, the result is returned and the session resumes. In effect, this is an internal sequence of conversations—quiet exchanges between the LLM and numerous tools.</a:t>
            </a:r>
          </a:p>
          <a:p>
            <a:endParaRPr lang="en-US" altLang="zh-CN" dirty="0"/>
          </a:p>
          <a:p>
            <a:r>
              <a:rPr lang="en-US" altLang="zh-CN" dirty="0"/>
              <a:t>Token consumption is also reduced substantially because many of these intermediate steps and back-and-forth interactions are eliminated.</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23</a:t>
            </a:fld>
            <a:endParaRPr lang="zh-CN" altLang="en-US"/>
          </a:p>
        </p:txBody>
      </p:sp>
    </p:spTree>
    <p:extLst>
      <p:ext uri="{BB962C8B-B14F-4D97-AF65-F5344CB8AC3E}">
        <p14:creationId xmlns:p14="http://schemas.microsoft.com/office/powerpoint/2010/main" val="39670828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Creating a report is only one straightforward approach. Many other methods are available, and reports are not appropriate for every scenario.</a:t>
            </a:r>
          </a:p>
          <a:p>
            <a:endParaRPr lang="en-US" altLang="zh-CN" dirty="0"/>
          </a:p>
          <a:p>
            <a:r>
              <a:rPr lang="en-US" altLang="zh-CN" dirty="0"/>
              <a:t>Returning to the recruitment example, I created a foundational recruitment-and-interview data set. With each application at its center, it consolidates relevant information about the candidate, position, and employee—if the candidate has already joined—into one table in a multidimensional database. Interview records are then consolidated into another table.</a:t>
            </a:r>
          </a:p>
          <a:p>
            <a:endParaRPr lang="en-US" altLang="zh-CN" dirty="0"/>
          </a:p>
          <a:p>
            <a:r>
              <a:rPr lang="en-US" altLang="zh-CN" dirty="0"/>
              <a:t>The AI only needs to read these tables instead of repeatedly querying numerous irrelevant APIs. The data has also been streamlined and further processed: a considerable amount of unnecessary information has been removed, while a small amount of derived or mapped data has been added. As a result, the total data volume is actually smaller than before.</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24</a:t>
            </a:fld>
            <a:endParaRPr lang="zh-CN" altLang="en-US"/>
          </a:p>
        </p:txBody>
      </p:sp>
    </p:spTree>
    <p:extLst>
      <p:ext uri="{BB962C8B-B14F-4D97-AF65-F5344CB8AC3E}">
        <p14:creationId xmlns:p14="http://schemas.microsoft.com/office/powerpoint/2010/main" val="4156136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fact, for large services and shared data platforms, there are many scenarios in which preprocessed data can be put to effective use. We can store this data online so that multiple AI services can access it, further increasing its utilization. Greater utilization means that the cost allocated to each individual use becomes lower.</a:t>
            </a:r>
          </a:p>
          <a:p>
            <a:endParaRPr lang="en-US" altLang="zh-CN" dirty="0"/>
          </a:p>
          <a:p>
            <a:r>
              <a:rPr lang="en-US" altLang="zh-CN" dirty="0"/>
              <a:t>Frequently accessed data can be maintained through scheduled updates or policy-based update mechanisms. Less frequently accessed data can be updated through event triggers after all its dependencies are ready, reducing the additional network overhead required for preparing the data.</a:t>
            </a:r>
          </a:p>
          <a:p>
            <a:endParaRPr lang="en-US" altLang="zh-CN" dirty="0"/>
          </a:p>
          <a:p>
            <a:r>
              <a:rPr lang="en-US" altLang="zh-CN" dirty="0"/>
              <a:t>The recruitment data described above uses scheduled updates. Although the weekly briefing itself is triggered infrequently, the intermediate data supports numerous modules in the HR AI system, as well as several higher-level reports and dashboards. Many of these services have strict freshness requirements, so the data is updated several times a day.</a:t>
            </a:r>
          </a:p>
          <a:p>
            <a:endParaRPr lang="en-US" altLang="zh-CN" dirty="0"/>
          </a:p>
          <a:p>
            <a:r>
              <a:rPr lang="en-US" altLang="zh-CN" dirty="0"/>
              <a:t>These updates are incremental rather than global, so network usage remains very low.</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25</a:t>
            </a:fld>
            <a:endParaRPr lang="zh-CN" altLang="en-US"/>
          </a:p>
        </p:txBody>
      </p:sp>
    </p:spTree>
    <p:extLst>
      <p:ext uri="{BB962C8B-B14F-4D97-AF65-F5344CB8AC3E}">
        <p14:creationId xmlns:p14="http://schemas.microsoft.com/office/powerpoint/2010/main" val="3651957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Once the data has been streamlined, internal data exchange during AI execution becomes much simpler. There is no longer any need to call different APIs one round after another, and the number of internal Agent conversation turns is reduced dramatically.</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26</a:t>
            </a:fld>
            <a:endParaRPr lang="zh-CN" altLang="en-US"/>
          </a:p>
        </p:txBody>
      </p:sp>
    </p:spTree>
    <p:extLst>
      <p:ext uri="{BB962C8B-B14F-4D97-AF65-F5344CB8AC3E}">
        <p14:creationId xmlns:p14="http://schemas.microsoft.com/office/powerpoint/2010/main" val="672122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Heavy industry refers to industries that provide the major means of production forming the material and technological foundation for all sectors of the national economy. Its products are primarily used in production, construction, and infrastructure rather than directly in consumers’ daily lives. Machines that produce other machines and tools that make other tools are also commonly considered part of heavy industry.</a:t>
            </a:r>
          </a:p>
          <a:p>
            <a:endParaRPr lang="en-US" altLang="zh-CN" dirty="0"/>
          </a:p>
          <a:p>
            <a:r>
              <a:rPr lang="en-US" altLang="zh-CN" dirty="0"/>
              <a:t>The next Superior Soft Skill I would like to introduce is Tools That Build Tools. It allows AI to return to its true nature and releases its fundamental productive power.</a:t>
            </a:r>
          </a:p>
          <a:p>
            <a:endParaRPr lang="en-US" altLang="zh-CN" dirty="0"/>
          </a:p>
          <a:p>
            <a:r>
              <a:rPr lang="en-US" altLang="zh-CN" dirty="0"/>
              <a:t>Mr. Trump recently suggested renaming AI “Superior Intelligence”—hence the word “Superior.”</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27</a:t>
            </a:fld>
            <a:endParaRPr lang="zh-CN" altLang="en-US"/>
          </a:p>
        </p:txBody>
      </p:sp>
    </p:spTree>
    <p:extLst>
      <p:ext uri="{BB962C8B-B14F-4D97-AF65-F5344CB8AC3E}">
        <p14:creationId xmlns:p14="http://schemas.microsoft.com/office/powerpoint/2010/main" val="3631310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introducing it, let us take another look at how the Skill model operates under the hood. It is quite fascinating.</a:t>
            </a:r>
          </a:p>
          <a:p>
            <a:endParaRPr lang="en-US" altLang="zh-CN" dirty="0"/>
          </a:p>
          <a:p>
            <a:r>
              <a:rPr lang="en-US" altLang="zh-CN" dirty="0"/>
              <a:t>As mentioned earlier, a Skill itself merely describes the execution path and strategy that a task or subtask should follow, the underlying tools it should invoke, its output constraints, and related information. These are all descriptions. Yet the execution of the specific steps described by a Skill actually points to other, lower-level tools.</a:t>
            </a:r>
          </a:p>
          <a:p>
            <a:endParaRPr lang="en-US" altLang="zh-CN" dirty="0"/>
          </a:p>
          <a:p>
            <a:r>
              <a:rPr lang="en-US" altLang="zh-CN" dirty="0"/>
              <a:t>Some of these tools may themselves be Skills. A Skill that combines multiple Skills is generally called a composite Skill. Others point directly to tools and are generally called atomic Skills. The tool itself does not necessarily reside inside the Skill. It may already exist or may have been installed separately through another Skill; the Skill simply explains how to use it.</a:t>
            </a:r>
          </a:p>
          <a:p>
            <a:endParaRPr lang="en-US" altLang="zh-CN" dirty="0"/>
          </a:p>
          <a:p>
            <a:r>
              <a:rPr lang="en-US" altLang="zh-CN" dirty="0"/>
              <a:t>A tool is usually a network request, a command-line program, or an MCP tool, although it may also be another built-in capability. Most tools are triggered through standardized formats. A Skill that describes how to call a tool therefore needs only to specify the tool’s type and name, together with the parameters to pass. The LLM will understand how to invoke it.</a:t>
            </a:r>
          </a:p>
          <a:p>
            <a:endParaRPr lang="en-US" altLang="zh-CN" dirty="0"/>
          </a:p>
          <a:p>
            <a:r>
              <a:rPr lang="en-US" altLang="zh-CN" dirty="0"/>
              <a:t>Ultimately, by combining these nested Skills, an LLM turns a natural-language statement into something that is actually executed.</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28</a:t>
            </a:fld>
            <a:endParaRPr lang="zh-CN" altLang="en-US"/>
          </a:p>
        </p:txBody>
      </p:sp>
    </p:spTree>
    <p:extLst>
      <p:ext uri="{BB962C8B-B14F-4D97-AF65-F5344CB8AC3E}">
        <p14:creationId xmlns:p14="http://schemas.microsoft.com/office/powerpoint/2010/main" val="38559051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But just how deep does this nesting of Skills go? Let us examine an example: posting an inline comment on a Lark knowledge-base document.</a:t>
            </a:r>
          </a:p>
          <a:p>
            <a:endParaRPr lang="en-US" altLang="zh-CN" dirty="0"/>
          </a:p>
          <a:p>
            <a:r>
              <a:rPr lang="en-US" altLang="zh-CN" dirty="0"/>
              <a:t>Suppose the entire environment and configuration are ready: the Lark CLI has been installed and configured, and the document to be commented on is also available. Even under these well-prepared conditions, which Skills would an AI Agent invoke to post the comment?</a:t>
            </a:r>
          </a:p>
          <a:p>
            <a:endParaRPr lang="en-US" altLang="zh-CN" dirty="0"/>
          </a:p>
          <a:p>
            <a:r>
              <a:rPr lang="en-US" altLang="zh-CN" dirty="0"/>
              <a:t>First, based on the Skill information obtained when the Lark CLI was installed, the Agent knows that reading a document—which is necessary because it must understand the document’s content and internal structure, including the IDs of its components before it can comment—requires a Skill named `lark-doc`.</a:t>
            </a:r>
          </a:p>
          <a:p>
            <a:endParaRPr lang="en-US" altLang="zh-CN" dirty="0"/>
          </a:p>
          <a:p>
            <a:r>
              <a:rPr lang="en-US" altLang="zh-CN" dirty="0"/>
              <a:t>This Skill introduces basic information about Lark documents. It also states that the `lark-shared` Skill must be read first, so the LLM immediately reads that Skill in full. It then discovers in `lark-doc` that the specific procedure for reading a document is described by another Skill called `lark-doc-fetch`, which it also reads in full.</a:t>
            </a:r>
          </a:p>
          <a:p>
            <a:endParaRPr lang="en-US" altLang="zh-CN" dirty="0"/>
          </a:p>
          <a:p>
            <a:r>
              <a:rPr lang="en-US" altLang="zh-CN" dirty="0"/>
              <a:t>Next, the LLM needs to understand how to post a comment. That capability is described by the `lark-drive` Skill. Its prerequisites again point to `lark-shared`. It also references three more Skills that the LLM must study: `lark-drive-comment-location` for locating a comment position, `lark-drive-list-comments` for listing comments, and `lark-drive-add-comment` for adding a comment.</a:t>
            </a:r>
          </a:p>
          <a:p>
            <a:endParaRPr lang="en-US" altLang="zh-CN" dirty="0"/>
          </a:p>
          <a:p>
            <a:r>
              <a:rPr lang="en-US" altLang="zh-CN" dirty="0"/>
              <a:t>The sea of learning has no shore, and diligence is the vessel. Armed with its newly acquired knowledge and ideas, the LLM finally follows these Skills and uses its built-in command-execution tool to call the Lark CLI correctly, completing the simple task of posting a comment. It is quite an inspiring story.</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29</a:t>
            </a:fld>
            <a:endParaRPr lang="zh-CN" altLang="en-US"/>
          </a:p>
        </p:txBody>
      </p:sp>
    </p:spTree>
    <p:extLst>
      <p:ext uri="{BB962C8B-B14F-4D97-AF65-F5344CB8AC3E}">
        <p14:creationId xmlns:p14="http://schemas.microsoft.com/office/powerpoint/2010/main" val="2481892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Posting a comment is a small task. Yet many of the high-leverage scenarios mentioned earlier—including the recruitment example—have complex internal processes. Each small component can also be as complicated as posting a comment. The real complexity can therefore feel like the square of what we originally expected.</a:t>
            </a:r>
          </a:p>
          <a:p>
            <a:endParaRPr lang="en-US" altLang="zh-CN" dirty="0"/>
          </a:p>
          <a:p>
            <a:r>
              <a:rPr lang="en-US" altLang="zh-CN" dirty="0"/>
              <a:t>However, if a workflow is used frequently, we can codify it.</a:t>
            </a:r>
          </a:p>
          <a:p>
            <a:endParaRPr lang="en-US" altLang="zh-CN" dirty="0"/>
          </a:p>
          <a:p>
            <a:r>
              <a:rPr lang="en-US" altLang="zh-CN" dirty="0"/>
              <a:t>Returning to the weekly recruitment briefing, we created two data tables to store intermediate information. It would be perfectly valid to build them using the built-in reporting capabilities of a multidimensional database. But if a report or an off-the-shelf automation tool cannot meet the requirements, we may turn to AI to create the solution.</a:t>
            </a:r>
          </a:p>
          <a:p>
            <a:endParaRPr lang="en-US" altLang="zh-CN" dirty="0"/>
          </a:p>
          <a:p>
            <a:r>
              <a:rPr lang="en-US" altLang="zh-CN" dirty="0"/>
              <a:t>Even when AI is used, however, initializing and maintaining the table contents remains just as resource-intensive as before—apart from the efficiency gains of reuse. We still need to access multiple data sources, retrieve the information, integrate it, and finally store it in a new multidimensional database.</a:t>
            </a:r>
          </a:p>
          <a:p>
            <a:endParaRPr lang="en-US" altLang="zh-CN" dirty="0"/>
          </a:p>
          <a:p>
            <a:r>
              <a:rPr lang="en-US" altLang="zh-CN" dirty="0"/>
              <a:t>In reality, these processes do not need to involve an LLM at all. Data retrieval, integration, and online storage can all be implemented as conventional software, consuming no tokens—or very few tokens—while delivering significantly better performance and stability. In fact, the intermediate recruitment data store described above was implemented in code.</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30</a:t>
            </a:fld>
            <a:endParaRPr lang="zh-CN" altLang="en-US"/>
          </a:p>
        </p:txBody>
      </p:sp>
    </p:spTree>
    <p:extLst>
      <p:ext uri="{BB962C8B-B14F-4D97-AF65-F5344CB8AC3E}">
        <p14:creationId xmlns:p14="http://schemas.microsoft.com/office/powerpoint/2010/main" val="22650526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But does this not substantially raise the barrier to entry? Why do we suddenly need to write code?</a:t>
            </a:r>
          </a:p>
          <a:p>
            <a:endParaRPr lang="en-US" altLang="zh-CN" dirty="0"/>
          </a:p>
          <a:p>
            <a:r>
              <a:rPr lang="en-US" altLang="zh-CN" dirty="0"/>
              <a:t>Do not worry. Open Codex, GitHub Copilot, or another AI tool and let it handle the work.</a:t>
            </a:r>
          </a:p>
          <a:p>
            <a:endParaRPr lang="en-US" altLang="zh-CN" dirty="0"/>
          </a:p>
          <a:p>
            <a:r>
              <a:rPr lang="en-US" altLang="zh-CN" dirty="0"/>
              <a:t>You can first organize the data using the earlier approach, then ask the AI to turn the data-integration method into a program or Python script. Afterward, verify that the generated program or script runs correctly. Once it works, create a Skill that runs the script and let the AI trigger that Skill at the appropriate time.</a:t>
            </a:r>
          </a:p>
          <a:p>
            <a:endParaRPr lang="en-US" altLang="zh-CN" dirty="0"/>
          </a:p>
          <a:p>
            <a:r>
              <a:rPr lang="en-US" altLang="zh-CN" dirty="0"/>
              <a:t>Yes, it is exactly what you think: use AI to develop a tool that serves AI; have AI execute that tool according to the intended workflow; have AI read the information generated by the AI-built tool for AI consumption; and finally have AI produce the end result.</a:t>
            </a:r>
          </a:p>
          <a:p>
            <a:endParaRPr lang="en-US" altLang="zh-CN" dirty="0"/>
          </a:p>
          <a:p>
            <a:r>
              <a:rPr lang="en-US" altLang="zh-CN" dirty="0"/>
              <a:t>Everything comes together perfectly.</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31</a:t>
            </a:fld>
            <a:endParaRPr lang="zh-CN" altLang="en-US"/>
          </a:p>
        </p:txBody>
      </p:sp>
    </p:spTree>
    <p:extLst>
      <p:ext uri="{BB962C8B-B14F-4D97-AF65-F5344CB8AC3E}">
        <p14:creationId xmlns:p14="http://schemas.microsoft.com/office/powerpoint/2010/main" val="35899719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approach simply adds a tool that prepares data for AI in advance, but it can have a significant impact on all subsequent operations.</a:t>
            </a:r>
          </a:p>
          <a:p>
            <a:endParaRPr lang="en-US" altLang="zh-CN" dirty="0"/>
          </a:p>
          <a:p>
            <a:r>
              <a:rPr lang="en-US" altLang="zh-CN" dirty="0"/>
              <a:t>As noted in the discussion of applicable scenarios, this model is suitable only for complex, reusable workflows. Simpler scenarios do not need to include this “tool that builds tools” step.</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32</a:t>
            </a:fld>
            <a:endParaRPr lang="zh-CN" altLang="en-US"/>
          </a:p>
        </p:txBody>
      </p:sp>
    </p:spTree>
    <p:extLst>
      <p:ext uri="{BB962C8B-B14F-4D97-AF65-F5344CB8AC3E}">
        <p14:creationId xmlns:p14="http://schemas.microsoft.com/office/powerpoint/2010/main" val="787455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Even so, the ideas remain valuable for other scenarios. The purpose of this discussion is to help everyone realize that, to unlock AI’s full potential, we must both enjoy the convenience it brings and learn to use it from the perspective of how AI actually works today. Only then can we achieve substantial benefits and obtain the expected results.</a:t>
            </a:r>
          </a:p>
          <a:p>
            <a:endParaRPr lang="en-US" altLang="zh-CN" dirty="0"/>
          </a:p>
          <a:p>
            <a:r>
              <a:rPr lang="en-US" altLang="zh-CN" dirty="0"/>
              <a:t>At this point, you may be wondering: Where is the promised Skill that can dramatically boost AI efficiency?</a:t>
            </a:r>
          </a:p>
          <a:p>
            <a:endParaRPr lang="en-US" altLang="zh-CN" dirty="0"/>
          </a:p>
          <a:p>
            <a:r>
              <a:rPr lang="en-US" altLang="zh-CN" dirty="0"/>
              <a:t>Here comes the ultimate secret weapon: the Mind Soft Skill called Your Mind. And it belongs to you.</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33</a:t>
            </a:fld>
            <a:endParaRPr lang="zh-CN" altLang="en-US"/>
          </a:p>
        </p:txBody>
      </p:sp>
    </p:spTree>
    <p:extLst>
      <p:ext uri="{BB962C8B-B14F-4D97-AF65-F5344CB8AC3E}">
        <p14:creationId xmlns:p14="http://schemas.microsoft.com/office/powerpoint/2010/main" val="4264873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began with the Solid Soft Skill—Prompt Engineering. We then progressed to the Premium Soft Skill—Advance Data Preparation—and moved on to the Superior Soft Skill—Tools That Build Tools. Finally, we arrive at the Mind Soft Skill—Your Mind.</a:t>
            </a:r>
          </a:p>
          <a:p>
            <a:endParaRPr lang="en-US" altLang="zh-CN" dirty="0"/>
          </a:p>
          <a:p>
            <a:r>
              <a:rPr lang="en-US" altLang="zh-CN" dirty="0"/>
              <a:t>That is right: this Skill is not for AI. It is for you. It is a Skill that helps you understand AI and use it in depth.</a:t>
            </a:r>
          </a:p>
          <a:p>
            <a:endParaRPr lang="en-US" altLang="zh-CN" dirty="0"/>
          </a:p>
          <a:p>
            <a:r>
              <a:rPr lang="en-US" altLang="zh-CN" dirty="0"/>
              <a:t>In English, “soft skills” generally refer to capabilities associated with emotional intelligence, while emotional intelligence usually concerns relationships between people. Here, however, I use the term to describe the fundamental relationship between humans and AI.</a:t>
            </a:r>
          </a:p>
          <a:p>
            <a:endParaRPr lang="en-US" altLang="zh-CN" dirty="0"/>
          </a:p>
          <a:p>
            <a:r>
              <a:rPr lang="en-US" altLang="zh-CN" dirty="0"/>
              <a:t>By using this series of Soft Skills as a starting point, you can gain a deeper understanding of how to control and work with AI effectively. It is both a methodology and a way of thinking—your Mind Soft Skill.</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34</a:t>
            </a:fld>
            <a:endParaRPr lang="zh-CN" altLang="en-US"/>
          </a:p>
        </p:txBody>
      </p:sp>
    </p:spTree>
    <p:extLst>
      <p:ext uri="{BB962C8B-B14F-4D97-AF65-F5344CB8AC3E}">
        <p14:creationId xmlns:p14="http://schemas.microsoft.com/office/powerpoint/2010/main" val="37441650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Different scenarios may require different approaches to implementation and optimization. The most important thing is to identify the approach best suited to each situation.</a:t>
            </a:r>
          </a:p>
          <a:p>
            <a:endParaRPr lang="en-US" altLang="zh-CN" dirty="0"/>
          </a:p>
          <a:p>
            <a:r>
              <a:rPr lang="en-US" altLang="zh-CN" dirty="0"/>
              <a:t>By introducing a methodology for improving the efficiency of complex, reusable AI scenarios, I hope this article provides useful ideas for how you work with AI in the future.</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35</a:t>
            </a:fld>
            <a:endParaRPr lang="zh-CN" altLang="en-US"/>
          </a:p>
        </p:txBody>
      </p:sp>
    </p:spTree>
    <p:extLst>
      <p:ext uri="{BB962C8B-B14F-4D97-AF65-F5344CB8AC3E}">
        <p14:creationId xmlns:p14="http://schemas.microsoft.com/office/powerpoint/2010/main" val="30908773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summarize, when communicating with AI, make sure that you clearly define the task’s objective, inputs, outputs, constraints, boundaries, and other relevant requirements.</a:t>
            </a:r>
          </a:p>
          <a:p>
            <a:endParaRPr lang="en-US" altLang="zh-CN" dirty="0"/>
          </a:p>
          <a:p>
            <a:r>
              <a:rPr lang="en-US" altLang="zh-CN" dirty="0"/>
              <a:t>Whenever possible, prepare the necessary data in advance. You can even use AI to implement fixed tools and Skill-based agents for essential workflow steps that are not inherently related to the LLM itself.</a:t>
            </a:r>
          </a:p>
          <a:p>
            <a:endParaRPr lang="en-US" altLang="zh-CN" dirty="0"/>
          </a:p>
          <a:p>
            <a:r>
              <a:rPr lang="en-US" altLang="zh-CN" dirty="0"/>
              <a:t>In this way, you can ultimately build AI services that are efficient, stable, controllable, and capable of consistently delivering high-quality results.</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36</a:t>
            </a:fld>
            <a:endParaRPr lang="zh-CN" altLang="en-US"/>
          </a:p>
        </p:txBody>
      </p:sp>
    </p:spTree>
    <p:extLst>
      <p:ext uri="{BB962C8B-B14F-4D97-AF65-F5344CB8AC3E}">
        <p14:creationId xmlns:p14="http://schemas.microsoft.com/office/powerpoint/2010/main" val="23902082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Hope it is helpful.</a:t>
            </a:r>
            <a:endParaRPr lang="zh-CN" altLang="en-US" dirty="0"/>
          </a:p>
        </p:txBody>
      </p:sp>
      <p:sp>
        <p:nvSpPr>
          <p:cNvPr id="4" name="灯片编号占位符 3"/>
          <p:cNvSpPr>
            <a:spLocks noGrp="1"/>
          </p:cNvSpPr>
          <p:nvPr>
            <p:ph type="sldNum" sz="quarter" idx="5"/>
          </p:nvPr>
        </p:nvSpPr>
        <p:spPr/>
        <p:txBody>
          <a:bodyPr/>
          <a:lstStyle/>
          <a:p>
            <a:fld id="{78E1C0AF-5C37-479F-9A25-DCB8FA08D562}" type="slidenum">
              <a:rPr lang="zh-CN" altLang="en-US" smtClean="0"/>
              <a:t>37</a:t>
            </a:fld>
            <a:endParaRPr lang="zh-CN" altLang="en-US"/>
          </a:p>
        </p:txBody>
      </p:sp>
    </p:spTree>
    <p:extLst>
      <p:ext uri="{BB962C8B-B14F-4D97-AF65-F5344CB8AC3E}">
        <p14:creationId xmlns:p14="http://schemas.microsoft.com/office/powerpoint/2010/main" val="984729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F3F8FB"/>
        </a:solidFill>
        <a:effectLst/>
      </p:bgPr>
    </p:bg>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06CD97F-76B7-FA94-482A-2BB33589B2A3}"/>
              </a:ext>
            </a:extLst>
          </p:cNvPr>
          <p:cNvSpPr>
            <a:spLocks noGrp="1"/>
          </p:cNvSpPr>
          <p:nvPr>
            <p:ph type="subTitle" idx="1"/>
          </p:nvPr>
        </p:nvSpPr>
        <p:spPr>
          <a:xfrm>
            <a:off x="0" y="4338000"/>
            <a:ext cx="12192000" cy="2520000"/>
          </a:xfrm>
          <a:gradFill>
            <a:gsLst>
              <a:gs pos="0">
                <a:srgbClr val="E3DAF4"/>
              </a:gs>
              <a:gs pos="100000">
                <a:srgbClr val="F3F8FB"/>
              </a:gs>
            </a:gsLst>
            <a:lin ang="5400000" scaled="1"/>
          </a:gradFill>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a:extLst>
              <a:ext uri="{FF2B5EF4-FFF2-40B4-BE49-F238E27FC236}">
                <a16:creationId xmlns:a16="http://schemas.microsoft.com/office/drawing/2014/main" id="{2DF73B69-093A-A998-7FAB-FE48E761EC56}"/>
              </a:ext>
            </a:extLst>
          </p:cNvPr>
          <p:cNvSpPr>
            <a:spLocks noGrp="1"/>
          </p:cNvSpPr>
          <p:nvPr>
            <p:ph type="ctrTitle"/>
          </p:nvPr>
        </p:nvSpPr>
        <p:spPr>
          <a:xfrm>
            <a:off x="1776000" y="2520000"/>
            <a:ext cx="8640000" cy="2304000"/>
          </a:xfrm>
          <a:prstGeom prst="roundRect">
            <a:avLst/>
          </a:prstGeom>
          <a:solidFill>
            <a:schemeClr val="bg1"/>
          </a:solidFill>
          <a:effectLst>
            <a:outerShdw blurRad="127000" algn="ctr" rotWithShape="0">
              <a:srgbClr val="6262B2">
                <a:alpha val="40000"/>
              </a:srgbClr>
            </a:outerShdw>
          </a:effectLst>
        </p:spPr>
        <p:txBody>
          <a:bodyPr anchor="ctr"/>
          <a:lstStyle>
            <a:lvl1pPr algn="ctr">
              <a:defRPr sz="4800"/>
            </a:lvl1pPr>
          </a:lstStyle>
          <a:p>
            <a:r>
              <a:rPr lang="zh-CN" altLang="en-US" dirty="0"/>
              <a:t>单击此处编辑母版标题样式</a:t>
            </a:r>
          </a:p>
        </p:txBody>
      </p:sp>
      <p:sp>
        <p:nvSpPr>
          <p:cNvPr id="17" name="文本占位符 16">
            <a:extLst>
              <a:ext uri="{FF2B5EF4-FFF2-40B4-BE49-F238E27FC236}">
                <a16:creationId xmlns:a16="http://schemas.microsoft.com/office/drawing/2014/main" id="{6A98D416-8092-DA4A-A35D-41AF0C2F0505}"/>
              </a:ext>
            </a:extLst>
          </p:cNvPr>
          <p:cNvSpPr>
            <a:spLocks noGrp="1"/>
          </p:cNvSpPr>
          <p:nvPr>
            <p:ph type="body" sz="quarter" idx="10"/>
          </p:nvPr>
        </p:nvSpPr>
        <p:spPr>
          <a:xfrm>
            <a:off x="6960000" y="463090"/>
            <a:ext cx="3456000" cy="431800"/>
          </a:xfrm>
          <a:prstGeom prst="roundRect">
            <a:avLst>
              <a:gd name="adj" fmla="val 50000"/>
            </a:avLst>
          </a:prstGeom>
          <a:solidFill>
            <a:srgbClr val="DCD9F5"/>
          </a:solidFill>
          <a:ln>
            <a:solidFill>
              <a:schemeClr val="bg1"/>
            </a:solidFill>
          </a:ln>
        </p:spPr>
        <p:txBody>
          <a:bodyPr>
            <a:noAutofit/>
          </a:bodyPr>
          <a:lstStyle>
            <a:lvl1pPr algn="ctr">
              <a:buNone/>
              <a:defRPr sz="1800"/>
            </a:lvl1pPr>
          </a:lstStyle>
          <a:p>
            <a:pPr lvl="0"/>
            <a:endParaRPr lang="zh-CN" altLang="en-US" dirty="0"/>
          </a:p>
        </p:txBody>
      </p:sp>
    </p:spTree>
    <p:extLst>
      <p:ext uri="{BB962C8B-B14F-4D97-AF65-F5344CB8AC3E}">
        <p14:creationId xmlns:p14="http://schemas.microsoft.com/office/powerpoint/2010/main" val="286475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945DD8-E87C-7E9C-279D-9ECBE888459A}"/>
              </a:ext>
            </a:extLst>
          </p:cNvPr>
          <p:cNvSpPr>
            <a:spLocks noGrp="1"/>
          </p:cNvSpPr>
          <p:nvPr>
            <p:ph type="title"/>
          </p:nvPr>
        </p:nvSpPr>
        <p:spPr>
          <a:xfrm>
            <a:off x="0" y="360000"/>
            <a:ext cx="7200000" cy="720000"/>
          </a:xfrm>
          <a:prstGeom prst="round1Rect">
            <a:avLst/>
          </a:prstGeom>
          <a:solidFill>
            <a:srgbClr val="E3DAF4"/>
          </a:solidFill>
        </p:spPr>
        <p:txBody>
          <a:bodyPr lIns="720000" tIns="36000" rIns="72000" bIns="36000"/>
          <a:lstStyle>
            <a:lvl1pPr>
              <a:defRPr sz="32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FC85F01B-4157-3CD6-BD5F-32FC30DBC159}"/>
              </a:ext>
            </a:extLst>
          </p:cNvPr>
          <p:cNvSpPr>
            <a:spLocks noGrp="1"/>
          </p:cNvSpPr>
          <p:nvPr>
            <p:ph idx="1"/>
          </p:nvPr>
        </p:nvSpPr>
        <p:spPr>
          <a:xfrm>
            <a:off x="696000" y="1533130"/>
            <a:ext cx="10800000" cy="5040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537680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8EEC484E-6117-F35A-2B02-AEB192637C78}"/>
              </a:ext>
            </a:extLst>
          </p:cNvPr>
          <p:cNvSpPr/>
          <p:nvPr userDrawn="1"/>
        </p:nvSpPr>
        <p:spPr>
          <a:xfrm>
            <a:off x="696000" y="4715997"/>
            <a:ext cx="10800000" cy="1008000"/>
          </a:xfrm>
          <a:prstGeom prst="roundRect">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13">
            <a:extLst>
              <a:ext uri="{FF2B5EF4-FFF2-40B4-BE49-F238E27FC236}">
                <a16:creationId xmlns:a16="http://schemas.microsoft.com/office/drawing/2014/main" id="{019E28F1-2042-C10C-2835-A34C7C5868ED}"/>
              </a:ext>
            </a:extLst>
          </p:cNvPr>
          <p:cNvSpPr>
            <a:spLocks noGrp="1"/>
          </p:cNvSpPr>
          <p:nvPr>
            <p:ph type="body" sz="quarter" idx="10"/>
          </p:nvPr>
        </p:nvSpPr>
        <p:spPr>
          <a:xfrm>
            <a:off x="0" y="864000"/>
            <a:ext cx="8640000" cy="1440000"/>
          </a:xfrm>
          <a:gradFill flip="none" rotWithShape="1">
            <a:gsLst>
              <a:gs pos="0">
                <a:srgbClr val="E3DAF4"/>
              </a:gs>
              <a:gs pos="100000">
                <a:srgbClr val="C0ADD7"/>
              </a:gs>
            </a:gsLst>
            <a:lin ang="10800000" scaled="1"/>
            <a:tileRect/>
          </a:gradFill>
        </p:spPr>
        <p:txBody>
          <a:bodyPr lIns="1440000" tIns="144000" rIns="720000" bIns="360000" anchor="ctr"/>
          <a:lstStyle>
            <a:lvl1pPr>
              <a:buNone/>
              <a:defRPr sz="3200">
                <a:solidFill>
                  <a:srgbClr val="8A7DAF"/>
                </a:solidFill>
              </a:defRPr>
            </a:lvl1pPr>
            <a:lvl2pPr>
              <a:buNone/>
              <a:defRPr/>
            </a:lvl2pPr>
          </a:lstStyle>
          <a:p>
            <a:pPr lvl="0"/>
            <a:r>
              <a:rPr lang="zh-CN" altLang="en-US" dirty="0"/>
              <a:t>单击此处编辑母版文本样式</a:t>
            </a:r>
          </a:p>
        </p:txBody>
      </p:sp>
      <p:sp>
        <p:nvSpPr>
          <p:cNvPr id="3" name="文本占位符 2">
            <a:extLst>
              <a:ext uri="{FF2B5EF4-FFF2-40B4-BE49-F238E27FC236}">
                <a16:creationId xmlns:a16="http://schemas.microsoft.com/office/drawing/2014/main" id="{1D4BDEB0-B1EE-CAA9-00E6-E478EC048D7B}"/>
              </a:ext>
            </a:extLst>
          </p:cNvPr>
          <p:cNvSpPr>
            <a:spLocks noGrp="1"/>
          </p:cNvSpPr>
          <p:nvPr>
            <p:ph type="body" idx="1"/>
          </p:nvPr>
        </p:nvSpPr>
        <p:spPr>
          <a:xfrm>
            <a:off x="1776000" y="4247997"/>
            <a:ext cx="8640000" cy="1944000"/>
          </a:xfrm>
          <a:prstGeom prst="roundRect">
            <a:avLst/>
          </a:prstGeom>
          <a:solidFill>
            <a:srgbClr val="E3DAF4"/>
          </a:solidFill>
          <a:ln>
            <a:solidFill>
              <a:srgbClr val="C0ADD7"/>
            </a:solidFill>
          </a:ln>
        </p:spPr>
        <p:txBody>
          <a:bodyPr lIns="360000" tIns="216000" rIns="360000" bIns="216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dirty="0"/>
              <a:t>单击此处编辑母版文本样式</a:t>
            </a:r>
          </a:p>
        </p:txBody>
      </p:sp>
      <p:sp>
        <p:nvSpPr>
          <p:cNvPr id="2" name="标题 1">
            <a:extLst>
              <a:ext uri="{FF2B5EF4-FFF2-40B4-BE49-F238E27FC236}">
                <a16:creationId xmlns:a16="http://schemas.microsoft.com/office/drawing/2014/main" id="{DE76EF3F-3C9B-E62E-D7FD-B9FB60C34FB0}"/>
              </a:ext>
            </a:extLst>
          </p:cNvPr>
          <p:cNvSpPr>
            <a:spLocks noGrp="1"/>
          </p:cNvSpPr>
          <p:nvPr>
            <p:ph type="title"/>
          </p:nvPr>
        </p:nvSpPr>
        <p:spPr>
          <a:xfrm>
            <a:off x="1776000" y="2015997"/>
            <a:ext cx="8640000" cy="1800000"/>
          </a:xfrm>
          <a:prstGeom prst="roundRect">
            <a:avLst/>
          </a:prstGeom>
          <a:solidFill>
            <a:schemeClr val="bg1"/>
          </a:solidFill>
          <a:effectLst>
            <a:outerShdw blurRad="127000" algn="ctr" rotWithShape="0">
              <a:srgbClr val="6262B2">
                <a:alpha val="40000"/>
              </a:srgbClr>
            </a:outerShdw>
          </a:effectLst>
        </p:spPr>
        <p:txBody>
          <a:bodyPr lIns="360000" tIns="144000" rIns="360000" bIns="144000" anchor="ctr"/>
          <a:lstStyle>
            <a:lvl1pPr algn="ctr">
              <a:defRPr sz="3600"/>
            </a:lvl1pPr>
          </a:lstStyle>
          <a:p>
            <a:r>
              <a:rPr lang="zh-CN" altLang="en-US"/>
              <a:t>单击此处编辑母版标题样式</a:t>
            </a:r>
          </a:p>
        </p:txBody>
      </p:sp>
    </p:spTree>
    <p:extLst>
      <p:ext uri="{BB962C8B-B14F-4D97-AF65-F5344CB8AC3E}">
        <p14:creationId xmlns:p14="http://schemas.microsoft.com/office/powerpoint/2010/main" val="2043098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9B801-B262-137C-907A-3B148F746E0E}"/>
              </a:ext>
            </a:extLst>
          </p:cNvPr>
          <p:cNvSpPr>
            <a:spLocks noGrp="1"/>
          </p:cNvSpPr>
          <p:nvPr>
            <p:ph type="title"/>
          </p:nvPr>
        </p:nvSpPr>
        <p:spPr>
          <a:xfrm>
            <a:off x="0" y="363071"/>
            <a:ext cx="7200000" cy="720000"/>
          </a:xfrm>
          <a:solidFill>
            <a:srgbClr val="E3DAF4"/>
          </a:solidFill>
        </p:spPr>
        <p:txBody>
          <a:bodyPr lIns="720000" tIns="36000" rIns="72000" bIns="36000"/>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82CF60C-8848-73EA-6ADC-DD0FE981A38B}"/>
              </a:ext>
            </a:extLst>
          </p:cNvPr>
          <p:cNvSpPr>
            <a:spLocks noGrp="1"/>
          </p:cNvSpPr>
          <p:nvPr>
            <p:ph sz="half" idx="1"/>
          </p:nvPr>
        </p:nvSpPr>
        <p:spPr>
          <a:xfrm>
            <a:off x="696000" y="1825625"/>
            <a:ext cx="5328000" cy="4608000"/>
          </a:xfrm>
          <a:prstGeom prst="roundRect">
            <a:avLst>
              <a:gd name="adj" fmla="val 5724"/>
            </a:avLst>
          </a:prstGeom>
          <a:gradFill>
            <a:gsLst>
              <a:gs pos="0">
                <a:schemeClr val="bg1"/>
              </a:gs>
              <a:gs pos="100000">
                <a:srgbClr val="FAF7F3"/>
              </a:gs>
            </a:gsLst>
            <a:lin ang="5400000" scaled="1"/>
          </a:gradFill>
          <a:effectLst>
            <a:outerShdw blurRad="127000" algn="ctr" rotWithShape="0">
              <a:srgbClr val="6262B2">
                <a:alpha val="40000"/>
              </a:srgbClr>
            </a:outerShdw>
          </a:effectLst>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a:extLst>
              <a:ext uri="{FF2B5EF4-FFF2-40B4-BE49-F238E27FC236}">
                <a16:creationId xmlns:a16="http://schemas.microsoft.com/office/drawing/2014/main" id="{0C4EE487-C4CA-135B-5646-64990B44A357}"/>
              </a:ext>
            </a:extLst>
          </p:cNvPr>
          <p:cNvSpPr>
            <a:spLocks noGrp="1"/>
          </p:cNvSpPr>
          <p:nvPr>
            <p:ph sz="half" idx="2"/>
          </p:nvPr>
        </p:nvSpPr>
        <p:spPr>
          <a:xfrm>
            <a:off x="6168002" y="1825625"/>
            <a:ext cx="5328000" cy="4608000"/>
          </a:xfrm>
          <a:prstGeom prst="roundRect">
            <a:avLst>
              <a:gd name="adj" fmla="val 6016"/>
            </a:avLst>
          </a:prstGeom>
          <a:gradFill>
            <a:gsLst>
              <a:gs pos="0">
                <a:schemeClr val="bg1"/>
              </a:gs>
              <a:gs pos="100000">
                <a:srgbClr val="FAF7F3"/>
              </a:gs>
            </a:gsLst>
            <a:lin ang="5400000" scaled="1"/>
          </a:gradFill>
          <a:effectLst>
            <a:outerShdw blurRad="127000" algn="ctr" rotWithShape="0">
              <a:srgbClr val="6262B2">
                <a:alpha val="40000"/>
              </a:srgbClr>
            </a:outerShdw>
          </a:effectLst>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421489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E0ECFB-0FAE-D1A3-9CCE-8993C8A22CFE}"/>
              </a:ext>
            </a:extLst>
          </p:cNvPr>
          <p:cNvSpPr>
            <a:spLocks noGrp="1"/>
          </p:cNvSpPr>
          <p:nvPr>
            <p:ph type="title"/>
          </p:nvPr>
        </p:nvSpPr>
        <p:spPr>
          <a:xfrm>
            <a:off x="0" y="355600"/>
            <a:ext cx="7200000" cy="720000"/>
          </a:xfrm>
          <a:solidFill>
            <a:srgbClr val="E3DAF4"/>
          </a:solidFill>
        </p:spPr>
        <p:txBody>
          <a:bodyPr lIns="720000" tIns="36000" rIns="72000" bIns="36000"/>
          <a:lstStyle>
            <a:lvl1pPr>
              <a:defRPr sz="3200"/>
            </a:lvl1pPr>
          </a:lstStyle>
          <a:p>
            <a:r>
              <a:rPr lang="zh-CN" altLang="en-US"/>
              <a:t>单击此处编辑母版标题样式</a:t>
            </a:r>
          </a:p>
        </p:txBody>
      </p:sp>
      <p:sp>
        <p:nvSpPr>
          <p:cNvPr id="3" name="文本占位符 2">
            <a:extLst>
              <a:ext uri="{FF2B5EF4-FFF2-40B4-BE49-F238E27FC236}">
                <a16:creationId xmlns:a16="http://schemas.microsoft.com/office/drawing/2014/main" id="{63D2B315-AB7D-33BE-32E6-0473BD601659}"/>
              </a:ext>
            </a:extLst>
          </p:cNvPr>
          <p:cNvSpPr>
            <a:spLocks noGrp="1"/>
          </p:cNvSpPr>
          <p:nvPr>
            <p:ph type="body" idx="1"/>
          </p:nvPr>
        </p:nvSpPr>
        <p:spPr>
          <a:xfrm>
            <a:off x="695999" y="1681163"/>
            <a:ext cx="5328000" cy="792000"/>
          </a:xfrm>
          <a:prstGeom prst="round2SameRect">
            <a:avLst/>
          </a:prstGeom>
          <a:gradFill>
            <a:gsLst>
              <a:gs pos="0">
                <a:srgbClr val="DAE6F4"/>
              </a:gs>
              <a:gs pos="100000">
                <a:srgbClr val="DCD9F5"/>
              </a:gs>
            </a:gsLst>
            <a:lin ang="5400000" scaled="1"/>
          </a:gradFill>
          <a:effectLst>
            <a:outerShdw blurRad="63500" dist="38100" dir="16200000" rotWithShape="0">
              <a:srgbClr val="6262B2">
                <a:alpha val="40000"/>
              </a:srgbClr>
            </a:outerShdw>
          </a:effectLst>
        </p:spPr>
        <p:txBody>
          <a:bodyPr lIns="108000" tIns="108000" rIns="108000" bIns="108000"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58B81D-65AD-D0FA-9036-1142E31BDD29}"/>
              </a:ext>
            </a:extLst>
          </p:cNvPr>
          <p:cNvSpPr>
            <a:spLocks noGrp="1"/>
          </p:cNvSpPr>
          <p:nvPr>
            <p:ph sz="half" idx="2"/>
          </p:nvPr>
        </p:nvSpPr>
        <p:spPr>
          <a:xfrm>
            <a:off x="695997" y="2505075"/>
            <a:ext cx="5328000" cy="3888000"/>
          </a:xfrm>
          <a:prstGeom prst="round2SameRect">
            <a:avLst>
              <a:gd name="adj1" fmla="val 0"/>
              <a:gd name="adj2" fmla="val 5361"/>
            </a:avLst>
          </a:prstGeom>
          <a:gradFill>
            <a:gsLst>
              <a:gs pos="0">
                <a:schemeClr val="bg1"/>
              </a:gs>
              <a:gs pos="100000">
                <a:srgbClr val="F3F8FB"/>
              </a:gs>
            </a:gsLst>
            <a:lin ang="5400000" scaled="1"/>
          </a:gradFill>
          <a:effectLst>
            <a:outerShdw blurRad="76200" dist="38100" dir="5400000" algn="t" rotWithShape="0">
              <a:srgbClr val="D7C1AD">
                <a:alpha val="40000"/>
              </a:srgbClr>
            </a:outerShdw>
          </a:effectLst>
        </p:spPr>
        <p:txBody>
          <a:bodyPr lIns="144000" tIns="72000" rIns="144000" bIns="7200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文本占位符 4">
            <a:extLst>
              <a:ext uri="{FF2B5EF4-FFF2-40B4-BE49-F238E27FC236}">
                <a16:creationId xmlns:a16="http://schemas.microsoft.com/office/drawing/2014/main" id="{EB79E0F0-2792-D4F7-F2E7-FAD48EC73440}"/>
              </a:ext>
            </a:extLst>
          </p:cNvPr>
          <p:cNvSpPr>
            <a:spLocks noGrp="1"/>
          </p:cNvSpPr>
          <p:nvPr>
            <p:ph type="body" sz="quarter" idx="3"/>
          </p:nvPr>
        </p:nvSpPr>
        <p:spPr>
          <a:xfrm>
            <a:off x="6168003" y="1681163"/>
            <a:ext cx="5328000" cy="823912"/>
          </a:xfrm>
          <a:prstGeom prst="round2SameRect">
            <a:avLst/>
          </a:prstGeom>
          <a:gradFill>
            <a:gsLst>
              <a:gs pos="0">
                <a:srgbClr val="DAE6F4"/>
              </a:gs>
              <a:gs pos="100000">
                <a:srgbClr val="DCD9F5"/>
              </a:gs>
            </a:gsLst>
            <a:lin ang="5400000" scaled="1"/>
          </a:gradFill>
          <a:effectLst>
            <a:outerShdw blurRad="63500" dist="38100" dir="16200000" rotWithShape="0">
              <a:srgbClr val="6262B2">
                <a:alpha val="40000"/>
              </a:srgbClr>
            </a:outerShdw>
          </a:effectLst>
        </p:spPr>
        <p:txBody>
          <a:bodyPr lIns="108000" tIns="108000" rIns="108000" bIns="108000"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620EB7D-2970-CD97-7A4D-0F91F148FCC9}"/>
              </a:ext>
            </a:extLst>
          </p:cNvPr>
          <p:cNvSpPr>
            <a:spLocks noGrp="1"/>
          </p:cNvSpPr>
          <p:nvPr>
            <p:ph sz="quarter" idx="4"/>
          </p:nvPr>
        </p:nvSpPr>
        <p:spPr>
          <a:xfrm>
            <a:off x="6168001" y="2505075"/>
            <a:ext cx="5328000" cy="3888000"/>
          </a:xfrm>
          <a:prstGeom prst="round2SameRect">
            <a:avLst>
              <a:gd name="adj1" fmla="val 0"/>
              <a:gd name="adj2" fmla="val 4670"/>
            </a:avLst>
          </a:prstGeom>
          <a:gradFill>
            <a:gsLst>
              <a:gs pos="0">
                <a:schemeClr val="bg1"/>
              </a:gs>
              <a:gs pos="100000">
                <a:srgbClr val="F3F8FB"/>
              </a:gs>
            </a:gsLst>
            <a:lin ang="5400000" scaled="1"/>
          </a:gradFill>
          <a:effectLst>
            <a:outerShdw blurRad="76200" dist="38100" dir="5400000" algn="t" rotWithShape="0">
              <a:srgbClr val="D7C1AD">
                <a:alpha val="40000"/>
              </a:srgbClr>
            </a:outerShdw>
          </a:effectLst>
        </p:spPr>
        <p:txBody>
          <a:bodyPr lIns="144000" tIns="72000" rIns="144000" bIns="7200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413930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0BE46-58CA-4AA9-3B96-592F1FF87539}"/>
              </a:ext>
            </a:extLst>
          </p:cNvPr>
          <p:cNvSpPr>
            <a:spLocks noGrp="1"/>
          </p:cNvSpPr>
          <p:nvPr>
            <p:ph type="title"/>
          </p:nvPr>
        </p:nvSpPr>
        <p:spPr>
          <a:xfrm>
            <a:off x="0" y="360000"/>
            <a:ext cx="7200000" cy="720000"/>
          </a:xfrm>
          <a:solidFill>
            <a:srgbClr val="E3DAF4"/>
          </a:solidFill>
        </p:spPr>
        <p:txBody>
          <a:bodyPr lIns="720000" tIns="36000" rIns="72000" bIns="36000"/>
          <a:lstStyle>
            <a:lvl1pPr>
              <a:defRPr sz="3200"/>
            </a:lvl1pPr>
          </a:lstStyle>
          <a:p>
            <a:r>
              <a:rPr lang="zh-CN" altLang="en-US"/>
              <a:t>单击此处编辑母版标题样式</a:t>
            </a:r>
          </a:p>
        </p:txBody>
      </p:sp>
    </p:spTree>
    <p:extLst>
      <p:ext uri="{BB962C8B-B14F-4D97-AF65-F5344CB8AC3E}">
        <p14:creationId xmlns:p14="http://schemas.microsoft.com/office/powerpoint/2010/main" val="102389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7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B3F0C-5CEC-58CD-A15B-DC956C986D83}"/>
              </a:ext>
            </a:extLst>
          </p:cNvPr>
          <p:cNvSpPr>
            <a:spLocks noGrp="1"/>
          </p:cNvSpPr>
          <p:nvPr>
            <p:ph type="title"/>
          </p:nvPr>
        </p:nvSpPr>
        <p:spPr>
          <a:xfrm>
            <a:off x="839788" y="457200"/>
            <a:ext cx="3932237" cy="1600200"/>
          </a:xfrm>
          <a:solidFill>
            <a:srgbClr val="E3DAF4"/>
          </a:solidFill>
          <a:effectLst>
            <a:outerShdw blurRad="76200" dist="38100" dir="16200000" rotWithShape="0">
              <a:srgbClr val="6262B2">
                <a:alpha val="40000"/>
              </a:srgbClr>
            </a:outerShdw>
          </a:effectLst>
        </p:spPr>
        <p:txBody>
          <a:bodyPr anchor="b"/>
          <a:lstStyle>
            <a:lvl1pPr>
              <a:defRPr sz="32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0BF747D5-1AA1-BFC7-6C58-D8127A2C27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06F8E87-330D-23D2-1092-5DE6D5123CBE}"/>
              </a:ext>
            </a:extLst>
          </p:cNvPr>
          <p:cNvSpPr>
            <a:spLocks noGrp="1"/>
          </p:cNvSpPr>
          <p:nvPr>
            <p:ph type="body" sz="half" idx="2"/>
          </p:nvPr>
        </p:nvSpPr>
        <p:spPr>
          <a:xfrm>
            <a:off x="839788" y="2057400"/>
            <a:ext cx="3932237" cy="3811588"/>
          </a:xfrm>
          <a:solidFill>
            <a:schemeClr val="bg1"/>
          </a:solidFill>
          <a:effectLst>
            <a:outerShdw blurRad="76200" dist="38100" dir="5400000" algn="t" rotWithShape="0">
              <a:srgbClr val="8C6644">
                <a:alpha val="40000"/>
              </a:srgbClr>
            </a:outerShdw>
          </a:effectLst>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895642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C6563B-6846-D5CE-2918-DD3BB1AB6F46}"/>
              </a:ext>
            </a:extLst>
          </p:cNvPr>
          <p:cNvSpPr>
            <a:spLocks noGrp="1"/>
          </p:cNvSpPr>
          <p:nvPr>
            <p:ph type="title"/>
          </p:nvPr>
        </p:nvSpPr>
        <p:spPr>
          <a:xfrm>
            <a:off x="0" y="360000"/>
            <a:ext cx="7200000" cy="720000"/>
          </a:xfrm>
          <a:solidFill>
            <a:srgbClr val="E3DAF4"/>
          </a:solidFill>
        </p:spPr>
        <p:txBody>
          <a:bodyPr lIns="720000" tIns="36000" rIns="72000" bIns="36000"/>
          <a:lstStyle>
            <a:lvl1pPr>
              <a:defRPr sz="3200"/>
            </a:lvl1pPr>
          </a:lstStyle>
          <a:p>
            <a:r>
              <a:rPr lang="zh-CN" altLang="en-US"/>
              <a:t>单击此处编辑母版标题样式</a:t>
            </a:r>
          </a:p>
        </p:txBody>
      </p:sp>
      <p:sp>
        <p:nvSpPr>
          <p:cNvPr id="3" name="竖排文字占位符 2">
            <a:extLst>
              <a:ext uri="{FF2B5EF4-FFF2-40B4-BE49-F238E27FC236}">
                <a16:creationId xmlns:a16="http://schemas.microsoft.com/office/drawing/2014/main" id="{F8C5ED8E-C81A-62BF-EC6A-6D5E0025AA41}"/>
              </a:ext>
            </a:extLst>
          </p:cNvPr>
          <p:cNvSpPr>
            <a:spLocks noGrp="1"/>
          </p:cNvSpPr>
          <p:nvPr>
            <p:ph type="body" orient="vert" idx="1"/>
          </p:nvPr>
        </p:nvSpPr>
        <p:spPr>
          <a:xfrm>
            <a:off x="696000" y="1825625"/>
            <a:ext cx="10800000" cy="4608000"/>
          </a:xfrm>
        </p:spPr>
        <p:txBody>
          <a:bodyPr vert="eaVert"/>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608756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13571F-75AC-B92E-D9AA-BB63C9D845E0}"/>
              </a:ext>
            </a:extLst>
          </p:cNvPr>
          <p:cNvSpPr>
            <a:spLocks noGrp="1"/>
          </p:cNvSpPr>
          <p:nvPr>
            <p:ph type="title" orient="vert"/>
          </p:nvPr>
        </p:nvSpPr>
        <p:spPr>
          <a:xfrm>
            <a:off x="10056000" y="360000"/>
            <a:ext cx="1440000" cy="5760000"/>
          </a:xfrm>
          <a:gradFill>
            <a:gsLst>
              <a:gs pos="0">
                <a:srgbClr val="E3DAF4"/>
              </a:gs>
              <a:gs pos="100000">
                <a:srgbClr val="C0ADD7"/>
              </a:gs>
            </a:gsLst>
            <a:lin ang="5400000" scaled="1"/>
          </a:gradFill>
        </p:spPr>
        <p:txBody>
          <a:bodyPr vert="eaVert"/>
          <a:lstStyle>
            <a:lvl1pPr>
              <a:defRPr sz="3200"/>
            </a:lvl1pPr>
          </a:lstStyle>
          <a:p>
            <a:r>
              <a:rPr lang="zh-CN" altLang="en-US"/>
              <a:t>单击此处编辑母版标题样式</a:t>
            </a:r>
          </a:p>
        </p:txBody>
      </p:sp>
      <p:sp>
        <p:nvSpPr>
          <p:cNvPr id="3" name="竖排文字占位符 2">
            <a:extLst>
              <a:ext uri="{FF2B5EF4-FFF2-40B4-BE49-F238E27FC236}">
                <a16:creationId xmlns:a16="http://schemas.microsoft.com/office/drawing/2014/main" id="{38373A9B-40D8-7E1A-D796-E563DDB8C345}"/>
              </a:ext>
            </a:extLst>
          </p:cNvPr>
          <p:cNvSpPr>
            <a:spLocks noGrp="1"/>
          </p:cNvSpPr>
          <p:nvPr>
            <p:ph type="body" orient="vert" idx="1"/>
          </p:nvPr>
        </p:nvSpPr>
        <p:spPr>
          <a:xfrm>
            <a:off x="696000" y="360000"/>
            <a:ext cx="9144000" cy="5760000"/>
          </a:xfrm>
          <a:ln>
            <a:solidFill>
              <a:srgbClr val="8C6644"/>
            </a:solidFill>
          </a:ln>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50900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3FBFB"/>
            </a:gs>
            <a:gs pos="100000">
              <a:srgbClr val="DCD9F5"/>
            </a:gs>
          </a:gsLst>
          <a:lin ang="5400000" scaled="1"/>
          <a:tileRect/>
        </a:gra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D9BEC3-2A97-7F8F-E008-892EF9480107}"/>
              </a:ext>
            </a:extLst>
          </p:cNvPr>
          <p:cNvSpPr>
            <a:spLocks noGrp="1"/>
          </p:cNvSpPr>
          <p:nvPr>
            <p:ph type="title"/>
          </p:nvPr>
        </p:nvSpPr>
        <p:spPr>
          <a:xfrm>
            <a:off x="838200" y="365125"/>
            <a:ext cx="10515600" cy="1325563"/>
          </a:xfrm>
          <a:prstGeom prst="round1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BEEE7C3-E2A3-CA18-E98A-C3AFFDD58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04A983-9E31-97AF-EE28-0A9887D89B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30D9BC-B139-4C9F-9CF1-A29332ADED4D}"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277F2E84-026B-FF50-8EDC-5D63745128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2EEFE67-27F4-22D3-D766-22868C480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E8E241-9ED7-48C4-861C-4969A0BD8266}" type="slidenum">
              <a:rPr lang="zh-CN" altLang="en-US" smtClean="0"/>
              <a:t>‹#›</a:t>
            </a:fld>
            <a:endParaRPr lang="zh-CN" altLang="en-US"/>
          </a:p>
        </p:txBody>
      </p:sp>
    </p:spTree>
    <p:extLst>
      <p:ext uri="{BB962C8B-B14F-4D97-AF65-F5344CB8AC3E}">
        <p14:creationId xmlns:p14="http://schemas.microsoft.com/office/powerpoint/2010/main" val="1642163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17321DCF-9C33-34E8-B531-7A1A29A15CB3}"/>
              </a:ext>
            </a:extLst>
          </p:cNvPr>
          <p:cNvSpPr>
            <a:spLocks noGrp="1"/>
          </p:cNvSpPr>
          <p:nvPr>
            <p:ph type="subTitle" idx="1"/>
          </p:nvPr>
        </p:nvSpPr>
        <p:spPr/>
        <p:txBody>
          <a:bodyPr>
            <a:normAutofit/>
          </a:bodyPr>
          <a:lstStyle/>
          <a:p>
            <a:r>
              <a:rPr lang="en-US" altLang="zh-CN" sz="2000" dirty="0"/>
              <a:t>Improve AI efficiency and accuracy</a:t>
            </a:r>
            <a:br>
              <a:rPr lang="en-US" altLang="zh-CN" sz="2000" dirty="0"/>
            </a:br>
            <a:r>
              <a:rPr lang="en-US" altLang="zh-CN" sz="2000" dirty="0"/>
              <a:t>through appropriate engineering practices</a:t>
            </a:r>
          </a:p>
        </p:txBody>
      </p:sp>
      <p:sp>
        <p:nvSpPr>
          <p:cNvPr id="4" name="标题 3">
            <a:extLst>
              <a:ext uri="{FF2B5EF4-FFF2-40B4-BE49-F238E27FC236}">
                <a16:creationId xmlns:a16="http://schemas.microsoft.com/office/drawing/2014/main" id="{A38F1746-0A1F-7D7A-FB8B-EE349A2A3B0A}"/>
              </a:ext>
            </a:extLst>
          </p:cNvPr>
          <p:cNvSpPr>
            <a:spLocks noGrp="1"/>
          </p:cNvSpPr>
          <p:nvPr>
            <p:ph type="ctrTitle"/>
          </p:nvPr>
        </p:nvSpPr>
        <p:spPr/>
        <p:txBody>
          <a:bodyPr/>
          <a:lstStyle/>
          <a:p>
            <a:r>
              <a:rPr lang="en-US" altLang="zh-CN" dirty="0"/>
              <a:t>Your Mind Skill</a:t>
            </a:r>
            <a:endParaRPr lang="zh-CN" altLang="en-US" dirty="0"/>
          </a:p>
        </p:txBody>
      </p:sp>
      <p:sp>
        <p:nvSpPr>
          <p:cNvPr id="9" name="文本占位符 8">
            <a:extLst>
              <a:ext uri="{FF2B5EF4-FFF2-40B4-BE49-F238E27FC236}">
                <a16:creationId xmlns:a16="http://schemas.microsoft.com/office/drawing/2014/main" id="{F743D7CE-8D1D-49A5-6D7D-AB44D14BE3C7}"/>
              </a:ext>
            </a:extLst>
          </p:cNvPr>
          <p:cNvSpPr>
            <a:spLocks noGrp="1"/>
          </p:cNvSpPr>
          <p:nvPr>
            <p:ph type="body" sz="quarter" idx="10"/>
          </p:nvPr>
        </p:nvSpPr>
        <p:spPr/>
        <p:txBody>
          <a:bodyPr/>
          <a:lstStyle/>
          <a:p>
            <a:r>
              <a:rPr lang="en-US" altLang="zh-CN" dirty="0"/>
              <a:t>Kingcean Tuan  ·  Sep 2026</a:t>
            </a:r>
            <a:endParaRPr lang="zh-CN" altLang="en-US" dirty="0"/>
          </a:p>
        </p:txBody>
      </p:sp>
      <p:pic>
        <p:nvPicPr>
          <p:cNvPr id="3" name="图片 2">
            <a:extLst>
              <a:ext uri="{FF2B5EF4-FFF2-40B4-BE49-F238E27FC236}">
                <a16:creationId xmlns:a16="http://schemas.microsoft.com/office/drawing/2014/main" id="{53678DC4-760D-324C-6A46-936805A4E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6000" y="463090"/>
            <a:ext cx="431800" cy="431800"/>
          </a:xfrm>
          <a:prstGeom prst="rect">
            <a:avLst/>
          </a:prstGeom>
        </p:spPr>
      </p:pic>
    </p:spTree>
    <p:extLst>
      <p:ext uri="{BB962C8B-B14F-4D97-AF65-F5344CB8AC3E}">
        <p14:creationId xmlns:p14="http://schemas.microsoft.com/office/powerpoint/2010/main" val="64145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8F90B-D83E-16B1-5750-A6DFECAFE22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D69A077-8D07-1367-A286-381678F6F187}"/>
              </a:ext>
            </a:extLst>
          </p:cNvPr>
          <p:cNvSpPr>
            <a:spLocks noGrp="1"/>
          </p:cNvSpPr>
          <p:nvPr>
            <p:ph type="title"/>
          </p:nvPr>
        </p:nvSpPr>
        <p:spPr/>
        <p:txBody>
          <a:bodyPr/>
          <a:lstStyle/>
          <a:p>
            <a:r>
              <a:rPr lang="en-US" altLang="zh-CN" dirty="0"/>
              <a:t>AI Powers Everything</a:t>
            </a:r>
            <a:endParaRPr lang="zh-CN" altLang="en-US" dirty="0"/>
          </a:p>
        </p:txBody>
      </p:sp>
      <p:sp>
        <p:nvSpPr>
          <p:cNvPr id="3" name="内容占位符 2">
            <a:extLst>
              <a:ext uri="{FF2B5EF4-FFF2-40B4-BE49-F238E27FC236}">
                <a16:creationId xmlns:a16="http://schemas.microsoft.com/office/drawing/2014/main" id="{0517B78A-1D72-CF5F-297D-44F2D7873A05}"/>
              </a:ext>
            </a:extLst>
          </p:cNvPr>
          <p:cNvSpPr>
            <a:spLocks noGrp="1"/>
          </p:cNvSpPr>
          <p:nvPr>
            <p:ph idx="1"/>
          </p:nvPr>
        </p:nvSpPr>
        <p:spPr>
          <a:xfrm>
            <a:off x="696000" y="1533130"/>
            <a:ext cx="5040000" cy="4320000"/>
          </a:xfrm>
          <a:prstGeom prst="roundRect">
            <a:avLst/>
          </a:prstGeom>
          <a:solidFill>
            <a:schemeClr val="bg1"/>
          </a:solidFill>
          <a:effectLst>
            <a:outerShdw blurRad="127000" algn="ctr" rotWithShape="0">
              <a:srgbClr val="D7C1AD">
                <a:alpha val="40000"/>
              </a:srgbClr>
            </a:outerShdw>
          </a:effectLst>
        </p:spPr>
        <p:txBody>
          <a:bodyPr anchor="ctr">
            <a:normAutofit/>
          </a:bodyPr>
          <a:lstStyle/>
          <a:p>
            <a:pPr marL="0" indent="0" algn="ctr">
              <a:buNone/>
            </a:pPr>
            <a:r>
              <a:rPr lang="en-US" altLang="zh-CN" dirty="0"/>
              <a:t>Today, AI</a:t>
            </a:r>
            <a:br>
              <a:rPr lang="en-US" altLang="zh-CN" dirty="0"/>
            </a:br>
            <a:r>
              <a:rPr lang="en-US" altLang="zh-CN" dirty="0"/>
              <a:t>permeates every aspect</a:t>
            </a:r>
            <a:br>
              <a:rPr lang="en-US" altLang="zh-CN" dirty="0"/>
            </a:br>
            <a:r>
              <a:rPr lang="en-US" altLang="zh-CN" dirty="0"/>
              <a:t>of our lives,</a:t>
            </a:r>
            <a:br>
              <a:rPr lang="en-US" altLang="zh-CN" dirty="0"/>
            </a:br>
            <a:r>
              <a:rPr lang="en-US" altLang="zh-CN" dirty="0"/>
              <a:t>supporting us in</a:t>
            </a:r>
            <a:br>
              <a:rPr lang="en-US" altLang="zh-CN" dirty="0"/>
            </a:br>
            <a:r>
              <a:rPr lang="en-US" altLang="zh-CN" dirty="0"/>
              <a:t>both learning and work.</a:t>
            </a:r>
            <a:endParaRPr lang="zh-CN" altLang="en-US" dirty="0"/>
          </a:p>
        </p:txBody>
      </p:sp>
      <p:pic>
        <p:nvPicPr>
          <p:cNvPr id="5" name="图形 4" descr="抬起手臂的机器人">
            <a:extLst>
              <a:ext uri="{FF2B5EF4-FFF2-40B4-BE49-F238E27FC236}">
                <a16:creationId xmlns:a16="http://schemas.microsoft.com/office/drawing/2014/main" id="{CD953FE3-6D8F-BA84-9B9D-0E2CB9F958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36000" y="738000"/>
            <a:ext cx="5760000" cy="5760000"/>
          </a:xfrm>
          <a:prstGeom prst="rect">
            <a:avLst/>
          </a:prstGeom>
        </p:spPr>
      </p:pic>
    </p:spTree>
    <p:extLst>
      <p:ext uri="{BB962C8B-B14F-4D97-AF65-F5344CB8AC3E}">
        <p14:creationId xmlns:p14="http://schemas.microsoft.com/office/powerpoint/2010/main" val="3425105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E8684D7F-7BFE-B1DD-3BC1-75ACC821D1A5}"/>
              </a:ext>
            </a:extLst>
          </p:cNvPr>
          <p:cNvSpPr/>
          <p:nvPr/>
        </p:nvSpPr>
        <p:spPr>
          <a:xfrm>
            <a:off x="696000" y="2158412"/>
            <a:ext cx="5040000" cy="3600000"/>
          </a:xfrm>
          <a:prstGeom prst="roundRect">
            <a:avLst>
              <a:gd name="adj" fmla="val 4248"/>
            </a:avLst>
          </a:prstGeom>
          <a:noFill/>
          <a:ln>
            <a:solidFill>
              <a:srgbClr val="6262B2"/>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lIns="288000" tIns="144000" rIns="288000" bIns="144000" rtlCol="0" anchor="t"/>
          <a:lstStyle/>
          <a:p>
            <a:pPr algn="ctr"/>
            <a:r>
              <a:rPr lang="en-US" altLang="zh-CN" sz="2400" dirty="0">
                <a:solidFill>
                  <a:srgbClr val="6262B2"/>
                </a:solidFill>
              </a:rPr>
              <a:t>by using</a:t>
            </a:r>
            <a:endParaRPr lang="zh-CN" altLang="en-US" sz="2400" dirty="0">
              <a:solidFill>
                <a:srgbClr val="6262B2"/>
              </a:solidFill>
            </a:endParaRPr>
          </a:p>
        </p:txBody>
      </p:sp>
      <p:sp>
        <p:nvSpPr>
          <p:cNvPr id="2" name="标题 1">
            <a:extLst>
              <a:ext uri="{FF2B5EF4-FFF2-40B4-BE49-F238E27FC236}">
                <a16:creationId xmlns:a16="http://schemas.microsoft.com/office/drawing/2014/main" id="{C1351686-6715-7A8F-BD42-F02EC6D2D3D0}"/>
              </a:ext>
            </a:extLst>
          </p:cNvPr>
          <p:cNvSpPr>
            <a:spLocks noGrp="1"/>
          </p:cNvSpPr>
          <p:nvPr>
            <p:ph type="title"/>
          </p:nvPr>
        </p:nvSpPr>
        <p:spPr/>
        <p:txBody>
          <a:bodyPr/>
          <a:lstStyle/>
          <a:p>
            <a:r>
              <a:rPr lang="en-US" altLang="zh-CN" dirty="0"/>
              <a:t>High Efficiency AI</a:t>
            </a:r>
            <a:endParaRPr lang="zh-CN" altLang="en-US" dirty="0"/>
          </a:p>
        </p:txBody>
      </p:sp>
      <p:sp>
        <p:nvSpPr>
          <p:cNvPr id="3" name="内容占位符 2">
            <a:extLst>
              <a:ext uri="{FF2B5EF4-FFF2-40B4-BE49-F238E27FC236}">
                <a16:creationId xmlns:a16="http://schemas.microsoft.com/office/drawing/2014/main" id="{F6A0C07D-E5FE-CF13-E6D9-C2170A8B5768}"/>
              </a:ext>
            </a:extLst>
          </p:cNvPr>
          <p:cNvSpPr>
            <a:spLocks noGrp="1"/>
          </p:cNvSpPr>
          <p:nvPr>
            <p:ph idx="1"/>
          </p:nvPr>
        </p:nvSpPr>
        <p:spPr>
          <a:xfrm>
            <a:off x="1128000" y="1533130"/>
            <a:ext cx="10368000" cy="432000"/>
          </a:xfrm>
        </p:spPr>
        <p:txBody>
          <a:bodyPr>
            <a:normAutofit/>
          </a:bodyPr>
          <a:lstStyle/>
          <a:p>
            <a:pPr marL="0" indent="0">
              <a:buNone/>
            </a:pPr>
            <a:r>
              <a:rPr lang="en-US" altLang="zh-CN" sz="2400" dirty="0">
                <a:solidFill>
                  <a:srgbClr val="6262B2"/>
                </a:solidFill>
              </a:rPr>
              <a:t>How to use AI more efficiently</a:t>
            </a:r>
            <a:endParaRPr lang="zh-CN" altLang="en-US" sz="2400" dirty="0">
              <a:solidFill>
                <a:srgbClr val="6262B2"/>
              </a:solidFill>
            </a:endParaRPr>
          </a:p>
        </p:txBody>
      </p:sp>
      <p:sp>
        <p:nvSpPr>
          <p:cNvPr id="4" name="矩形: 圆角 3">
            <a:extLst>
              <a:ext uri="{FF2B5EF4-FFF2-40B4-BE49-F238E27FC236}">
                <a16:creationId xmlns:a16="http://schemas.microsoft.com/office/drawing/2014/main" id="{7FDA2F7F-D134-7D33-20F2-59AB426E1B91}"/>
              </a:ext>
            </a:extLst>
          </p:cNvPr>
          <p:cNvSpPr/>
          <p:nvPr/>
        </p:nvSpPr>
        <p:spPr>
          <a:xfrm>
            <a:off x="1059653" y="2898000"/>
            <a:ext cx="4320000" cy="864000"/>
          </a:xfrm>
          <a:prstGeom prst="roundRect">
            <a:avLst>
              <a:gd name="adj" fmla="val 50000"/>
            </a:avLst>
          </a:prstGeom>
          <a:gradFill>
            <a:gsLst>
              <a:gs pos="0">
                <a:schemeClr val="accent5">
                  <a:lumMod val="40000"/>
                  <a:lumOff val="60000"/>
                </a:schemeClr>
              </a:gs>
              <a:gs pos="100000">
                <a:schemeClr val="accent5">
                  <a:lumMod val="20000"/>
                  <a:lumOff val="80000"/>
                </a:schemeClr>
              </a:gs>
            </a:gsLst>
            <a:lin ang="5400000" scaled="1"/>
          </a:gra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fewer tokens</a:t>
            </a:r>
            <a:endParaRPr lang="zh-CN" altLang="en-US" sz="2400" dirty="0">
              <a:solidFill>
                <a:schemeClr val="tx1"/>
              </a:solidFill>
            </a:endParaRPr>
          </a:p>
        </p:txBody>
      </p:sp>
      <p:sp>
        <p:nvSpPr>
          <p:cNvPr id="7" name="矩形: 圆角 6">
            <a:extLst>
              <a:ext uri="{FF2B5EF4-FFF2-40B4-BE49-F238E27FC236}">
                <a16:creationId xmlns:a16="http://schemas.microsoft.com/office/drawing/2014/main" id="{CB89A0F0-D382-39D9-FE58-C11623B940ED}"/>
              </a:ext>
            </a:extLst>
          </p:cNvPr>
          <p:cNvSpPr/>
          <p:nvPr/>
        </p:nvSpPr>
        <p:spPr>
          <a:xfrm>
            <a:off x="1059653" y="4069588"/>
            <a:ext cx="4320000" cy="864000"/>
          </a:xfrm>
          <a:prstGeom prst="roundRect">
            <a:avLst>
              <a:gd name="adj" fmla="val 50000"/>
            </a:avLst>
          </a:prstGeom>
          <a:gradFill>
            <a:gsLst>
              <a:gs pos="0">
                <a:schemeClr val="accent5">
                  <a:lumMod val="40000"/>
                  <a:lumOff val="60000"/>
                </a:schemeClr>
              </a:gs>
              <a:gs pos="100000">
                <a:schemeClr val="accent5">
                  <a:lumMod val="20000"/>
                  <a:lumOff val="80000"/>
                </a:schemeClr>
              </a:gs>
            </a:gsLst>
            <a:lin ang="5400000" scaled="1"/>
          </a:gra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less time</a:t>
            </a:r>
            <a:endParaRPr lang="zh-CN" altLang="en-US" sz="2400" dirty="0">
              <a:solidFill>
                <a:schemeClr val="tx1"/>
              </a:solidFill>
            </a:endParaRPr>
          </a:p>
        </p:txBody>
      </p:sp>
      <p:sp>
        <p:nvSpPr>
          <p:cNvPr id="9" name="矩形: 圆角 8">
            <a:extLst>
              <a:ext uri="{FF2B5EF4-FFF2-40B4-BE49-F238E27FC236}">
                <a16:creationId xmlns:a16="http://schemas.microsoft.com/office/drawing/2014/main" id="{F72D0A8E-DC0C-D140-619D-4E12088E66B9}"/>
              </a:ext>
            </a:extLst>
          </p:cNvPr>
          <p:cNvSpPr/>
          <p:nvPr/>
        </p:nvSpPr>
        <p:spPr>
          <a:xfrm>
            <a:off x="6456000" y="2158412"/>
            <a:ext cx="5040000" cy="3600000"/>
          </a:xfrm>
          <a:prstGeom prst="roundRect">
            <a:avLst>
              <a:gd name="adj" fmla="val 4248"/>
            </a:avLst>
          </a:prstGeom>
          <a:noFill/>
          <a:ln>
            <a:solidFill>
              <a:srgbClr val="6262B2"/>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lIns="288000" tIns="144000" rIns="288000" bIns="144000" rtlCol="0" anchor="t"/>
          <a:lstStyle/>
          <a:p>
            <a:pPr algn="ctr"/>
            <a:r>
              <a:rPr lang="en-US" altLang="zh-CN" sz="2400" dirty="0">
                <a:solidFill>
                  <a:srgbClr val="6262B2"/>
                </a:solidFill>
              </a:rPr>
              <a:t>while achieving greater</a:t>
            </a:r>
            <a:endParaRPr lang="zh-CN" altLang="en-US" sz="2400" dirty="0">
              <a:solidFill>
                <a:srgbClr val="6262B2"/>
              </a:solidFill>
            </a:endParaRPr>
          </a:p>
        </p:txBody>
      </p:sp>
      <p:sp>
        <p:nvSpPr>
          <p:cNvPr id="11" name="矩形: 圆角 10">
            <a:extLst>
              <a:ext uri="{FF2B5EF4-FFF2-40B4-BE49-F238E27FC236}">
                <a16:creationId xmlns:a16="http://schemas.microsoft.com/office/drawing/2014/main" id="{359CC50D-C967-CDA0-A26B-D8353692A3E7}"/>
              </a:ext>
            </a:extLst>
          </p:cNvPr>
          <p:cNvSpPr/>
          <p:nvPr/>
        </p:nvSpPr>
        <p:spPr>
          <a:xfrm>
            <a:off x="6812347" y="2898000"/>
            <a:ext cx="4320000" cy="720000"/>
          </a:xfrm>
          <a:prstGeom prst="roundRect">
            <a:avLst>
              <a:gd name="adj" fmla="val 50000"/>
            </a:avLst>
          </a:prstGeom>
          <a:gradFill>
            <a:gsLst>
              <a:gs pos="0">
                <a:schemeClr val="accent6">
                  <a:lumMod val="40000"/>
                  <a:lumOff val="60000"/>
                </a:schemeClr>
              </a:gs>
              <a:gs pos="100000">
                <a:schemeClr val="accent6">
                  <a:lumMod val="20000"/>
                  <a:lumOff val="80000"/>
                </a:schemeClr>
              </a:gs>
            </a:gsLst>
            <a:lin ang="5400000" scaled="1"/>
          </a:gra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accuracy</a:t>
            </a:r>
            <a:endParaRPr lang="zh-CN" altLang="en-US" sz="2400" dirty="0">
              <a:solidFill>
                <a:schemeClr val="tx1"/>
              </a:solidFill>
            </a:endParaRPr>
          </a:p>
        </p:txBody>
      </p:sp>
      <p:sp>
        <p:nvSpPr>
          <p:cNvPr id="13" name="矩形: 圆角 12">
            <a:extLst>
              <a:ext uri="{FF2B5EF4-FFF2-40B4-BE49-F238E27FC236}">
                <a16:creationId xmlns:a16="http://schemas.microsoft.com/office/drawing/2014/main" id="{A053D9C7-498F-557B-1A0E-F7A078299F26}"/>
              </a:ext>
            </a:extLst>
          </p:cNvPr>
          <p:cNvSpPr/>
          <p:nvPr/>
        </p:nvSpPr>
        <p:spPr>
          <a:xfrm>
            <a:off x="6812347" y="3781588"/>
            <a:ext cx="4320000" cy="720000"/>
          </a:xfrm>
          <a:prstGeom prst="roundRect">
            <a:avLst>
              <a:gd name="adj" fmla="val 50000"/>
            </a:avLst>
          </a:prstGeom>
          <a:gradFill>
            <a:gsLst>
              <a:gs pos="0">
                <a:schemeClr val="accent6">
                  <a:lumMod val="40000"/>
                  <a:lumOff val="60000"/>
                </a:schemeClr>
              </a:gs>
              <a:gs pos="100000">
                <a:schemeClr val="accent6">
                  <a:lumMod val="20000"/>
                  <a:lumOff val="80000"/>
                </a:schemeClr>
              </a:gs>
            </a:gsLst>
            <a:lin ang="5400000" scaled="1"/>
          </a:gra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reliability</a:t>
            </a:r>
            <a:endParaRPr lang="zh-CN" altLang="en-US" sz="2400" dirty="0">
              <a:solidFill>
                <a:schemeClr val="tx1"/>
              </a:solidFill>
            </a:endParaRPr>
          </a:p>
        </p:txBody>
      </p:sp>
      <p:sp>
        <p:nvSpPr>
          <p:cNvPr id="15" name="矩形: 圆角 14">
            <a:extLst>
              <a:ext uri="{FF2B5EF4-FFF2-40B4-BE49-F238E27FC236}">
                <a16:creationId xmlns:a16="http://schemas.microsoft.com/office/drawing/2014/main" id="{DBBDAC35-9080-3960-DA6B-F7BF38D7F50E}"/>
              </a:ext>
            </a:extLst>
          </p:cNvPr>
          <p:cNvSpPr/>
          <p:nvPr/>
        </p:nvSpPr>
        <p:spPr>
          <a:xfrm>
            <a:off x="6810529" y="4665176"/>
            <a:ext cx="4320000" cy="720000"/>
          </a:xfrm>
          <a:prstGeom prst="roundRect">
            <a:avLst>
              <a:gd name="adj" fmla="val 50000"/>
            </a:avLst>
          </a:prstGeom>
          <a:gradFill>
            <a:gsLst>
              <a:gs pos="0">
                <a:schemeClr val="accent6">
                  <a:lumMod val="40000"/>
                  <a:lumOff val="60000"/>
                </a:schemeClr>
              </a:gs>
              <a:gs pos="100000">
                <a:schemeClr val="accent6">
                  <a:lumMod val="20000"/>
                  <a:lumOff val="80000"/>
                </a:schemeClr>
              </a:gs>
            </a:gsLst>
            <a:lin ang="5400000" scaled="1"/>
          </a:gra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predictability</a:t>
            </a:r>
            <a:endParaRPr lang="zh-CN" altLang="en-US" sz="2400" dirty="0">
              <a:solidFill>
                <a:schemeClr val="tx1"/>
              </a:solidFill>
            </a:endParaRPr>
          </a:p>
        </p:txBody>
      </p:sp>
      <p:sp>
        <p:nvSpPr>
          <p:cNvPr id="16" name="内容占位符 2">
            <a:extLst>
              <a:ext uri="{FF2B5EF4-FFF2-40B4-BE49-F238E27FC236}">
                <a16:creationId xmlns:a16="http://schemas.microsoft.com/office/drawing/2014/main" id="{7E2D4A15-C75A-3346-20B4-0EC6838C6941}"/>
              </a:ext>
            </a:extLst>
          </p:cNvPr>
          <p:cNvSpPr txBox="1">
            <a:spLocks/>
          </p:cNvSpPr>
          <p:nvPr/>
        </p:nvSpPr>
        <p:spPr>
          <a:xfrm>
            <a:off x="696000" y="6066000"/>
            <a:ext cx="10800000" cy="43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altLang="zh-CN" sz="2400" dirty="0">
                <a:solidFill>
                  <a:srgbClr val="C0ADD7"/>
                </a:solidFill>
              </a:rPr>
              <a:t>—</a:t>
            </a:r>
            <a:r>
              <a:rPr lang="en-US" altLang="zh-CN" sz="2400" dirty="0">
                <a:solidFill>
                  <a:srgbClr val="6262B2"/>
                </a:solidFill>
              </a:rPr>
              <a:t> is a skill worth exploring and developing.</a:t>
            </a:r>
            <a:endParaRPr lang="zh-CN" altLang="en-US" sz="2400" dirty="0">
              <a:solidFill>
                <a:srgbClr val="6262B2"/>
              </a:solidFill>
            </a:endParaRPr>
          </a:p>
        </p:txBody>
      </p:sp>
      <p:pic>
        <p:nvPicPr>
          <p:cNvPr id="8" name="图形 7" descr="徽章问号 纯色填充">
            <a:extLst>
              <a:ext uri="{FF2B5EF4-FFF2-40B4-BE49-F238E27FC236}">
                <a16:creationId xmlns:a16="http://schemas.microsoft.com/office/drawing/2014/main" id="{17698219-3628-7748-1634-A063DF980E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000" y="1533130"/>
            <a:ext cx="432000" cy="432000"/>
          </a:xfrm>
          <a:prstGeom prst="rect">
            <a:avLst/>
          </a:prstGeom>
        </p:spPr>
      </p:pic>
    </p:spTree>
    <p:extLst>
      <p:ext uri="{BB962C8B-B14F-4D97-AF65-F5344CB8AC3E}">
        <p14:creationId xmlns:p14="http://schemas.microsoft.com/office/powerpoint/2010/main" val="1194095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A61D-D0A7-CDB1-3428-4B533466FDEA}"/>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FE9A410F-95EC-FAA9-884D-FB460E1392CC}"/>
              </a:ext>
            </a:extLst>
          </p:cNvPr>
          <p:cNvSpPr/>
          <p:nvPr/>
        </p:nvSpPr>
        <p:spPr>
          <a:xfrm>
            <a:off x="0" y="1008000"/>
            <a:ext cx="8640000" cy="1296000"/>
          </a:xfrm>
          <a:prstGeom prst="rect">
            <a:avLst/>
          </a:prstGeom>
          <a:gradFill flip="none" rotWithShape="1">
            <a:gsLst>
              <a:gs pos="50000">
                <a:srgbClr val="F4E7DA"/>
              </a:gs>
              <a:gs pos="100000">
                <a:srgbClr val="F4E7DA">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0" tIns="216000" rIns="360000" bIns="360000" rtlCol="0" anchor="ctr"/>
          <a:lstStyle/>
          <a:p>
            <a:r>
              <a:rPr lang="en-US" altLang="zh-CN" sz="3600" dirty="0">
                <a:solidFill>
                  <a:srgbClr val="8C6644"/>
                </a:solidFill>
              </a:rPr>
              <a:t>Solid Soft Skill</a:t>
            </a:r>
            <a:endParaRPr lang="zh-CN" altLang="en-US" sz="3600" dirty="0">
              <a:solidFill>
                <a:srgbClr val="8C6644"/>
              </a:solidFill>
            </a:endParaRPr>
          </a:p>
        </p:txBody>
      </p:sp>
      <p:sp>
        <p:nvSpPr>
          <p:cNvPr id="6" name="矩形: 圆角 5">
            <a:extLst>
              <a:ext uri="{FF2B5EF4-FFF2-40B4-BE49-F238E27FC236}">
                <a16:creationId xmlns:a16="http://schemas.microsoft.com/office/drawing/2014/main" id="{D2A7A14B-63D5-D7CB-304B-A18F754798F1}"/>
              </a:ext>
            </a:extLst>
          </p:cNvPr>
          <p:cNvSpPr/>
          <p:nvPr/>
        </p:nvSpPr>
        <p:spPr>
          <a:xfrm>
            <a:off x="1776000" y="2015998"/>
            <a:ext cx="8640000" cy="180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Engineering</a:t>
            </a:r>
            <a:endParaRPr lang="zh-CN" altLang="en-US" sz="3200" dirty="0">
              <a:solidFill>
                <a:schemeClr val="tx1"/>
              </a:solidFill>
            </a:endParaRPr>
          </a:p>
        </p:txBody>
      </p:sp>
      <p:sp>
        <p:nvSpPr>
          <p:cNvPr id="13" name="文本占位符 12">
            <a:extLst>
              <a:ext uri="{FF2B5EF4-FFF2-40B4-BE49-F238E27FC236}">
                <a16:creationId xmlns:a16="http://schemas.microsoft.com/office/drawing/2014/main" id="{DA8A88DE-5298-38FF-2477-0B55886FCC3F}"/>
              </a:ext>
            </a:extLst>
          </p:cNvPr>
          <p:cNvSpPr>
            <a:spLocks noGrp="1"/>
          </p:cNvSpPr>
          <p:nvPr>
            <p:ph type="body" sz="quarter" idx="10"/>
          </p:nvPr>
        </p:nvSpPr>
        <p:spPr/>
        <p:txBody>
          <a:bodyPr/>
          <a:lstStyle/>
          <a:p>
            <a:r>
              <a:rPr lang="en-US" altLang="zh-CN" dirty="0"/>
              <a:t>Background</a:t>
            </a:r>
            <a:endParaRPr lang="zh-CN" altLang="en-US" dirty="0"/>
          </a:p>
        </p:txBody>
      </p:sp>
      <p:sp>
        <p:nvSpPr>
          <p:cNvPr id="16" name="文本占位符 15">
            <a:extLst>
              <a:ext uri="{FF2B5EF4-FFF2-40B4-BE49-F238E27FC236}">
                <a16:creationId xmlns:a16="http://schemas.microsoft.com/office/drawing/2014/main" id="{E5F9B81C-C9E2-84AA-818E-5E2929E0E982}"/>
              </a:ext>
            </a:extLst>
          </p:cNvPr>
          <p:cNvSpPr>
            <a:spLocks noGrp="1"/>
          </p:cNvSpPr>
          <p:nvPr>
            <p:ph type="body" idx="1"/>
          </p:nvPr>
        </p:nvSpPr>
        <p:spPr/>
        <p:txBody>
          <a:bodyPr anchor="ctr">
            <a:normAutofit/>
          </a:bodyPr>
          <a:lstStyle/>
          <a:p>
            <a:pPr algn="ctr"/>
            <a:r>
              <a:rPr lang="en-US" altLang="zh-CN" sz="2800" dirty="0"/>
              <a:t>By understanding the underlying reasons</a:t>
            </a:r>
            <a:br>
              <a:rPr lang="en-US" altLang="zh-CN" sz="2800" dirty="0"/>
            </a:br>
            <a:r>
              <a:rPr lang="en-US" altLang="zh-CN" sz="2800" dirty="0"/>
              <a:t>can we know how to optimize</a:t>
            </a:r>
            <a:endParaRPr lang="zh-CN" altLang="en-US" sz="2800" dirty="0"/>
          </a:p>
        </p:txBody>
      </p:sp>
      <p:sp>
        <p:nvSpPr>
          <p:cNvPr id="14" name="标题 13">
            <a:extLst>
              <a:ext uri="{FF2B5EF4-FFF2-40B4-BE49-F238E27FC236}">
                <a16:creationId xmlns:a16="http://schemas.microsoft.com/office/drawing/2014/main" id="{1673211A-E5EE-9181-EA3F-27025ADA3DC2}"/>
              </a:ext>
            </a:extLst>
          </p:cNvPr>
          <p:cNvSpPr>
            <a:spLocks noGrp="1"/>
          </p:cNvSpPr>
          <p:nvPr>
            <p:ph type="title"/>
          </p:nvPr>
        </p:nvSpPr>
        <p:spPr/>
        <p:txBody>
          <a:bodyPr/>
          <a:lstStyle/>
          <a:p>
            <a:r>
              <a:rPr lang="en-US" altLang="zh-CN" dirty="0"/>
              <a:t>How AI Skills Work</a:t>
            </a:r>
            <a:endParaRPr lang="zh-CN" altLang="en-US" dirty="0"/>
          </a:p>
        </p:txBody>
      </p:sp>
    </p:spTree>
    <p:extLst>
      <p:ext uri="{BB962C8B-B14F-4D97-AF65-F5344CB8AC3E}">
        <p14:creationId xmlns:p14="http://schemas.microsoft.com/office/powerpoint/2010/main" val="1184446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4230-6DE5-91BA-98B6-9724556BE5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CA4D1E-2999-0202-E14E-4C8E3BE7A24F}"/>
              </a:ext>
            </a:extLst>
          </p:cNvPr>
          <p:cNvSpPr>
            <a:spLocks noGrp="1"/>
          </p:cNvSpPr>
          <p:nvPr>
            <p:ph type="title"/>
          </p:nvPr>
        </p:nvSpPr>
        <p:spPr/>
        <p:txBody>
          <a:bodyPr/>
          <a:lstStyle/>
          <a:p>
            <a:r>
              <a:rPr lang="en-US" altLang="zh-CN" dirty="0"/>
              <a:t>Workflow</a:t>
            </a:r>
            <a:endParaRPr lang="zh-CN" altLang="en-US" dirty="0"/>
          </a:p>
        </p:txBody>
      </p:sp>
      <p:graphicFrame>
        <p:nvGraphicFramePr>
          <p:cNvPr id="4" name="内容占位符 3">
            <a:extLst>
              <a:ext uri="{FF2B5EF4-FFF2-40B4-BE49-F238E27FC236}">
                <a16:creationId xmlns:a16="http://schemas.microsoft.com/office/drawing/2014/main" id="{A83D2F5E-E57C-1C91-C8DD-46542547A27E}"/>
              </a:ext>
            </a:extLst>
          </p:cNvPr>
          <p:cNvGraphicFramePr>
            <a:graphicFrameLocks noGrp="1"/>
          </p:cNvGraphicFramePr>
          <p:nvPr>
            <p:ph idx="1"/>
            <p:extLst>
              <p:ext uri="{D42A27DB-BD31-4B8C-83A1-F6EECF244321}">
                <p14:modId xmlns:p14="http://schemas.microsoft.com/office/powerpoint/2010/main" val="400354582"/>
              </p:ext>
            </p:extLst>
          </p:nvPr>
        </p:nvGraphicFramePr>
        <p:xfrm>
          <a:off x="695325" y="1533525"/>
          <a:ext cx="9360000" cy="50403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图形 6" descr="吃东西的人 轮廓">
            <a:extLst>
              <a:ext uri="{FF2B5EF4-FFF2-40B4-BE49-F238E27FC236}">
                <a16:creationId xmlns:a16="http://schemas.microsoft.com/office/drawing/2014/main" id="{2B2FDE72-A66E-5E0B-273A-4E7216F48EF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4891" y="4634948"/>
            <a:ext cx="1008000" cy="1008000"/>
          </a:xfrm>
          <a:prstGeom prst="rect">
            <a:avLst/>
          </a:prstGeom>
        </p:spPr>
      </p:pic>
      <p:sp>
        <p:nvSpPr>
          <p:cNvPr id="8" name="矩形: 圆角 7">
            <a:extLst>
              <a:ext uri="{FF2B5EF4-FFF2-40B4-BE49-F238E27FC236}">
                <a16:creationId xmlns:a16="http://schemas.microsoft.com/office/drawing/2014/main" id="{C434B9C5-FA8B-08BD-5962-AE3AFD712C0D}"/>
              </a:ext>
            </a:extLst>
          </p:cNvPr>
          <p:cNvSpPr/>
          <p:nvPr/>
        </p:nvSpPr>
        <p:spPr>
          <a:xfrm>
            <a:off x="1419909" y="1651225"/>
            <a:ext cx="2520000" cy="576000"/>
          </a:xfrm>
          <a:prstGeom prst="roundRect">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Built-in Skills</a:t>
            </a:r>
            <a:endParaRPr lang="zh-CN" altLang="en-US" dirty="0">
              <a:solidFill>
                <a:srgbClr val="6262B2"/>
              </a:solidFill>
            </a:endParaRPr>
          </a:p>
        </p:txBody>
      </p:sp>
      <p:sp>
        <p:nvSpPr>
          <p:cNvPr id="10" name="矩形: 圆角 9">
            <a:extLst>
              <a:ext uri="{FF2B5EF4-FFF2-40B4-BE49-F238E27FC236}">
                <a16:creationId xmlns:a16="http://schemas.microsoft.com/office/drawing/2014/main" id="{EDE567EB-5680-2563-C792-2BD393044BDF}"/>
              </a:ext>
            </a:extLst>
          </p:cNvPr>
          <p:cNvSpPr/>
          <p:nvPr/>
        </p:nvSpPr>
        <p:spPr>
          <a:xfrm>
            <a:off x="531595" y="2344925"/>
            <a:ext cx="2520000" cy="576000"/>
          </a:xfrm>
          <a:prstGeom prst="roundRect">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Imported Skills</a:t>
            </a:r>
            <a:endParaRPr lang="zh-CN" altLang="en-US" dirty="0">
              <a:solidFill>
                <a:srgbClr val="6262B2"/>
              </a:solidFill>
            </a:endParaRPr>
          </a:p>
        </p:txBody>
      </p:sp>
      <p:sp>
        <p:nvSpPr>
          <p:cNvPr id="12" name="矩形: 圆角 11">
            <a:extLst>
              <a:ext uri="{FF2B5EF4-FFF2-40B4-BE49-F238E27FC236}">
                <a16:creationId xmlns:a16="http://schemas.microsoft.com/office/drawing/2014/main" id="{F8DEA845-34A1-7B1B-AD5F-04B13E9C913D}"/>
              </a:ext>
            </a:extLst>
          </p:cNvPr>
          <p:cNvSpPr/>
          <p:nvPr/>
        </p:nvSpPr>
        <p:spPr>
          <a:xfrm>
            <a:off x="944891" y="3038625"/>
            <a:ext cx="2520000" cy="576000"/>
          </a:xfrm>
          <a:prstGeom prst="roundRect">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Task Orchestration</a:t>
            </a:r>
            <a:endParaRPr lang="zh-CN" altLang="en-US" dirty="0">
              <a:solidFill>
                <a:srgbClr val="6262B2"/>
              </a:solidFill>
            </a:endParaRPr>
          </a:p>
        </p:txBody>
      </p:sp>
      <p:cxnSp>
        <p:nvCxnSpPr>
          <p:cNvPr id="21" name="直接箭头连接符 20">
            <a:extLst>
              <a:ext uri="{FF2B5EF4-FFF2-40B4-BE49-F238E27FC236}">
                <a16:creationId xmlns:a16="http://schemas.microsoft.com/office/drawing/2014/main" id="{CB5B1706-EDD5-2C63-8999-57C59D3A204D}"/>
              </a:ext>
            </a:extLst>
          </p:cNvPr>
          <p:cNvCxnSpPr>
            <a:cxnSpLocks/>
            <a:endCxn id="12" idx="3"/>
          </p:cNvCxnSpPr>
          <p:nvPr/>
        </p:nvCxnSpPr>
        <p:spPr>
          <a:xfrm flipH="1" flipV="1">
            <a:off x="3464891" y="3326625"/>
            <a:ext cx="762105" cy="357479"/>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52541BD5-446D-4C6E-34E0-8F8BD44F0580}"/>
              </a:ext>
            </a:extLst>
          </p:cNvPr>
          <p:cNvCxnSpPr>
            <a:cxnSpLocks/>
            <a:endCxn id="10" idx="3"/>
          </p:cNvCxnSpPr>
          <p:nvPr/>
        </p:nvCxnSpPr>
        <p:spPr>
          <a:xfrm flipH="1" flipV="1">
            <a:off x="3051595" y="2632925"/>
            <a:ext cx="1175401" cy="1051179"/>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7695EEDD-C967-DEAE-0AAD-38F633377D6D}"/>
              </a:ext>
            </a:extLst>
          </p:cNvPr>
          <p:cNvCxnSpPr>
            <a:cxnSpLocks/>
          </p:cNvCxnSpPr>
          <p:nvPr/>
        </p:nvCxnSpPr>
        <p:spPr>
          <a:xfrm flipH="1" flipV="1">
            <a:off x="3385930" y="2227225"/>
            <a:ext cx="841066" cy="1456879"/>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30" name="图形 29" descr="文档 轮廓">
            <a:extLst>
              <a:ext uri="{FF2B5EF4-FFF2-40B4-BE49-F238E27FC236}">
                <a16:creationId xmlns:a16="http://schemas.microsoft.com/office/drawing/2014/main" id="{DC709F60-906F-39AD-E359-61FB0D02A03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020675" y="2056925"/>
            <a:ext cx="1152000" cy="1152000"/>
          </a:xfrm>
          <a:prstGeom prst="rect">
            <a:avLst/>
          </a:prstGeom>
        </p:spPr>
      </p:pic>
      <p:sp>
        <p:nvSpPr>
          <p:cNvPr id="32" name="矩形: 圆角 31">
            <a:extLst>
              <a:ext uri="{FF2B5EF4-FFF2-40B4-BE49-F238E27FC236}">
                <a16:creationId xmlns:a16="http://schemas.microsoft.com/office/drawing/2014/main" id="{63FC1DE5-F6D7-AF88-C3BA-1F84C1F4B21D}"/>
              </a:ext>
            </a:extLst>
          </p:cNvPr>
          <p:cNvSpPr/>
          <p:nvPr/>
        </p:nvSpPr>
        <p:spPr>
          <a:xfrm>
            <a:off x="9696675" y="3502051"/>
            <a:ext cx="1800000" cy="576000"/>
          </a:xfrm>
          <a:prstGeom prst="roundRect">
            <a:avLst>
              <a:gd name="adj" fmla="val 50000"/>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Result</a:t>
            </a:r>
            <a:endParaRPr lang="zh-CN" altLang="en-US" dirty="0">
              <a:solidFill>
                <a:srgbClr val="6262B2"/>
              </a:solidFill>
            </a:endParaRPr>
          </a:p>
        </p:txBody>
      </p:sp>
      <p:sp>
        <p:nvSpPr>
          <p:cNvPr id="33" name="文本框 32">
            <a:extLst>
              <a:ext uri="{FF2B5EF4-FFF2-40B4-BE49-F238E27FC236}">
                <a16:creationId xmlns:a16="http://schemas.microsoft.com/office/drawing/2014/main" id="{71948AED-A23C-B360-456C-D553BDC8E14D}"/>
              </a:ext>
            </a:extLst>
          </p:cNvPr>
          <p:cNvSpPr txBox="1"/>
          <p:nvPr/>
        </p:nvSpPr>
        <p:spPr>
          <a:xfrm>
            <a:off x="10328813" y="4192200"/>
            <a:ext cx="535724" cy="338554"/>
          </a:xfrm>
          <a:prstGeom prst="rect">
            <a:avLst/>
          </a:prstGeom>
          <a:noFill/>
        </p:spPr>
        <p:txBody>
          <a:bodyPr wrap="none" rtlCol="0">
            <a:spAutoFit/>
          </a:bodyPr>
          <a:lstStyle/>
          <a:p>
            <a:r>
              <a:rPr lang="en-US" altLang="zh-CN" sz="1600" dirty="0">
                <a:solidFill>
                  <a:srgbClr val="6262B2"/>
                </a:solidFill>
              </a:rPr>
              <a:t>Doc</a:t>
            </a:r>
            <a:endParaRPr lang="zh-CN" altLang="en-US" sz="1600" dirty="0">
              <a:solidFill>
                <a:srgbClr val="6262B2"/>
              </a:solidFill>
            </a:endParaRPr>
          </a:p>
        </p:txBody>
      </p:sp>
      <p:sp>
        <p:nvSpPr>
          <p:cNvPr id="34" name="椭圆 33">
            <a:extLst>
              <a:ext uri="{FF2B5EF4-FFF2-40B4-BE49-F238E27FC236}">
                <a16:creationId xmlns:a16="http://schemas.microsoft.com/office/drawing/2014/main" id="{F0867D7B-952D-DDF2-694A-0FE08C52C22D}"/>
              </a:ext>
            </a:extLst>
          </p:cNvPr>
          <p:cNvSpPr/>
          <p:nvPr/>
        </p:nvSpPr>
        <p:spPr>
          <a:xfrm>
            <a:off x="10055325" y="2858625"/>
            <a:ext cx="360000" cy="360000"/>
          </a:xfrm>
          <a:prstGeom prst="ellipse">
            <a:avLst/>
          </a:prstGeom>
          <a:solidFill>
            <a:schemeClr val="accent6"/>
          </a:solidFill>
          <a:ln>
            <a:solidFill>
              <a:srgbClr val="FAF7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a:t>
            </a:r>
          </a:p>
        </p:txBody>
      </p:sp>
      <p:sp>
        <p:nvSpPr>
          <p:cNvPr id="48" name="矩形 47">
            <a:extLst>
              <a:ext uri="{FF2B5EF4-FFF2-40B4-BE49-F238E27FC236}">
                <a16:creationId xmlns:a16="http://schemas.microsoft.com/office/drawing/2014/main" id="{844DCCD9-B801-CB10-C1D2-BCAB15C06B44}"/>
              </a:ext>
            </a:extLst>
          </p:cNvPr>
          <p:cNvSpPr/>
          <p:nvPr/>
        </p:nvSpPr>
        <p:spPr>
          <a:xfrm>
            <a:off x="4992000" y="5418000"/>
            <a:ext cx="7200000" cy="1080000"/>
          </a:xfrm>
          <a:prstGeom prst="rect">
            <a:avLst/>
          </a:prstGeom>
          <a:gradFill flip="none" rotWithShape="1">
            <a:gsLst>
              <a:gs pos="0">
                <a:srgbClr val="C0ADD7">
                  <a:alpha val="0"/>
                </a:srgbClr>
              </a:gs>
              <a:gs pos="40000">
                <a:srgbClr val="E3DAF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Skills allow us to direct AI to complete complex tasks</a:t>
            </a:r>
            <a:br>
              <a:rPr lang="en-US" altLang="zh-CN" dirty="0">
                <a:solidFill>
                  <a:srgbClr val="6262B2"/>
                </a:solidFill>
              </a:rPr>
            </a:br>
            <a:r>
              <a:rPr lang="en-US" altLang="zh-CN" dirty="0">
                <a:solidFill>
                  <a:srgbClr val="6262B2"/>
                </a:solidFill>
              </a:rPr>
              <a:t>—even engineering tasks requiring specialized expertise—</a:t>
            </a:r>
            <a:br>
              <a:rPr lang="en-US" altLang="zh-CN" dirty="0">
                <a:solidFill>
                  <a:srgbClr val="6262B2"/>
                </a:solidFill>
              </a:rPr>
            </a:br>
            <a:r>
              <a:rPr lang="en-US" altLang="zh-CN" dirty="0">
                <a:solidFill>
                  <a:srgbClr val="6262B2"/>
                </a:solidFill>
              </a:rPr>
              <a:t>in a simple and intuitive way.</a:t>
            </a:r>
            <a:endParaRPr lang="zh-CN" altLang="en-US" dirty="0">
              <a:solidFill>
                <a:srgbClr val="6262B2"/>
              </a:solidFill>
            </a:endParaRPr>
          </a:p>
        </p:txBody>
      </p:sp>
    </p:spTree>
    <p:extLst>
      <p:ext uri="{BB962C8B-B14F-4D97-AF65-F5344CB8AC3E}">
        <p14:creationId xmlns:p14="http://schemas.microsoft.com/office/powerpoint/2010/main" val="64619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5E66F3-07EC-1EC2-959E-AB9D123B7CBE}"/>
              </a:ext>
            </a:extLst>
          </p:cNvPr>
          <p:cNvSpPr>
            <a:spLocks noGrp="1"/>
          </p:cNvSpPr>
          <p:nvPr>
            <p:ph type="title"/>
          </p:nvPr>
        </p:nvSpPr>
        <p:spPr/>
        <p:txBody>
          <a:bodyPr/>
          <a:lstStyle/>
          <a:p>
            <a:r>
              <a:rPr lang="en-US" altLang="zh-CN" dirty="0"/>
              <a:t>Start From Tools</a:t>
            </a:r>
            <a:endParaRPr lang="zh-CN" altLang="en-US" dirty="0"/>
          </a:p>
        </p:txBody>
      </p:sp>
      <p:sp>
        <p:nvSpPr>
          <p:cNvPr id="3" name="内容占位符 2">
            <a:extLst>
              <a:ext uri="{FF2B5EF4-FFF2-40B4-BE49-F238E27FC236}">
                <a16:creationId xmlns:a16="http://schemas.microsoft.com/office/drawing/2014/main" id="{1DD9635A-FF07-F83F-0FEC-A042C97F617D}"/>
              </a:ext>
            </a:extLst>
          </p:cNvPr>
          <p:cNvSpPr>
            <a:spLocks noGrp="1"/>
          </p:cNvSpPr>
          <p:nvPr>
            <p:ph idx="1"/>
          </p:nvPr>
        </p:nvSpPr>
        <p:spPr>
          <a:xfrm>
            <a:off x="696000" y="3609651"/>
            <a:ext cx="10800000" cy="864000"/>
          </a:xfrm>
          <a:prstGeom prst="roundRect">
            <a:avLst/>
          </a:prstGeom>
          <a:solidFill>
            <a:srgbClr val="E3DAF4"/>
          </a:solidFill>
          <a:effectLst>
            <a:outerShdw blurRad="50800" dist="38100" dir="5400000" algn="t" rotWithShape="0">
              <a:srgbClr val="6262B2">
                <a:alpha val="40000"/>
              </a:srgbClr>
            </a:outerShdw>
          </a:effectLst>
        </p:spPr>
        <p:txBody>
          <a:bodyPr anchor="ctr">
            <a:normAutofit/>
          </a:bodyPr>
          <a:lstStyle/>
          <a:p>
            <a:pPr marL="0" indent="0" algn="ctr">
              <a:buNone/>
            </a:pPr>
            <a:r>
              <a:rPr lang="en-US" altLang="zh-CN" dirty="0"/>
              <a:t>Enhanced JSON support</a:t>
            </a:r>
            <a:endParaRPr lang="zh-CN" altLang="en-US" dirty="0"/>
          </a:p>
        </p:txBody>
      </p:sp>
      <p:sp>
        <p:nvSpPr>
          <p:cNvPr id="4" name="矩形: 圆角 3">
            <a:extLst>
              <a:ext uri="{FF2B5EF4-FFF2-40B4-BE49-F238E27FC236}">
                <a16:creationId xmlns:a16="http://schemas.microsoft.com/office/drawing/2014/main" id="{7AEC8CE9-C6EA-018E-3039-F03800E0BCAA}"/>
              </a:ext>
            </a:extLst>
          </p:cNvPr>
          <p:cNvSpPr/>
          <p:nvPr/>
        </p:nvSpPr>
        <p:spPr>
          <a:xfrm>
            <a:off x="696000" y="1533129"/>
            <a:ext cx="1728000" cy="1728000"/>
          </a:xfrm>
          <a:prstGeom prst="roundRect">
            <a:avLst>
              <a:gd name="adj" fmla="val 7279"/>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216000" rtlCol="0" anchor="b"/>
          <a:lstStyle/>
          <a:p>
            <a:pPr algn="ctr"/>
            <a:r>
              <a:rPr lang="en-US" altLang="zh-CN" sz="2400" dirty="0">
                <a:solidFill>
                  <a:schemeClr val="tx1"/>
                </a:solidFill>
              </a:rPr>
              <a:t>LLM</a:t>
            </a:r>
            <a:endParaRPr lang="zh-CN" altLang="en-US" sz="2400" dirty="0">
              <a:solidFill>
                <a:schemeClr val="tx1"/>
              </a:solidFill>
            </a:endParaRPr>
          </a:p>
        </p:txBody>
      </p:sp>
      <p:sp>
        <p:nvSpPr>
          <p:cNvPr id="6" name="矩形: 圆角 5">
            <a:extLst>
              <a:ext uri="{FF2B5EF4-FFF2-40B4-BE49-F238E27FC236}">
                <a16:creationId xmlns:a16="http://schemas.microsoft.com/office/drawing/2014/main" id="{68B35ED7-F433-0ACA-053E-258C4FFD0448}"/>
              </a:ext>
            </a:extLst>
          </p:cNvPr>
          <p:cNvSpPr/>
          <p:nvPr/>
        </p:nvSpPr>
        <p:spPr>
          <a:xfrm>
            <a:off x="2856000" y="1533130"/>
            <a:ext cx="8640000" cy="720000"/>
          </a:xfrm>
          <a:prstGeom prst="roundRect">
            <a:avLst>
              <a:gd name="adj" fmla="val 50000"/>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 rIns="144000" bIns="36000" rtlCol="0" anchor="ctr"/>
          <a:lstStyle/>
          <a:p>
            <a:pPr marL="342900" indent="-342900">
              <a:buClr>
                <a:srgbClr val="00B0F0"/>
              </a:buClr>
              <a:buFont typeface="Arial" panose="020B0604020202020204" pitchFamily="34" charset="0"/>
              <a:buChar char="•"/>
            </a:pPr>
            <a:r>
              <a:rPr lang="en-US" altLang="zh-CN" sz="2400" dirty="0">
                <a:solidFill>
                  <a:schemeClr val="tx1"/>
                </a:solidFill>
              </a:rPr>
              <a:t>Understand and process text</a:t>
            </a:r>
            <a:endParaRPr lang="zh-CN" altLang="en-US" sz="2400" dirty="0">
              <a:solidFill>
                <a:schemeClr val="tx1"/>
              </a:solidFill>
            </a:endParaRPr>
          </a:p>
        </p:txBody>
      </p:sp>
      <p:sp>
        <p:nvSpPr>
          <p:cNvPr id="10" name="矩形: 圆角 9">
            <a:extLst>
              <a:ext uri="{FF2B5EF4-FFF2-40B4-BE49-F238E27FC236}">
                <a16:creationId xmlns:a16="http://schemas.microsoft.com/office/drawing/2014/main" id="{6D1B2C60-2DB2-0403-EF21-C9E6C8FE16D7}"/>
              </a:ext>
            </a:extLst>
          </p:cNvPr>
          <p:cNvSpPr/>
          <p:nvPr/>
        </p:nvSpPr>
        <p:spPr>
          <a:xfrm>
            <a:off x="2856000" y="2544940"/>
            <a:ext cx="8640000" cy="720000"/>
          </a:xfrm>
          <a:prstGeom prst="roundRect">
            <a:avLst>
              <a:gd name="adj" fmla="val 50000"/>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 rIns="144000" bIns="36000" rtlCol="0" anchor="ctr"/>
          <a:lstStyle/>
          <a:p>
            <a:pPr marL="342900" indent="-342900">
              <a:buClr>
                <a:srgbClr val="00B0F0"/>
              </a:buClr>
              <a:buFont typeface="Arial" panose="020B0604020202020204" pitchFamily="34" charset="0"/>
              <a:buChar char="•"/>
            </a:pPr>
            <a:r>
              <a:rPr lang="en-US" altLang="zh-CN" sz="2400" dirty="0">
                <a:solidFill>
                  <a:schemeClr val="tx1"/>
                </a:solidFill>
              </a:rPr>
              <a:t>Possess vast amounts of built-in knowledge</a:t>
            </a:r>
            <a:endParaRPr lang="zh-CN" altLang="en-US" sz="2400" dirty="0">
              <a:solidFill>
                <a:schemeClr val="tx1"/>
              </a:solidFill>
            </a:endParaRPr>
          </a:p>
        </p:txBody>
      </p:sp>
      <p:pic>
        <p:nvPicPr>
          <p:cNvPr id="12" name="图形 11" descr="大脑 轮廓">
            <a:extLst>
              <a:ext uri="{FF2B5EF4-FFF2-40B4-BE49-F238E27FC236}">
                <a16:creationId xmlns:a16="http://schemas.microsoft.com/office/drawing/2014/main" id="{2F865E35-F3E8-09E2-BB2F-2CF061BA4B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2800" y="1703427"/>
            <a:ext cx="914400" cy="914400"/>
          </a:xfrm>
          <a:prstGeom prst="rect">
            <a:avLst/>
          </a:prstGeom>
        </p:spPr>
      </p:pic>
      <p:sp>
        <p:nvSpPr>
          <p:cNvPr id="13" name="内容占位符 2">
            <a:extLst>
              <a:ext uri="{FF2B5EF4-FFF2-40B4-BE49-F238E27FC236}">
                <a16:creationId xmlns:a16="http://schemas.microsoft.com/office/drawing/2014/main" id="{86114A7E-B19D-CA21-9277-6D8D378AEE0B}"/>
              </a:ext>
            </a:extLst>
          </p:cNvPr>
          <p:cNvSpPr txBox="1">
            <a:spLocks/>
          </p:cNvSpPr>
          <p:nvPr/>
        </p:nvSpPr>
        <p:spPr>
          <a:xfrm>
            <a:off x="696000" y="5067235"/>
            <a:ext cx="10800000" cy="1008000"/>
          </a:xfrm>
          <a:prstGeom prst="roundRect">
            <a:avLst/>
          </a:prstGeom>
          <a:gradFill flip="none" rotWithShape="1">
            <a:gsLst>
              <a:gs pos="0">
                <a:srgbClr val="FAF7F3"/>
              </a:gs>
              <a:gs pos="100000">
                <a:schemeClr val="bg1"/>
              </a:gs>
              <a:gs pos="50000">
                <a:schemeClr val="accent6">
                  <a:lumMod val="20000"/>
                  <a:lumOff val="80000"/>
                </a:schemeClr>
              </a:gs>
            </a:gsLst>
            <a:lin ang="0" scaled="1"/>
            <a:tileRect/>
          </a:gradFill>
          <a:ln>
            <a:noFill/>
          </a:ln>
          <a:effectLst>
            <a:outerShdw blurRad="127000" algn="ctr" rotWithShape="0">
              <a:srgbClr val="6262B2">
                <a:alpha val="40000"/>
              </a:srgbClr>
            </a:outerShdw>
          </a:effectLst>
        </p:spPr>
        <p:txBody>
          <a:bodyPr vert="horz" lIns="864000" tIns="45720" rIns="36000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altLang="zh-CN" dirty="0">
                <a:solidFill>
                  <a:schemeClr val="accent6">
                    <a:lumMod val="75000"/>
                  </a:schemeClr>
                </a:solidFill>
              </a:rPr>
              <a:t>AI Tools</a:t>
            </a:r>
            <a:endParaRPr lang="zh-CN" altLang="en-US" dirty="0">
              <a:solidFill>
                <a:schemeClr val="accent6">
                  <a:lumMod val="75000"/>
                </a:schemeClr>
              </a:solidFill>
            </a:endParaRPr>
          </a:p>
        </p:txBody>
      </p:sp>
      <p:sp>
        <p:nvSpPr>
          <p:cNvPr id="14" name="箭头: 右 13">
            <a:extLst>
              <a:ext uri="{FF2B5EF4-FFF2-40B4-BE49-F238E27FC236}">
                <a16:creationId xmlns:a16="http://schemas.microsoft.com/office/drawing/2014/main" id="{3DFA7435-44EF-97B9-8BC2-8D4871EA8934}"/>
              </a:ext>
            </a:extLst>
          </p:cNvPr>
          <p:cNvSpPr/>
          <p:nvPr/>
        </p:nvSpPr>
        <p:spPr>
          <a:xfrm rot="5400000">
            <a:off x="5808000" y="3879235"/>
            <a:ext cx="576000" cy="1800000"/>
          </a:xfrm>
          <a:prstGeom prst="rightArrow">
            <a:avLst>
              <a:gd name="adj1" fmla="val 50000"/>
              <a:gd name="adj2" fmla="val 68406"/>
            </a:avLst>
          </a:prstGeom>
          <a:solidFill>
            <a:srgbClr val="C0AD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形 15" descr="牙科工具 轮廓">
            <a:extLst>
              <a:ext uri="{FF2B5EF4-FFF2-40B4-BE49-F238E27FC236}">
                <a16:creationId xmlns:a16="http://schemas.microsoft.com/office/drawing/2014/main" id="{C300A91C-32A3-2F78-3BDD-DE4DB88C24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6000" y="5283810"/>
            <a:ext cx="576000" cy="576000"/>
          </a:xfrm>
          <a:prstGeom prst="rect">
            <a:avLst/>
          </a:prstGeom>
        </p:spPr>
      </p:pic>
      <p:sp>
        <p:nvSpPr>
          <p:cNvPr id="19" name="矩形: 圆角 18">
            <a:extLst>
              <a:ext uri="{FF2B5EF4-FFF2-40B4-BE49-F238E27FC236}">
                <a16:creationId xmlns:a16="http://schemas.microsoft.com/office/drawing/2014/main" id="{90C19E2F-E886-6553-1A99-5B024B58F5EC}"/>
              </a:ext>
            </a:extLst>
          </p:cNvPr>
          <p:cNvSpPr/>
          <p:nvPr/>
        </p:nvSpPr>
        <p:spPr>
          <a:xfrm>
            <a:off x="7248000" y="5208104"/>
            <a:ext cx="1944000" cy="720000"/>
          </a:xfrm>
          <a:prstGeom prst="roundRect">
            <a:avLst/>
          </a:prstGeom>
          <a:solidFill>
            <a:schemeClr val="accent6">
              <a:lumMod val="40000"/>
              <a:lumOff val="6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API</a:t>
            </a:r>
            <a:endParaRPr lang="zh-CN" altLang="en-US" sz="2400" dirty="0">
              <a:solidFill>
                <a:schemeClr val="tx1"/>
              </a:solidFill>
            </a:endParaRPr>
          </a:p>
        </p:txBody>
      </p:sp>
      <p:sp>
        <p:nvSpPr>
          <p:cNvPr id="29" name="矩形: 圆角 28">
            <a:extLst>
              <a:ext uri="{FF2B5EF4-FFF2-40B4-BE49-F238E27FC236}">
                <a16:creationId xmlns:a16="http://schemas.microsoft.com/office/drawing/2014/main" id="{48DAE957-F9F5-FCF2-94A7-786A16E74213}"/>
              </a:ext>
            </a:extLst>
          </p:cNvPr>
          <p:cNvSpPr/>
          <p:nvPr/>
        </p:nvSpPr>
        <p:spPr>
          <a:xfrm>
            <a:off x="3000001" y="5208104"/>
            <a:ext cx="1944000" cy="720000"/>
          </a:xfrm>
          <a:prstGeom prst="roundRect">
            <a:avLst/>
          </a:prstGeom>
          <a:solidFill>
            <a:schemeClr val="accent6">
              <a:lumMod val="40000"/>
              <a:lumOff val="6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LLM</a:t>
            </a:r>
            <a:endParaRPr lang="zh-CN" altLang="en-US" sz="2400" dirty="0">
              <a:solidFill>
                <a:schemeClr val="tx1"/>
              </a:solidFill>
            </a:endParaRPr>
          </a:p>
        </p:txBody>
      </p:sp>
      <p:cxnSp>
        <p:nvCxnSpPr>
          <p:cNvPr id="55" name="直接连接符 54">
            <a:extLst>
              <a:ext uri="{FF2B5EF4-FFF2-40B4-BE49-F238E27FC236}">
                <a16:creationId xmlns:a16="http://schemas.microsoft.com/office/drawing/2014/main" id="{CBB194A5-E0CC-1B1C-6B6F-03B77769C4A4}"/>
              </a:ext>
            </a:extLst>
          </p:cNvPr>
          <p:cNvCxnSpPr/>
          <p:nvPr/>
        </p:nvCxnSpPr>
        <p:spPr>
          <a:xfrm>
            <a:off x="876000" y="3667031"/>
            <a:ext cx="1044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7" name="直接箭头连接符 56">
            <a:extLst>
              <a:ext uri="{FF2B5EF4-FFF2-40B4-BE49-F238E27FC236}">
                <a16:creationId xmlns:a16="http://schemas.microsoft.com/office/drawing/2014/main" id="{6AEEB9E3-C624-1ADD-32E7-7C7F92FC7F88}"/>
              </a:ext>
            </a:extLst>
          </p:cNvPr>
          <p:cNvCxnSpPr/>
          <p:nvPr/>
        </p:nvCxnSpPr>
        <p:spPr>
          <a:xfrm>
            <a:off x="4944000" y="5466522"/>
            <a:ext cx="2304000"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9" name="直接箭头连接符 58">
            <a:extLst>
              <a:ext uri="{FF2B5EF4-FFF2-40B4-BE49-F238E27FC236}">
                <a16:creationId xmlns:a16="http://schemas.microsoft.com/office/drawing/2014/main" id="{0D425B83-9F9B-E018-CC31-50CBA29D3919}"/>
              </a:ext>
            </a:extLst>
          </p:cNvPr>
          <p:cNvCxnSpPr/>
          <p:nvPr/>
        </p:nvCxnSpPr>
        <p:spPr>
          <a:xfrm flipH="1">
            <a:off x="4944000" y="5678557"/>
            <a:ext cx="2304000"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0" name="椭圆 59">
            <a:extLst>
              <a:ext uri="{FF2B5EF4-FFF2-40B4-BE49-F238E27FC236}">
                <a16:creationId xmlns:a16="http://schemas.microsoft.com/office/drawing/2014/main" id="{33D5A515-D958-32AA-044C-8890D7652A17}"/>
              </a:ext>
            </a:extLst>
          </p:cNvPr>
          <p:cNvSpPr/>
          <p:nvPr/>
        </p:nvSpPr>
        <p:spPr>
          <a:xfrm>
            <a:off x="5556000" y="5244104"/>
            <a:ext cx="1080000" cy="648000"/>
          </a:xfrm>
          <a:prstGeom prst="ellipse">
            <a:avLst/>
          </a:prstGeom>
          <a:solidFill>
            <a:schemeClr val="bg1"/>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6">
                    <a:lumMod val="75000"/>
                  </a:schemeClr>
                </a:solidFill>
              </a:rPr>
              <a:t>JSON</a:t>
            </a:r>
            <a:endParaRPr lang="zh-CN" altLang="en-US" dirty="0">
              <a:solidFill>
                <a:schemeClr val="accent6">
                  <a:lumMod val="75000"/>
                </a:schemeClr>
              </a:solidFill>
            </a:endParaRPr>
          </a:p>
        </p:txBody>
      </p:sp>
      <p:cxnSp>
        <p:nvCxnSpPr>
          <p:cNvPr id="62" name="直接箭头连接符 61">
            <a:extLst>
              <a:ext uri="{FF2B5EF4-FFF2-40B4-BE49-F238E27FC236}">
                <a16:creationId xmlns:a16="http://schemas.microsoft.com/office/drawing/2014/main" id="{103FB884-89E7-6F5E-7B2C-86DA44EA4F67}"/>
              </a:ext>
            </a:extLst>
          </p:cNvPr>
          <p:cNvCxnSpPr/>
          <p:nvPr/>
        </p:nvCxnSpPr>
        <p:spPr>
          <a:xfrm flipH="1">
            <a:off x="8673548" y="5565913"/>
            <a:ext cx="1013791"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0511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E8FD-82E4-60E6-DF84-5AAD7E5F80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1B9D45-30B3-7BE9-56C9-B712F3D40951}"/>
              </a:ext>
            </a:extLst>
          </p:cNvPr>
          <p:cNvSpPr>
            <a:spLocks noGrp="1"/>
          </p:cNvSpPr>
          <p:nvPr>
            <p:ph type="title"/>
          </p:nvPr>
        </p:nvSpPr>
        <p:spPr/>
        <p:txBody>
          <a:bodyPr/>
          <a:lstStyle/>
          <a:p>
            <a:r>
              <a:rPr lang="en-US" altLang="zh-CN" dirty="0"/>
              <a:t>AI Tools</a:t>
            </a:r>
            <a:endParaRPr lang="zh-CN" altLang="en-US" dirty="0"/>
          </a:p>
        </p:txBody>
      </p:sp>
      <p:sp>
        <p:nvSpPr>
          <p:cNvPr id="3" name="内容占位符 2">
            <a:extLst>
              <a:ext uri="{FF2B5EF4-FFF2-40B4-BE49-F238E27FC236}">
                <a16:creationId xmlns:a16="http://schemas.microsoft.com/office/drawing/2014/main" id="{1089C6A4-7C39-6A73-CCF5-F371E9EFACD9}"/>
              </a:ext>
            </a:extLst>
          </p:cNvPr>
          <p:cNvSpPr>
            <a:spLocks noGrp="1"/>
          </p:cNvSpPr>
          <p:nvPr>
            <p:ph idx="1"/>
          </p:nvPr>
        </p:nvSpPr>
        <p:spPr>
          <a:xfrm>
            <a:off x="696000" y="1533130"/>
            <a:ext cx="10800000" cy="576000"/>
          </a:xfrm>
          <a:prstGeom prst="roundRect">
            <a:avLst/>
          </a:prstGeom>
          <a:ln w="12700">
            <a:solidFill>
              <a:srgbClr val="6262B2"/>
            </a:solidFill>
            <a:prstDash val="dash"/>
          </a:ln>
        </p:spPr>
        <p:txBody>
          <a:bodyPr anchor="ctr"/>
          <a:lstStyle/>
          <a:p>
            <a:pPr marL="0" indent="0" algn="ctr">
              <a:buNone/>
            </a:pPr>
            <a:r>
              <a:rPr lang="en-US" altLang="zh-CN" dirty="0">
                <a:solidFill>
                  <a:srgbClr val="6262B2"/>
                </a:solidFill>
              </a:rPr>
              <a:t>AI connects with the outside world through AI tools</a:t>
            </a:r>
            <a:endParaRPr lang="zh-CN" altLang="en-US" dirty="0">
              <a:solidFill>
                <a:srgbClr val="6262B2"/>
              </a:solidFill>
            </a:endParaRPr>
          </a:p>
        </p:txBody>
      </p:sp>
      <p:sp>
        <p:nvSpPr>
          <p:cNvPr id="5" name="矩形: 圆角 4">
            <a:extLst>
              <a:ext uri="{FF2B5EF4-FFF2-40B4-BE49-F238E27FC236}">
                <a16:creationId xmlns:a16="http://schemas.microsoft.com/office/drawing/2014/main" id="{514F8FD8-C40C-DBFB-D2BB-FF749A04F74D}"/>
              </a:ext>
            </a:extLst>
          </p:cNvPr>
          <p:cNvSpPr/>
          <p:nvPr/>
        </p:nvSpPr>
        <p:spPr>
          <a:xfrm>
            <a:off x="3936000" y="3549130"/>
            <a:ext cx="4320000" cy="720000"/>
          </a:xfrm>
          <a:prstGeom prst="roundRect">
            <a:avLst/>
          </a:prstGeom>
          <a:solidFill>
            <a:schemeClr val="bg1"/>
          </a:solidFill>
          <a:ln w="50800">
            <a:solidFill>
              <a:schemeClr val="accent2">
                <a:lumMod val="60000"/>
                <a:lumOff val="40000"/>
                <a:alpha val="50000"/>
              </a:schemeClr>
            </a:solidFill>
            <a:prstDash val="dash"/>
          </a:ln>
          <a:effectLst>
            <a:outerShdw blurRad="127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Function Call</a:t>
            </a:r>
            <a:endParaRPr lang="zh-CN" altLang="en-US" dirty="0">
              <a:solidFill>
                <a:schemeClr val="tx1"/>
              </a:solidFill>
            </a:endParaRPr>
          </a:p>
        </p:txBody>
      </p:sp>
      <p:sp>
        <p:nvSpPr>
          <p:cNvPr id="7" name="矩形: 圆角 6">
            <a:extLst>
              <a:ext uri="{FF2B5EF4-FFF2-40B4-BE49-F238E27FC236}">
                <a16:creationId xmlns:a16="http://schemas.microsoft.com/office/drawing/2014/main" id="{01F1CAE5-0E81-1F31-073A-22E176AD6D8C}"/>
              </a:ext>
            </a:extLst>
          </p:cNvPr>
          <p:cNvSpPr/>
          <p:nvPr/>
        </p:nvSpPr>
        <p:spPr>
          <a:xfrm>
            <a:off x="3936000" y="4629130"/>
            <a:ext cx="4320000" cy="720000"/>
          </a:xfrm>
          <a:prstGeom prst="roundRect">
            <a:avLst/>
          </a:prstGeom>
          <a:solidFill>
            <a:schemeClr val="bg1"/>
          </a:solidFill>
          <a:ln w="50800">
            <a:solidFill>
              <a:schemeClr val="accent4">
                <a:lumMod val="60000"/>
                <a:lumOff val="40000"/>
                <a:alpha val="50000"/>
              </a:schemeClr>
            </a:solidFill>
            <a:prstDash val="dash"/>
          </a:ln>
          <a:effectLst>
            <a:outerShdw blurRad="127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MCP Tool</a:t>
            </a:r>
            <a:endParaRPr lang="zh-CN" altLang="en-US" dirty="0">
              <a:solidFill>
                <a:schemeClr val="tx1"/>
              </a:solidFill>
            </a:endParaRPr>
          </a:p>
        </p:txBody>
      </p:sp>
      <p:sp>
        <p:nvSpPr>
          <p:cNvPr id="9" name="矩形: 圆角 8">
            <a:extLst>
              <a:ext uri="{FF2B5EF4-FFF2-40B4-BE49-F238E27FC236}">
                <a16:creationId xmlns:a16="http://schemas.microsoft.com/office/drawing/2014/main" id="{9793EF14-2226-E704-568C-D82F818FD7FB}"/>
              </a:ext>
            </a:extLst>
          </p:cNvPr>
          <p:cNvSpPr/>
          <p:nvPr/>
        </p:nvSpPr>
        <p:spPr>
          <a:xfrm>
            <a:off x="3936000" y="5709130"/>
            <a:ext cx="4320000" cy="720000"/>
          </a:xfrm>
          <a:prstGeom prst="roundRect">
            <a:avLst/>
          </a:prstGeom>
          <a:solidFill>
            <a:schemeClr val="bg1"/>
          </a:solidFill>
          <a:ln w="50800">
            <a:solidFill>
              <a:schemeClr val="accent6">
                <a:lumMod val="60000"/>
                <a:lumOff val="40000"/>
                <a:alpha val="50000"/>
              </a:schemeClr>
            </a:solidFill>
            <a:prstDash val="dash"/>
          </a:ln>
          <a:effectLst>
            <a:outerShdw blurRad="127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AI Skill</a:t>
            </a:r>
            <a:endParaRPr lang="zh-CN" altLang="en-US" dirty="0">
              <a:solidFill>
                <a:schemeClr val="tx1"/>
              </a:solidFill>
            </a:endParaRPr>
          </a:p>
        </p:txBody>
      </p:sp>
      <p:sp>
        <p:nvSpPr>
          <p:cNvPr id="11" name="矩形: 圆角 10">
            <a:extLst>
              <a:ext uri="{FF2B5EF4-FFF2-40B4-BE49-F238E27FC236}">
                <a16:creationId xmlns:a16="http://schemas.microsoft.com/office/drawing/2014/main" id="{D61AFE52-377F-5178-FC19-95ADD9637810}"/>
              </a:ext>
            </a:extLst>
          </p:cNvPr>
          <p:cNvSpPr/>
          <p:nvPr/>
        </p:nvSpPr>
        <p:spPr>
          <a:xfrm>
            <a:off x="3936000" y="2469130"/>
            <a:ext cx="4320000" cy="720000"/>
          </a:xfrm>
          <a:prstGeom prst="roundRect">
            <a:avLst/>
          </a:prstGeom>
          <a:solidFill>
            <a:schemeClr val="bg1"/>
          </a:solidFill>
          <a:ln w="50800">
            <a:solidFill>
              <a:schemeClr val="accent5">
                <a:lumMod val="60000"/>
                <a:lumOff val="40000"/>
                <a:alpha val="50000"/>
              </a:schemeClr>
            </a:solidFill>
            <a:prstDash val="dash"/>
          </a:ln>
          <a:effectLst>
            <a:outerShdw blurRad="127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Task Intent</a:t>
            </a:r>
            <a:endParaRPr lang="zh-CN" altLang="en-US" dirty="0">
              <a:solidFill>
                <a:schemeClr val="tx1"/>
              </a:solidFill>
            </a:endParaRPr>
          </a:p>
        </p:txBody>
      </p:sp>
      <p:sp>
        <p:nvSpPr>
          <p:cNvPr id="15" name="箭头: 下 14">
            <a:extLst>
              <a:ext uri="{FF2B5EF4-FFF2-40B4-BE49-F238E27FC236}">
                <a16:creationId xmlns:a16="http://schemas.microsoft.com/office/drawing/2014/main" id="{703C3C19-06DE-B2C0-CDDF-74CAD07F7F97}"/>
              </a:ext>
            </a:extLst>
          </p:cNvPr>
          <p:cNvSpPr/>
          <p:nvPr/>
        </p:nvSpPr>
        <p:spPr>
          <a:xfrm>
            <a:off x="1311519" y="2469130"/>
            <a:ext cx="1216959" cy="3960000"/>
          </a:xfrm>
          <a:prstGeom prst="downArrow">
            <a:avLst/>
          </a:prstGeom>
          <a:pattFill prst="wdUpDiag">
            <a:fgClr>
              <a:srgbClr val="C0ADD7"/>
            </a:fgClr>
            <a:bgClr>
              <a:srgbClr val="DAE6F4"/>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010BE8D-2D9B-1675-E634-2A2B9687FB3C}"/>
              </a:ext>
            </a:extLst>
          </p:cNvPr>
          <p:cNvSpPr/>
          <p:nvPr/>
        </p:nvSpPr>
        <p:spPr>
          <a:xfrm>
            <a:off x="695999" y="3909130"/>
            <a:ext cx="2448000" cy="720000"/>
          </a:xfrm>
          <a:prstGeom prst="roundRect">
            <a:avLst/>
          </a:prstGeom>
          <a:solidFill>
            <a:srgbClr val="DAE6F4"/>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History Evolution</a:t>
            </a:r>
            <a:endParaRPr lang="zh-CN" altLang="en-US" dirty="0">
              <a:solidFill>
                <a:srgbClr val="6262B2"/>
              </a:solidFill>
            </a:endParaRPr>
          </a:p>
        </p:txBody>
      </p:sp>
      <p:sp>
        <p:nvSpPr>
          <p:cNvPr id="18" name="箭头: 下 17">
            <a:extLst>
              <a:ext uri="{FF2B5EF4-FFF2-40B4-BE49-F238E27FC236}">
                <a16:creationId xmlns:a16="http://schemas.microsoft.com/office/drawing/2014/main" id="{A1761513-558A-4F9E-B077-7FE59C72ACA6}"/>
              </a:ext>
            </a:extLst>
          </p:cNvPr>
          <p:cNvSpPr/>
          <p:nvPr/>
        </p:nvSpPr>
        <p:spPr>
          <a:xfrm rot="10800000">
            <a:off x="9663520" y="2469130"/>
            <a:ext cx="1216959" cy="3960000"/>
          </a:xfrm>
          <a:prstGeom prst="downArrow">
            <a:avLst/>
          </a:prstGeom>
          <a:pattFill prst="wdUpDiag">
            <a:fgClr>
              <a:srgbClr val="C0ADD7"/>
            </a:fgClr>
            <a:bgClr>
              <a:srgbClr val="DAE6F4"/>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3D460B62-7579-E3A0-8F71-824C6A625EF9}"/>
              </a:ext>
            </a:extLst>
          </p:cNvPr>
          <p:cNvSpPr/>
          <p:nvPr/>
        </p:nvSpPr>
        <p:spPr>
          <a:xfrm>
            <a:off x="9048000" y="3909130"/>
            <a:ext cx="2448000" cy="720000"/>
          </a:xfrm>
          <a:prstGeom prst="roundRect">
            <a:avLst/>
          </a:prstGeom>
          <a:solidFill>
            <a:srgbClr val="DAE6F4"/>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Call Stack</a:t>
            </a:r>
            <a:endParaRPr lang="zh-CN" altLang="en-US" dirty="0">
              <a:solidFill>
                <a:srgbClr val="6262B2"/>
              </a:solidFill>
            </a:endParaRPr>
          </a:p>
        </p:txBody>
      </p:sp>
    </p:spTree>
    <p:extLst>
      <p:ext uri="{BB962C8B-B14F-4D97-AF65-F5344CB8AC3E}">
        <p14:creationId xmlns:p14="http://schemas.microsoft.com/office/powerpoint/2010/main" val="679996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9">
            <a:extLst>
              <a:ext uri="{FF2B5EF4-FFF2-40B4-BE49-F238E27FC236}">
                <a16:creationId xmlns:a16="http://schemas.microsoft.com/office/drawing/2014/main" id="{D9BF44CC-1137-DCBE-3C00-8FCD2CCFBBD7}"/>
              </a:ext>
            </a:extLst>
          </p:cNvPr>
          <p:cNvSpPr/>
          <p:nvPr/>
        </p:nvSpPr>
        <p:spPr>
          <a:xfrm>
            <a:off x="4296001" y="1533129"/>
            <a:ext cx="7200000" cy="4464000"/>
          </a:xfrm>
          <a:prstGeom prst="roundRect">
            <a:avLst>
              <a:gd name="adj" fmla="val 3892"/>
            </a:avLst>
          </a:prstGeom>
          <a:noFill/>
          <a:ln w="25400">
            <a:solidFill>
              <a:srgbClr val="C0ADD7"/>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288000" tIns="72000" rIns="288000" bIns="72000" rtlCol="0" anchor="t"/>
          <a:lstStyle/>
          <a:p>
            <a:r>
              <a:rPr lang="en-US" altLang="zh-CN" sz="2400" dirty="0">
                <a:solidFill>
                  <a:schemeClr val="tx1"/>
                </a:solidFill>
              </a:rPr>
              <a:t>complex</a:t>
            </a:r>
            <a:endParaRPr lang="zh-CN" altLang="en-US" sz="2400" dirty="0">
              <a:solidFill>
                <a:schemeClr val="tx1"/>
              </a:solidFill>
            </a:endParaRPr>
          </a:p>
        </p:txBody>
      </p:sp>
      <p:sp>
        <p:nvSpPr>
          <p:cNvPr id="2" name="标题 1">
            <a:extLst>
              <a:ext uri="{FF2B5EF4-FFF2-40B4-BE49-F238E27FC236}">
                <a16:creationId xmlns:a16="http://schemas.microsoft.com/office/drawing/2014/main" id="{54453EE0-F84A-45EC-1D57-22866030C0D6}"/>
              </a:ext>
            </a:extLst>
          </p:cNvPr>
          <p:cNvSpPr>
            <a:spLocks noGrp="1"/>
          </p:cNvSpPr>
          <p:nvPr>
            <p:ph type="title"/>
          </p:nvPr>
        </p:nvSpPr>
        <p:spPr/>
        <p:txBody>
          <a:bodyPr/>
          <a:lstStyle/>
          <a:p>
            <a:r>
              <a:rPr lang="en-US" altLang="zh-CN" dirty="0"/>
              <a:t>Task Orchestration</a:t>
            </a:r>
            <a:endParaRPr lang="zh-CN" altLang="en-US" dirty="0"/>
          </a:p>
        </p:txBody>
      </p:sp>
      <p:sp>
        <p:nvSpPr>
          <p:cNvPr id="3" name="内容占位符 2">
            <a:extLst>
              <a:ext uri="{FF2B5EF4-FFF2-40B4-BE49-F238E27FC236}">
                <a16:creationId xmlns:a16="http://schemas.microsoft.com/office/drawing/2014/main" id="{F2892AA0-5095-D52F-9C1A-AA4764BA4ACD}"/>
              </a:ext>
            </a:extLst>
          </p:cNvPr>
          <p:cNvSpPr>
            <a:spLocks noGrp="1"/>
          </p:cNvSpPr>
          <p:nvPr>
            <p:ph idx="1"/>
          </p:nvPr>
        </p:nvSpPr>
        <p:spPr>
          <a:xfrm>
            <a:off x="695999" y="1533129"/>
            <a:ext cx="2880000" cy="1440000"/>
          </a:xfrm>
          <a:prstGeom prst="round2DiagRect">
            <a:avLst/>
          </a:prstGeom>
          <a:gradFill>
            <a:gsLst>
              <a:gs pos="0">
                <a:schemeClr val="accent5">
                  <a:lumMod val="20000"/>
                  <a:lumOff val="80000"/>
                </a:schemeClr>
              </a:gs>
              <a:gs pos="100000">
                <a:schemeClr val="accent1">
                  <a:lumMod val="20000"/>
                  <a:lumOff val="80000"/>
                </a:schemeClr>
              </a:gs>
            </a:gsLst>
            <a:lin ang="5400000" scaled="1"/>
          </a:gradFill>
        </p:spPr>
        <p:txBody>
          <a:bodyPr>
            <a:normAutofit/>
          </a:bodyPr>
          <a:lstStyle/>
          <a:p>
            <a:pPr marL="0" indent="0">
              <a:buNone/>
            </a:pPr>
            <a:r>
              <a:rPr lang="en-US" altLang="zh-CN" dirty="0">
                <a:solidFill>
                  <a:srgbClr val="6262B2"/>
                </a:solidFill>
              </a:rPr>
              <a:t>Core of</a:t>
            </a:r>
            <a:br>
              <a:rPr lang="en-US" altLang="zh-CN" dirty="0">
                <a:solidFill>
                  <a:srgbClr val="6262B2"/>
                </a:solidFill>
              </a:rPr>
            </a:br>
            <a:r>
              <a:rPr lang="en-US" altLang="zh-CN" dirty="0">
                <a:solidFill>
                  <a:srgbClr val="6262B2"/>
                </a:solidFill>
              </a:rPr>
              <a:t>AI Workflows</a:t>
            </a:r>
            <a:endParaRPr lang="zh-CN" altLang="en-US" dirty="0">
              <a:solidFill>
                <a:srgbClr val="6262B2"/>
              </a:solidFill>
            </a:endParaRPr>
          </a:p>
        </p:txBody>
      </p:sp>
      <p:sp>
        <p:nvSpPr>
          <p:cNvPr id="4" name="矩形: 圆角 3">
            <a:extLst>
              <a:ext uri="{FF2B5EF4-FFF2-40B4-BE49-F238E27FC236}">
                <a16:creationId xmlns:a16="http://schemas.microsoft.com/office/drawing/2014/main" id="{FE2431DD-73EA-39D4-3EF7-9C720C8D7FE4}"/>
              </a:ext>
            </a:extLst>
          </p:cNvPr>
          <p:cNvSpPr/>
          <p:nvPr/>
        </p:nvSpPr>
        <p:spPr>
          <a:xfrm>
            <a:off x="4655999" y="2253129"/>
            <a:ext cx="6480000" cy="864000"/>
          </a:xfrm>
          <a:prstGeom prst="roundRect">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008000" tIns="36000" rIns="144000" bIns="36000" rtlCol="0" anchor="ctr"/>
          <a:lstStyle/>
          <a:p>
            <a:r>
              <a:rPr lang="en-US" altLang="zh-CN" sz="2400" dirty="0">
                <a:solidFill>
                  <a:schemeClr val="tx1"/>
                </a:solidFill>
              </a:rPr>
              <a:t>Process Flow</a:t>
            </a:r>
            <a:endParaRPr lang="zh-CN" altLang="en-US" sz="2400" dirty="0">
              <a:solidFill>
                <a:schemeClr val="tx1"/>
              </a:solidFill>
            </a:endParaRPr>
          </a:p>
        </p:txBody>
      </p:sp>
      <p:sp>
        <p:nvSpPr>
          <p:cNvPr id="6" name="矩形: 圆角 5">
            <a:extLst>
              <a:ext uri="{FF2B5EF4-FFF2-40B4-BE49-F238E27FC236}">
                <a16:creationId xmlns:a16="http://schemas.microsoft.com/office/drawing/2014/main" id="{F1B5BBFC-6705-91D6-9A5D-7EDF1589F857}"/>
              </a:ext>
            </a:extLst>
          </p:cNvPr>
          <p:cNvSpPr/>
          <p:nvPr/>
        </p:nvSpPr>
        <p:spPr>
          <a:xfrm>
            <a:off x="4655999" y="3497422"/>
            <a:ext cx="6480000" cy="864000"/>
          </a:xfrm>
          <a:prstGeom prst="roundRect">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008000" tIns="36000" rIns="144000" bIns="36000" rtlCol="0" anchor="ctr"/>
          <a:lstStyle/>
          <a:p>
            <a:r>
              <a:rPr lang="en-US" altLang="zh-CN" sz="2400" dirty="0">
                <a:solidFill>
                  <a:schemeClr val="tx1"/>
                </a:solidFill>
              </a:rPr>
              <a:t>Referenced Resources</a:t>
            </a:r>
            <a:endParaRPr lang="zh-CN" altLang="en-US" sz="2400" dirty="0">
              <a:solidFill>
                <a:schemeClr val="tx1"/>
              </a:solidFill>
            </a:endParaRPr>
          </a:p>
        </p:txBody>
      </p:sp>
      <p:sp>
        <p:nvSpPr>
          <p:cNvPr id="8" name="矩形: 圆角 7">
            <a:extLst>
              <a:ext uri="{FF2B5EF4-FFF2-40B4-BE49-F238E27FC236}">
                <a16:creationId xmlns:a16="http://schemas.microsoft.com/office/drawing/2014/main" id="{7BD746E8-F3A9-40A0-7ED4-17BA27327953}"/>
              </a:ext>
            </a:extLst>
          </p:cNvPr>
          <p:cNvSpPr/>
          <p:nvPr/>
        </p:nvSpPr>
        <p:spPr>
          <a:xfrm>
            <a:off x="4655999" y="4741715"/>
            <a:ext cx="6480000" cy="864000"/>
          </a:xfrm>
          <a:prstGeom prst="roundRect">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008000" tIns="36000" rIns="144000" bIns="36000" rtlCol="0" anchor="ctr"/>
          <a:lstStyle/>
          <a:p>
            <a:r>
              <a:rPr lang="en-US" altLang="zh-CN" sz="2400" dirty="0">
                <a:solidFill>
                  <a:schemeClr val="tx1"/>
                </a:solidFill>
              </a:rPr>
              <a:t>Contextual Dependencies</a:t>
            </a:r>
            <a:endParaRPr lang="zh-CN" altLang="en-US" sz="2400" dirty="0">
              <a:solidFill>
                <a:schemeClr val="tx1"/>
              </a:solidFill>
            </a:endParaRPr>
          </a:p>
        </p:txBody>
      </p:sp>
      <p:cxnSp>
        <p:nvCxnSpPr>
          <p:cNvPr id="14" name="连接符: 肘形 13">
            <a:extLst>
              <a:ext uri="{FF2B5EF4-FFF2-40B4-BE49-F238E27FC236}">
                <a16:creationId xmlns:a16="http://schemas.microsoft.com/office/drawing/2014/main" id="{DD77A0E1-E247-B773-05A9-399ECC71A453}"/>
              </a:ext>
            </a:extLst>
          </p:cNvPr>
          <p:cNvCxnSpPr>
            <a:stCxn id="3" idx="0"/>
            <a:endCxn id="4" idx="1"/>
          </p:cNvCxnSpPr>
          <p:nvPr/>
        </p:nvCxnSpPr>
        <p:spPr>
          <a:xfrm>
            <a:off x="3575999" y="2253129"/>
            <a:ext cx="1080000" cy="4320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连接符: 肘形 15">
            <a:extLst>
              <a:ext uri="{FF2B5EF4-FFF2-40B4-BE49-F238E27FC236}">
                <a16:creationId xmlns:a16="http://schemas.microsoft.com/office/drawing/2014/main" id="{A821CA1C-4E40-D626-9DFE-7C0EE1264BB8}"/>
              </a:ext>
            </a:extLst>
          </p:cNvPr>
          <p:cNvCxnSpPr>
            <a:stCxn id="3" idx="0"/>
            <a:endCxn id="6" idx="1"/>
          </p:cNvCxnSpPr>
          <p:nvPr/>
        </p:nvCxnSpPr>
        <p:spPr>
          <a:xfrm>
            <a:off x="3575999" y="2253129"/>
            <a:ext cx="1080000" cy="167629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连接符: 肘形 17">
            <a:extLst>
              <a:ext uri="{FF2B5EF4-FFF2-40B4-BE49-F238E27FC236}">
                <a16:creationId xmlns:a16="http://schemas.microsoft.com/office/drawing/2014/main" id="{C92B2C53-61A4-E902-0103-280FA24A6B68}"/>
              </a:ext>
            </a:extLst>
          </p:cNvPr>
          <p:cNvCxnSpPr>
            <a:stCxn id="3" idx="0"/>
            <a:endCxn id="8" idx="1"/>
          </p:cNvCxnSpPr>
          <p:nvPr/>
        </p:nvCxnSpPr>
        <p:spPr>
          <a:xfrm>
            <a:off x="3575999" y="2253129"/>
            <a:ext cx="1080000" cy="292058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对话气泡: 圆角矩形 35">
            <a:extLst>
              <a:ext uri="{FF2B5EF4-FFF2-40B4-BE49-F238E27FC236}">
                <a16:creationId xmlns:a16="http://schemas.microsoft.com/office/drawing/2014/main" id="{019EAA1D-2273-ECD9-D645-E1D3C71A67D1}"/>
              </a:ext>
            </a:extLst>
          </p:cNvPr>
          <p:cNvSpPr/>
          <p:nvPr/>
        </p:nvSpPr>
        <p:spPr>
          <a:xfrm>
            <a:off x="695999" y="3837129"/>
            <a:ext cx="3096000" cy="2160000"/>
          </a:xfrm>
          <a:prstGeom prst="wedgeRoundRectCallout">
            <a:avLst>
              <a:gd name="adj1" fmla="val 56572"/>
              <a:gd name="adj2" fmla="val -36174"/>
              <a:gd name="adj3" fmla="val 16667"/>
            </a:avLst>
          </a:prstGeom>
          <a:solidFill>
            <a:schemeClr val="bg1"/>
          </a:solidFill>
          <a:ln>
            <a:solidFill>
              <a:srgbClr val="D7C1AD"/>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2000" dirty="0">
                <a:solidFill>
                  <a:schemeClr val="accent6"/>
                </a:solidFill>
              </a:rPr>
              <a:t>w/ </a:t>
            </a:r>
            <a:r>
              <a:rPr lang="en-US" altLang="zh-CN" sz="2000" dirty="0">
                <a:solidFill>
                  <a:schemeClr val="tx1"/>
                </a:solidFill>
              </a:rPr>
              <a:t>better understand</a:t>
            </a:r>
            <a:endParaRPr lang="zh-CN" altLang="en-US" sz="2000" dirty="0">
              <a:solidFill>
                <a:schemeClr val="tx1"/>
              </a:solidFill>
            </a:endParaRPr>
          </a:p>
        </p:txBody>
      </p:sp>
      <p:sp>
        <p:nvSpPr>
          <p:cNvPr id="37" name="矩形: 圆角 36">
            <a:extLst>
              <a:ext uri="{FF2B5EF4-FFF2-40B4-BE49-F238E27FC236}">
                <a16:creationId xmlns:a16="http://schemas.microsoft.com/office/drawing/2014/main" id="{7A0BE620-D858-E2A1-D86F-F13E30841DEC}"/>
              </a:ext>
            </a:extLst>
          </p:cNvPr>
          <p:cNvSpPr/>
          <p:nvPr/>
        </p:nvSpPr>
        <p:spPr>
          <a:xfrm>
            <a:off x="985958" y="4453715"/>
            <a:ext cx="2520000" cy="576000"/>
          </a:xfrm>
          <a:prstGeom prst="roundRect">
            <a:avLst/>
          </a:prstGeom>
          <a:gradFill>
            <a:gsLst>
              <a:gs pos="0">
                <a:schemeClr val="accent6">
                  <a:lumMod val="20000"/>
                  <a:lumOff val="80000"/>
                </a:schemeClr>
              </a:gs>
              <a:gs pos="100000">
                <a:schemeClr val="accent6">
                  <a:lumMod val="40000"/>
                  <a:lumOff val="60000"/>
                </a:schemeClr>
              </a:gs>
            </a:gsLst>
            <a:lin ang="5400000" scaled="1"/>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Responsibilities</a:t>
            </a:r>
            <a:endParaRPr lang="zh-CN" altLang="en-US" sz="2400" dirty="0"/>
          </a:p>
        </p:txBody>
      </p:sp>
      <p:sp>
        <p:nvSpPr>
          <p:cNvPr id="39" name="矩形: 圆角 38">
            <a:extLst>
              <a:ext uri="{FF2B5EF4-FFF2-40B4-BE49-F238E27FC236}">
                <a16:creationId xmlns:a16="http://schemas.microsoft.com/office/drawing/2014/main" id="{D5F5D7BC-06CF-4ED6-C0D5-13B13D2C7296}"/>
              </a:ext>
            </a:extLst>
          </p:cNvPr>
          <p:cNvSpPr/>
          <p:nvPr/>
        </p:nvSpPr>
        <p:spPr>
          <a:xfrm>
            <a:off x="985958" y="5173715"/>
            <a:ext cx="2520000" cy="576000"/>
          </a:xfrm>
          <a:prstGeom prst="roundRect">
            <a:avLst/>
          </a:prstGeom>
          <a:gradFill>
            <a:gsLst>
              <a:gs pos="0">
                <a:schemeClr val="accent6">
                  <a:lumMod val="20000"/>
                  <a:lumOff val="80000"/>
                </a:schemeClr>
              </a:gs>
              <a:gs pos="100000">
                <a:schemeClr val="accent6">
                  <a:lumMod val="40000"/>
                  <a:lumOff val="60000"/>
                </a:schemeClr>
              </a:gs>
            </a:gsLst>
            <a:lin ang="5400000" scaled="1"/>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Objectives</a:t>
            </a:r>
            <a:endParaRPr lang="zh-CN" altLang="en-US" sz="2400" dirty="0"/>
          </a:p>
        </p:txBody>
      </p:sp>
      <p:sp>
        <p:nvSpPr>
          <p:cNvPr id="40" name="矩形 39">
            <a:extLst>
              <a:ext uri="{FF2B5EF4-FFF2-40B4-BE49-F238E27FC236}">
                <a16:creationId xmlns:a16="http://schemas.microsoft.com/office/drawing/2014/main" id="{13C1DD71-AD26-379A-44E4-FDFD6D8DC9D1}"/>
              </a:ext>
            </a:extLst>
          </p:cNvPr>
          <p:cNvSpPr/>
          <p:nvPr/>
        </p:nvSpPr>
        <p:spPr>
          <a:xfrm>
            <a:off x="1116106" y="2685129"/>
            <a:ext cx="1944000" cy="28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形 41" descr="划线的圆圈 纯色填充">
            <a:extLst>
              <a:ext uri="{FF2B5EF4-FFF2-40B4-BE49-F238E27FC236}">
                <a16:creationId xmlns:a16="http://schemas.microsoft.com/office/drawing/2014/main" id="{F8A92F3E-A5FA-E771-969B-4EE4684A3B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488" y="4885715"/>
            <a:ext cx="576000" cy="576000"/>
          </a:xfrm>
          <a:prstGeom prst="rect">
            <a:avLst/>
          </a:prstGeom>
        </p:spPr>
      </p:pic>
      <p:pic>
        <p:nvPicPr>
          <p:cNvPr id="44" name="图形 43" descr="工作流 纯色填充">
            <a:extLst>
              <a:ext uri="{FF2B5EF4-FFF2-40B4-BE49-F238E27FC236}">
                <a16:creationId xmlns:a16="http://schemas.microsoft.com/office/drawing/2014/main" id="{4192786B-2CC8-1D47-0EE4-9B4E42C9D1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488" y="2397129"/>
            <a:ext cx="576000" cy="576000"/>
          </a:xfrm>
          <a:prstGeom prst="rect">
            <a:avLst/>
          </a:prstGeom>
        </p:spPr>
      </p:pic>
      <p:pic>
        <p:nvPicPr>
          <p:cNvPr id="46" name="图形 45" descr="百事贴 3 纯色填充">
            <a:extLst>
              <a:ext uri="{FF2B5EF4-FFF2-40B4-BE49-F238E27FC236}">
                <a16:creationId xmlns:a16="http://schemas.microsoft.com/office/drawing/2014/main" id="{052ED957-FD70-23AB-99CA-02E14A7CEE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488" y="3641422"/>
            <a:ext cx="576000" cy="576000"/>
          </a:xfrm>
          <a:prstGeom prst="rect">
            <a:avLst/>
          </a:prstGeom>
        </p:spPr>
      </p:pic>
    </p:spTree>
    <p:extLst>
      <p:ext uri="{BB962C8B-B14F-4D97-AF65-F5344CB8AC3E}">
        <p14:creationId xmlns:p14="http://schemas.microsoft.com/office/powerpoint/2010/main" val="1536736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角 22">
            <a:extLst>
              <a:ext uri="{FF2B5EF4-FFF2-40B4-BE49-F238E27FC236}">
                <a16:creationId xmlns:a16="http://schemas.microsoft.com/office/drawing/2014/main" id="{A01C4657-8CAF-F43E-0699-C33C0E71AE90}"/>
              </a:ext>
            </a:extLst>
          </p:cNvPr>
          <p:cNvSpPr/>
          <p:nvPr/>
        </p:nvSpPr>
        <p:spPr>
          <a:xfrm>
            <a:off x="695999" y="5658260"/>
            <a:ext cx="6504001" cy="648000"/>
          </a:xfrm>
          <a:prstGeom prst="roundRect">
            <a:avLst/>
          </a:prstGeom>
          <a:solidFill>
            <a:schemeClr val="bg1"/>
          </a:solidFill>
          <a:ln w="12700">
            <a:solidFill>
              <a:srgbClr val="8A7D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Command</a:t>
            </a:r>
            <a:endParaRPr lang="zh-CN" altLang="en-US" sz="2000" dirty="0">
              <a:solidFill>
                <a:schemeClr val="tx1"/>
              </a:solidFill>
            </a:endParaRPr>
          </a:p>
        </p:txBody>
      </p:sp>
      <p:sp>
        <p:nvSpPr>
          <p:cNvPr id="2" name="标题 1">
            <a:extLst>
              <a:ext uri="{FF2B5EF4-FFF2-40B4-BE49-F238E27FC236}">
                <a16:creationId xmlns:a16="http://schemas.microsoft.com/office/drawing/2014/main" id="{31C4CD84-B976-92D3-C36C-D1D471342821}"/>
              </a:ext>
            </a:extLst>
          </p:cNvPr>
          <p:cNvSpPr>
            <a:spLocks noGrp="1"/>
          </p:cNvSpPr>
          <p:nvPr>
            <p:ph type="title"/>
          </p:nvPr>
        </p:nvSpPr>
        <p:spPr/>
        <p:txBody>
          <a:bodyPr/>
          <a:lstStyle/>
          <a:p>
            <a:r>
              <a:rPr lang="en-US" altLang="zh-CN" dirty="0"/>
              <a:t>Execution Mechanism</a:t>
            </a:r>
            <a:endParaRPr lang="zh-CN" altLang="en-US" dirty="0"/>
          </a:p>
        </p:txBody>
      </p:sp>
      <p:sp>
        <p:nvSpPr>
          <p:cNvPr id="3" name="内容占位符 2">
            <a:extLst>
              <a:ext uri="{FF2B5EF4-FFF2-40B4-BE49-F238E27FC236}">
                <a16:creationId xmlns:a16="http://schemas.microsoft.com/office/drawing/2014/main" id="{1C6A14C9-C559-8099-5E07-4E0B3DB6DEC1}"/>
              </a:ext>
            </a:extLst>
          </p:cNvPr>
          <p:cNvSpPr>
            <a:spLocks noGrp="1"/>
          </p:cNvSpPr>
          <p:nvPr>
            <p:ph idx="1"/>
          </p:nvPr>
        </p:nvSpPr>
        <p:spPr>
          <a:xfrm>
            <a:off x="696000" y="1533130"/>
            <a:ext cx="10800000" cy="432000"/>
          </a:xfrm>
        </p:spPr>
        <p:txBody>
          <a:bodyPr>
            <a:normAutofit/>
          </a:bodyPr>
          <a:lstStyle/>
          <a:p>
            <a:pPr marL="0" indent="0">
              <a:buNone/>
            </a:pPr>
            <a:r>
              <a:rPr lang="en-US" altLang="zh-CN" sz="2000" dirty="0">
                <a:solidFill>
                  <a:srgbClr val="6262B2"/>
                </a:solidFill>
              </a:rPr>
              <a:t>Different components handle different tasks at different levels and are ultimately integrated</a:t>
            </a:r>
            <a:endParaRPr lang="zh-CN" altLang="en-US" sz="2000" dirty="0">
              <a:solidFill>
                <a:srgbClr val="6262B2"/>
              </a:solidFill>
            </a:endParaRPr>
          </a:p>
        </p:txBody>
      </p:sp>
      <p:sp>
        <p:nvSpPr>
          <p:cNvPr id="4" name="矩形: 圆角 3">
            <a:extLst>
              <a:ext uri="{FF2B5EF4-FFF2-40B4-BE49-F238E27FC236}">
                <a16:creationId xmlns:a16="http://schemas.microsoft.com/office/drawing/2014/main" id="{D60A0207-2AA0-147C-BA08-732AA829E08B}"/>
              </a:ext>
            </a:extLst>
          </p:cNvPr>
          <p:cNvSpPr/>
          <p:nvPr/>
        </p:nvSpPr>
        <p:spPr>
          <a:xfrm>
            <a:off x="695999" y="2418260"/>
            <a:ext cx="10799999" cy="864000"/>
          </a:xfrm>
          <a:prstGeom prst="roundRect">
            <a:avLst/>
          </a:prstGeom>
          <a:gradFill flip="none" rotWithShape="1">
            <a:gsLst>
              <a:gs pos="0">
                <a:schemeClr val="accent4">
                  <a:lumMod val="40000"/>
                  <a:lumOff val="60000"/>
                </a:schemeClr>
              </a:gs>
              <a:gs pos="100000">
                <a:schemeClr val="accent4">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36000" rIns="360000" bIns="36000" rtlCol="0" anchor="ctr"/>
          <a:lstStyle/>
          <a:p>
            <a:r>
              <a:rPr lang="en-US" altLang="zh-CN" sz="2400" dirty="0">
                <a:solidFill>
                  <a:schemeClr val="tx1"/>
                </a:solidFill>
              </a:rPr>
              <a:t>LLM</a:t>
            </a:r>
            <a:endParaRPr lang="zh-CN" altLang="en-US" sz="2400" dirty="0">
              <a:solidFill>
                <a:schemeClr val="tx1"/>
              </a:solidFill>
            </a:endParaRPr>
          </a:p>
        </p:txBody>
      </p:sp>
      <p:sp>
        <p:nvSpPr>
          <p:cNvPr id="6" name="矩形: 圆角 5">
            <a:extLst>
              <a:ext uri="{FF2B5EF4-FFF2-40B4-BE49-F238E27FC236}">
                <a16:creationId xmlns:a16="http://schemas.microsoft.com/office/drawing/2014/main" id="{4EA0FEC3-485C-838A-3898-87AB1CFFA6DB}"/>
              </a:ext>
            </a:extLst>
          </p:cNvPr>
          <p:cNvSpPr/>
          <p:nvPr/>
        </p:nvSpPr>
        <p:spPr>
          <a:xfrm>
            <a:off x="2856002" y="2526260"/>
            <a:ext cx="7920000" cy="648000"/>
          </a:xfrm>
          <a:prstGeom prst="roundRect">
            <a:avLst/>
          </a:prstGeom>
          <a:solidFill>
            <a:schemeClr val="bg1"/>
          </a:solidFill>
          <a:ln w="127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r>
              <a:rPr lang="en-US" altLang="zh-CN" sz="2000" dirty="0">
                <a:solidFill>
                  <a:schemeClr val="tx1"/>
                </a:solidFill>
              </a:rPr>
              <a:t>Interact with the user and orchestrates the overall workflow</a:t>
            </a:r>
            <a:endParaRPr lang="zh-CN" altLang="en-US" sz="2000" dirty="0">
              <a:solidFill>
                <a:schemeClr val="tx1"/>
              </a:solidFill>
            </a:endParaRPr>
          </a:p>
        </p:txBody>
      </p:sp>
      <p:sp>
        <p:nvSpPr>
          <p:cNvPr id="9" name="矩形: 圆角 8">
            <a:extLst>
              <a:ext uri="{FF2B5EF4-FFF2-40B4-BE49-F238E27FC236}">
                <a16:creationId xmlns:a16="http://schemas.microsoft.com/office/drawing/2014/main" id="{5D836ECC-DC8C-2346-5B69-99328D350B19}"/>
              </a:ext>
            </a:extLst>
          </p:cNvPr>
          <p:cNvSpPr/>
          <p:nvPr/>
        </p:nvSpPr>
        <p:spPr>
          <a:xfrm>
            <a:off x="696000" y="3498260"/>
            <a:ext cx="10799999" cy="864000"/>
          </a:xfrm>
          <a:prstGeom prst="roundRect">
            <a:avLst/>
          </a:prstGeom>
          <a:gradFill flip="none" rotWithShape="1">
            <a:gsLst>
              <a:gs pos="0">
                <a:schemeClr val="accent6">
                  <a:lumMod val="40000"/>
                  <a:lumOff val="60000"/>
                </a:schemeClr>
              </a:gs>
              <a:gs pos="100000">
                <a:schemeClr val="accent6">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36000" rIns="360000" bIns="36000" rtlCol="0" anchor="ctr"/>
          <a:lstStyle/>
          <a:p>
            <a:r>
              <a:rPr lang="en-US" altLang="zh-CN" sz="2400" dirty="0">
                <a:solidFill>
                  <a:schemeClr val="tx1"/>
                </a:solidFill>
              </a:rPr>
              <a:t>Skill</a:t>
            </a:r>
            <a:endParaRPr lang="zh-CN" altLang="en-US" sz="2400" dirty="0">
              <a:solidFill>
                <a:schemeClr val="tx1"/>
              </a:solidFill>
            </a:endParaRPr>
          </a:p>
        </p:txBody>
      </p:sp>
      <p:sp>
        <p:nvSpPr>
          <p:cNvPr id="11" name="矩形: 圆角 10">
            <a:extLst>
              <a:ext uri="{FF2B5EF4-FFF2-40B4-BE49-F238E27FC236}">
                <a16:creationId xmlns:a16="http://schemas.microsoft.com/office/drawing/2014/main" id="{F3885DA9-B610-69A7-C101-0E8AF4459F24}"/>
              </a:ext>
            </a:extLst>
          </p:cNvPr>
          <p:cNvSpPr/>
          <p:nvPr/>
        </p:nvSpPr>
        <p:spPr>
          <a:xfrm>
            <a:off x="2856003" y="3606260"/>
            <a:ext cx="7920000" cy="648000"/>
          </a:xfrm>
          <a:prstGeom prst="roundRect">
            <a:avLst/>
          </a:prstGeom>
          <a:solidFill>
            <a:schemeClr val="bg1"/>
          </a:solidFill>
          <a:ln w="127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r>
              <a:rPr lang="en-US" altLang="zh-CN" sz="2000" dirty="0">
                <a:solidFill>
                  <a:schemeClr val="tx1"/>
                </a:solidFill>
              </a:rPr>
              <a:t>Provides instructions for carrying out a specific capability or task</a:t>
            </a:r>
            <a:endParaRPr lang="zh-CN" altLang="en-US" sz="2000" dirty="0">
              <a:solidFill>
                <a:schemeClr val="tx1"/>
              </a:solidFill>
            </a:endParaRPr>
          </a:p>
        </p:txBody>
      </p:sp>
      <p:sp>
        <p:nvSpPr>
          <p:cNvPr id="14" name="矩形: 圆角 13">
            <a:extLst>
              <a:ext uri="{FF2B5EF4-FFF2-40B4-BE49-F238E27FC236}">
                <a16:creationId xmlns:a16="http://schemas.microsoft.com/office/drawing/2014/main" id="{B65C91E1-6130-FAD6-4426-F8A62E59FF94}"/>
              </a:ext>
            </a:extLst>
          </p:cNvPr>
          <p:cNvSpPr/>
          <p:nvPr/>
        </p:nvSpPr>
        <p:spPr>
          <a:xfrm>
            <a:off x="696000" y="4578260"/>
            <a:ext cx="10799999" cy="864000"/>
          </a:xfrm>
          <a:prstGeom prst="roundRect">
            <a:avLst/>
          </a:prstGeom>
          <a:gradFill flip="none" rotWithShape="1">
            <a:gsLst>
              <a:gs pos="0">
                <a:schemeClr val="accent5">
                  <a:lumMod val="40000"/>
                  <a:lumOff val="60000"/>
                </a:schemeClr>
              </a:gs>
              <a:gs pos="100000">
                <a:schemeClr val="accent5">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36000" rIns="360000" bIns="36000" rtlCol="0" anchor="ctr"/>
          <a:lstStyle/>
          <a:p>
            <a:r>
              <a:rPr lang="en-US" altLang="zh-CN" dirty="0">
                <a:solidFill>
                  <a:schemeClr val="tx1"/>
                </a:solidFill>
              </a:rPr>
              <a:t>MCP Tool /</a:t>
            </a:r>
          </a:p>
          <a:p>
            <a:r>
              <a:rPr lang="en-US" altLang="zh-CN" dirty="0">
                <a:solidFill>
                  <a:schemeClr val="tx1"/>
                </a:solidFill>
              </a:rPr>
              <a:t>Function Call</a:t>
            </a:r>
            <a:endParaRPr lang="zh-CN" altLang="en-US" dirty="0">
              <a:solidFill>
                <a:schemeClr val="tx1"/>
              </a:solidFill>
            </a:endParaRPr>
          </a:p>
        </p:txBody>
      </p:sp>
      <p:sp>
        <p:nvSpPr>
          <p:cNvPr id="16" name="矩形: 圆角 15">
            <a:extLst>
              <a:ext uri="{FF2B5EF4-FFF2-40B4-BE49-F238E27FC236}">
                <a16:creationId xmlns:a16="http://schemas.microsoft.com/office/drawing/2014/main" id="{A9E4A428-4BED-EBDD-C12F-C7977832AEB1}"/>
              </a:ext>
            </a:extLst>
          </p:cNvPr>
          <p:cNvSpPr/>
          <p:nvPr/>
        </p:nvSpPr>
        <p:spPr>
          <a:xfrm>
            <a:off x="2856003" y="4686260"/>
            <a:ext cx="7920000" cy="648000"/>
          </a:xfrm>
          <a:prstGeom prst="roundRect">
            <a:avLst/>
          </a:prstGeom>
          <a:solidFill>
            <a:schemeClr val="bg1"/>
          </a:solidFill>
          <a:ln w="127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r>
              <a:rPr lang="en-US" altLang="zh-CN" sz="2000" dirty="0">
                <a:solidFill>
                  <a:schemeClr val="tx1"/>
                </a:solidFill>
              </a:rPr>
              <a:t>Interfaces for executing specific operations or commands</a:t>
            </a:r>
            <a:endParaRPr lang="zh-CN" altLang="en-US" sz="2000" dirty="0">
              <a:solidFill>
                <a:schemeClr val="tx1"/>
              </a:solidFill>
            </a:endParaRPr>
          </a:p>
        </p:txBody>
      </p:sp>
      <p:sp>
        <p:nvSpPr>
          <p:cNvPr id="17" name="等腰三角形 16">
            <a:extLst>
              <a:ext uri="{FF2B5EF4-FFF2-40B4-BE49-F238E27FC236}">
                <a16:creationId xmlns:a16="http://schemas.microsoft.com/office/drawing/2014/main" id="{A238C245-6919-11E3-1F14-D523FAB6BD6D}"/>
              </a:ext>
            </a:extLst>
          </p:cNvPr>
          <p:cNvSpPr/>
          <p:nvPr/>
        </p:nvSpPr>
        <p:spPr>
          <a:xfrm rot="10800000">
            <a:off x="1271999" y="3282260"/>
            <a:ext cx="1080000" cy="360000"/>
          </a:xfrm>
          <a:prstGeom prst="triangl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a:extLst>
              <a:ext uri="{FF2B5EF4-FFF2-40B4-BE49-F238E27FC236}">
                <a16:creationId xmlns:a16="http://schemas.microsoft.com/office/drawing/2014/main" id="{CE53E6D0-C48C-7B68-43C6-D40690DC0A29}"/>
              </a:ext>
            </a:extLst>
          </p:cNvPr>
          <p:cNvSpPr/>
          <p:nvPr/>
        </p:nvSpPr>
        <p:spPr>
          <a:xfrm rot="10800000">
            <a:off x="1271999" y="4362260"/>
            <a:ext cx="1080000" cy="360000"/>
          </a:xfrm>
          <a:prstGeom prst="triangl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a:extLst>
              <a:ext uri="{FF2B5EF4-FFF2-40B4-BE49-F238E27FC236}">
                <a16:creationId xmlns:a16="http://schemas.microsoft.com/office/drawing/2014/main" id="{FF44289B-7721-4197-CF4A-389B07F0B2DD}"/>
              </a:ext>
            </a:extLst>
          </p:cNvPr>
          <p:cNvSpPr/>
          <p:nvPr/>
        </p:nvSpPr>
        <p:spPr>
          <a:xfrm rot="10800000">
            <a:off x="1271999" y="5442259"/>
            <a:ext cx="1080000" cy="360000"/>
          </a:xfrm>
          <a:prstGeom prst="triangl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87007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B6697-62DC-9E4E-AB8B-C4FCD36DF1D2}"/>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CEA16546-9D0A-29B4-C8F3-22FD234CF75D}"/>
              </a:ext>
            </a:extLst>
          </p:cNvPr>
          <p:cNvSpPr/>
          <p:nvPr/>
        </p:nvSpPr>
        <p:spPr>
          <a:xfrm>
            <a:off x="0" y="1008000"/>
            <a:ext cx="8640000" cy="1296000"/>
          </a:xfrm>
          <a:prstGeom prst="rect">
            <a:avLst/>
          </a:prstGeom>
          <a:gradFill flip="none" rotWithShape="1">
            <a:gsLst>
              <a:gs pos="50000">
                <a:srgbClr val="F4E7DA"/>
              </a:gs>
              <a:gs pos="100000">
                <a:srgbClr val="F4E7DA">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0" tIns="216000" rIns="360000" bIns="360000" rtlCol="0" anchor="ctr"/>
          <a:lstStyle/>
          <a:p>
            <a:r>
              <a:rPr lang="en-US" altLang="zh-CN" sz="3600" dirty="0">
                <a:solidFill>
                  <a:srgbClr val="8C6644"/>
                </a:solidFill>
              </a:rPr>
              <a:t>Solid Soft Skill</a:t>
            </a:r>
            <a:endParaRPr lang="zh-CN" altLang="en-US" sz="3600" dirty="0">
              <a:solidFill>
                <a:srgbClr val="8C6644"/>
              </a:solidFill>
            </a:endParaRPr>
          </a:p>
        </p:txBody>
      </p:sp>
      <p:sp>
        <p:nvSpPr>
          <p:cNvPr id="6" name="矩形: 圆角 5">
            <a:extLst>
              <a:ext uri="{FF2B5EF4-FFF2-40B4-BE49-F238E27FC236}">
                <a16:creationId xmlns:a16="http://schemas.microsoft.com/office/drawing/2014/main" id="{68D53442-DEA5-3C73-A76E-FC63A63D55E1}"/>
              </a:ext>
            </a:extLst>
          </p:cNvPr>
          <p:cNvSpPr/>
          <p:nvPr/>
        </p:nvSpPr>
        <p:spPr>
          <a:xfrm>
            <a:off x="1776000" y="2015998"/>
            <a:ext cx="8640000" cy="180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Engineering</a:t>
            </a:r>
            <a:endParaRPr lang="zh-CN" altLang="en-US" sz="3200" dirty="0">
              <a:solidFill>
                <a:schemeClr val="tx1"/>
              </a:solidFill>
            </a:endParaRPr>
          </a:p>
        </p:txBody>
      </p:sp>
      <p:sp>
        <p:nvSpPr>
          <p:cNvPr id="13" name="文本占位符 12">
            <a:extLst>
              <a:ext uri="{FF2B5EF4-FFF2-40B4-BE49-F238E27FC236}">
                <a16:creationId xmlns:a16="http://schemas.microsoft.com/office/drawing/2014/main" id="{95133A64-0D26-C901-A049-806B0A2887D9}"/>
              </a:ext>
            </a:extLst>
          </p:cNvPr>
          <p:cNvSpPr>
            <a:spLocks noGrp="1"/>
          </p:cNvSpPr>
          <p:nvPr>
            <p:ph type="body" sz="quarter" idx="10"/>
          </p:nvPr>
        </p:nvSpPr>
        <p:spPr/>
        <p:txBody>
          <a:bodyPr/>
          <a:lstStyle/>
          <a:p>
            <a:r>
              <a:rPr lang="en-US" altLang="zh-CN" dirty="0"/>
              <a:t>Start</a:t>
            </a:r>
            <a:endParaRPr lang="zh-CN" altLang="en-US" dirty="0"/>
          </a:p>
        </p:txBody>
      </p:sp>
      <p:sp>
        <p:nvSpPr>
          <p:cNvPr id="16" name="文本占位符 15">
            <a:extLst>
              <a:ext uri="{FF2B5EF4-FFF2-40B4-BE49-F238E27FC236}">
                <a16:creationId xmlns:a16="http://schemas.microsoft.com/office/drawing/2014/main" id="{9B0061E3-F7C2-3874-A3C1-EFF909E977D7}"/>
              </a:ext>
            </a:extLst>
          </p:cNvPr>
          <p:cNvSpPr>
            <a:spLocks noGrp="1"/>
          </p:cNvSpPr>
          <p:nvPr>
            <p:ph type="body" idx="1"/>
          </p:nvPr>
        </p:nvSpPr>
        <p:spPr/>
        <p:txBody>
          <a:bodyPr anchor="ctr">
            <a:normAutofit/>
          </a:bodyPr>
          <a:lstStyle/>
          <a:p>
            <a:pPr algn="ctr"/>
            <a:r>
              <a:rPr lang="en-US" altLang="zh-CN" sz="2800" dirty="0"/>
              <a:t>Improve AI efficiency in complex scenarios</a:t>
            </a:r>
            <a:br>
              <a:rPr lang="en-US" altLang="zh-CN" sz="2800" dirty="0"/>
            </a:br>
            <a:r>
              <a:rPr lang="en-US" altLang="zh-CN" sz="2800" dirty="0"/>
              <a:t>through various skills and techniques</a:t>
            </a:r>
            <a:endParaRPr lang="zh-CN" altLang="en-US" sz="2800" dirty="0"/>
          </a:p>
        </p:txBody>
      </p:sp>
      <p:sp>
        <p:nvSpPr>
          <p:cNvPr id="14" name="标题 13">
            <a:extLst>
              <a:ext uri="{FF2B5EF4-FFF2-40B4-BE49-F238E27FC236}">
                <a16:creationId xmlns:a16="http://schemas.microsoft.com/office/drawing/2014/main" id="{F368FBB2-B718-F39D-41BC-2CCB2B6082EA}"/>
              </a:ext>
            </a:extLst>
          </p:cNvPr>
          <p:cNvSpPr>
            <a:spLocks noGrp="1"/>
          </p:cNvSpPr>
          <p:nvPr>
            <p:ph type="title"/>
          </p:nvPr>
        </p:nvSpPr>
        <p:spPr/>
        <p:txBody>
          <a:bodyPr/>
          <a:lstStyle/>
          <a:p>
            <a:r>
              <a:rPr lang="en-US" altLang="zh-CN" dirty="0"/>
              <a:t>Room for Improvement</a:t>
            </a:r>
            <a:endParaRPr lang="zh-CN" altLang="en-US" dirty="0"/>
          </a:p>
        </p:txBody>
      </p:sp>
    </p:spTree>
    <p:extLst>
      <p:ext uri="{BB962C8B-B14F-4D97-AF65-F5344CB8AC3E}">
        <p14:creationId xmlns:p14="http://schemas.microsoft.com/office/powerpoint/2010/main" val="1460321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BEB549E-4FEA-1F4F-BA8F-F6767FC5CE57}"/>
              </a:ext>
            </a:extLst>
          </p:cNvPr>
          <p:cNvSpPr>
            <a:spLocks noGrp="1"/>
          </p:cNvSpPr>
          <p:nvPr>
            <p:ph type="title"/>
          </p:nvPr>
        </p:nvSpPr>
        <p:spPr/>
        <p:txBody>
          <a:bodyPr/>
          <a:lstStyle/>
          <a:p>
            <a:r>
              <a:rPr lang="en-US" altLang="zh-CN" dirty="0"/>
              <a:t>Focus Areas</a:t>
            </a:r>
            <a:endParaRPr lang="zh-CN" altLang="en-US" dirty="0"/>
          </a:p>
        </p:txBody>
      </p:sp>
      <p:graphicFrame>
        <p:nvGraphicFramePr>
          <p:cNvPr id="7" name="内容占位符 6">
            <a:extLst>
              <a:ext uri="{FF2B5EF4-FFF2-40B4-BE49-F238E27FC236}">
                <a16:creationId xmlns:a16="http://schemas.microsoft.com/office/drawing/2014/main" id="{E444CB44-828A-9D6E-82C3-661E973DAD6C}"/>
              </a:ext>
            </a:extLst>
          </p:cNvPr>
          <p:cNvGraphicFramePr>
            <a:graphicFrameLocks noGrp="1"/>
          </p:cNvGraphicFramePr>
          <p:nvPr>
            <p:ph idx="1"/>
            <p:extLst>
              <p:ext uri="{D42A27DB-BD31-4B8C-83A1-F6EECF244321}">
                <p14:modId xmlns:p14="http://schemas.microsoft.com/office/powerpoint/2010/main" val="2669782052"/>
              </p:ext>
            </p:extLst>
          </p:nvPr>
        </p:nvGraphicFramePr>
        <p:xfrm>
          <a:off x="695325" y="1533525"/>
          <a:ext cx="10801350" cy="28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42" name="组合 141">
            <a:extLst>
              <a:ext uri="{FF2B5EF4-FFF2-40B4-BE49-F238E27FC236}">
                <a16:creationId xmlns:a16="http://schemas.microsoft.com/office/drawing/2014/main" id="{A475FFA4-168A-755E-1775-65C7F3B111AD}"/>
              </a:ext>
            </a:extLst>
          </p:cNvPr>
          <p:cNvGrpSpPr/>
          <p:nvPr/>
        </p:nvGrpSpPr>
        <p:grpSpPr>
          <a:xfrm>
            <a:off x="6580458" y="3075179"/>
            <a:ext cx="4320000" cy="3240000"/>
            <a:chOff x="3552825" y="1628788"/>
            <a:chExt cx="5086350" cy="3614730"/>
          </a:xfrm>
        </p:grpSpPr>
        <p:grpSp>
          <p:nvGrpSpPr>
            <p:cNvPr id="79" name="图形 11" descr="一辆装满原木的上面栖息了一只红雀鸟的雪橇">
              <a:extLst>
                <a:ext uri="{FF2B5EF4-FFF2-40B4-BE49-F238E27FC236}">
                  <a16:creationId xmlns:a16="http://schemas.microsoft.com/office/drawing/2014/main" id="{80782D44-9CA8-5874-B044-24A01C8457DB}"/>
                </a:ext>
              </a:extLst>
            </p:cNvPr>
            <p:cNvGrpSpPr/>
            <p:nvPr/>
          </p:nvGrpSpPr>
          <p:grpSpPr>
            <a:xfrm>
              <a:off x="4067175" y="2871787"/>
              <a:ext cx="4379111" cy="1585919"/>
              <a:chOff x="4067175" y="2871787"/>
              <a:chExt cx="4379111" cy="1585919"/>
            </a:xfrm>
          </p:grpSpPr>
          <p:sp>
            <p:nvSpPr>
              <p:cNvPr id="80" name="任意多边形: 形状 79">
                <a:extLst>
                  <a:ext uri="{FF2B5EF4-FFF2-40B4-BE49-F238E27FC236}">
                    <a16:creationId xmlns:a16="http://schemas.microsoft.com/office/drawing/2014/main" id="{825FDDF0-50A3-8BD5-FEC9-5C8F9A5C1E7A}"/>
                  </a:ext>
                </a:extLst>
              </p:cNvPr>
              <p:cNvSpPr/>
              <p:nvPr/>
            </p:nvSpPr>
            <p:spPr>
              <a:xfrm>
                <a:off x="4829427" y="3328987"/>
                <a:ext cx="1159216" cy="671512"/>
              </a:xfrm>
              <a:custGeom>
                <a:avLst/>
                <a:gdLst>
                  <a:gd name="csX0" fmla="*/ 1159216 w 1159216"/>
                  <a:gd name="csY0" fmla="*/ 0 h 671512"/>
                  <a:gd name="csX1" fmla="*/ 637444 w 1159216"/>
                  <a:gd name="csY1" fmla="*/ 0 h 671512"/>
                  <a:gd name="csX2" fmla="*/ 521680 w 1159216"/>
                  <a:gd name="csY2" fmla="*/ 71438 h 671512"/>
                  <a:gd name="csX3" fmla="*/ 0 w 1159216"/>
                  <a:gd name="csY3" fmla="*/ 381476 h 671512"/>
                  <a:gd name="csX4" fmla="*/ 0 w 1159216"/>
                  <a:gd name="csY4" fmla="*/ 671513 h 671512"/>
                  <a:gd name="csX5" fmla="*/ 1159216 w 1159216"/>
                  <a:gd name="csY5" fmla="*/ 671513 h 671512"/>
                </a:gdLst>
                <a:ahLst/>
                <a:cxnLst>
                  <a:cxn ang="0">
                    <a:pos x="csX0" y="csY0"/>
                  </a:cxn>
                  <a:cxn ang="0">
                    <a:pos x="csX1" y="csY1"/>
                  </a:cxn>
                  <a:cxn ang="0">
                    <a:pos x="csX2" y="csY2"/>
                  </a:cxn>
                  <a:cxn ang="0">
                    <a:pos x="csX3" y="csY3"/>
                  </a:cxn>
                  <a:cxn ang="0">
                    <a:pos x="csX4" y="csY4"/>
                  </a:cxn>
                  <a:cxn ang="0">
                    <a:pos x="csX5" y="csY5"/>
                  </a:cxn>
                </a:cxnLst>
                <a:rect l="l" t="t" r="r" b="b"/>
                <a:pathLst>
                  <a:path w="1159216" h="671512">
                    <a:moveTo>
                      <a:pt x="1159216" y="0"/>
                    </a:moveTo>
                    <a:lnTo>
                      <a:pt x="637444" y="0"/>
                    </a:lnTo>
                    <a:lnTo>
                      <a:pt x="521680" y="71438"/>
                    </a:lnTo>
                    <a:lnTo>
                      <a:pt x="0" y="381476"/>
                    </a:lnTo>
                    <a:lnTo>
                      <a:pt x="0" y="671513"/>
                    </a:lnTo>
                    <a:lnTo>
                      <a:pt x="1159216" y="671513"/>
                    </a:lnTo>
                    <a:close/>
                  </a:path>
                </a:pathLst>
              </a:custGeom>
              <a:solidFill>
                <a:srgbClr val="737373"/>
              </a:solidFill>
              <a:ln w="7144" cap="flat">
                <a:noFill/>
                <a:prstDash val="solid"/>
                <a:miter/>
              </a:ln>
            </p:spPr>
            <p:txBody>
              <a:bodyPr/>
              <a:lstStyle/>
              <a:p>
                <a:endParaRPr lang="zh-CN" altLang="en-US"/>
              </a:p>
            </p:txBody>
          </p:sp>
          <p:grpSp>
            <p:nvGrpSpPr>
              <p:cNvPr id="81" name="图形 11" descr="一辆装满原木的上面栖息了一只红雀鸟的雪橇">
                <a:extLst>
                  <a:ext uri="{FF2B5EF4-FFF2-40B4-BE49-F238E27FC236}">
                    <a16:creationId xmlns:a16="http://schemas.microsoft.com/office/drawing/2014/main" id="{A388957D-31B7-25AF-9F57-12CDDFCAA4A9}"/>
                  </a:ext>
                </a:extLst>
              </p:cNvPr>
              <p:cNvGrpSpPr/>
              <p:nvPr/>
            </p:nvGrpSpPr>
            <p:grpSpPr>
              <a:xfrm>
                <a:off x="4067175" y="3929062"/>
                <a:ext cx="2807493" cy="528644"/>
                <a:chOff x="4067175" y="3929062"/>
                <a:chExt cx="2807493" cy="528644"/>
              </a:xfrm>
            </p:grpSpPr>
            <p:sp>
              <p:nvSpPr>
                <p:cNvPr id="82" name="任意多边形: 形状 81">
                  <a:extLst>
                    <a:ext uri="{FF2B5EF4-FFF2-40B4-BE49-F238E27FC236}">
                      <a16:creationId xmlns:a16="http://schemas.microsoft.com/office/drawing/2014/main" id="{377E7847-A67C-5194-2AC6-075D8AC6A871}"/>
                    </a:ext>
                  </a:extLst>
                </p:cNvPr>
                <p:cNvSpPr/>
                <p:nvPr/>
              </p:nvSpPr>
              <p:spPr>
                <a:xfrm>
                  <a:off x="4332122" y="3929062"/>
                  <a:ext cx="2542546" cy="528637"/>
                </a:xfrm>
                <a:custGeom>
                  <a:avLst/>
                  <a:gdLst>
                    <a:gd name="csX0" fmla="*/ 2278228 w 2542546"/>
                    <a:gd name="csY0" fmla="*/ 0 h 528637"/>
                    <a:gd name="csX1" fmla="*/ 2249467 w 2542546"/>
                    <a:gd name="csY1" fmla="*/ 0 h 528637"/>
                    <a:gd name="csX2" fmla="*/ 72 w 2542546"/>
                    <a:gd name="csY2" fmla="*/ 0 h 528637"/>
                    <a:gd name="csX3" fmla="*/ 0 w 2542546"/>
                    <a:gd name="csY3" fmla="*/ 72 h 528637"/>
                    <a:gd name="csX4" fmla="*/ 2586 w 2542546"/>
                    <a:gd name="csY4" fmla="*/ 528566 h 528637"/>
                    <a:gd name="csX5" fmla="*/ 2658 w 2542546"/>
                    <a:gd name="csY5" fmla="*/ 528638 h 528637"/>
                    <a:gd name="csX6" fmla="*/ 2249467 w 2542546"/>
                    <a:gd name="csY6" fmla="*/ 528638 h 528637"/>
                    <a:gd name="csX7" fmla="*/ 2278228 w 2542546"/>
                    <a:gd name="csY7" fmla="*/ 528638 h 528637"/>
                    <a:gd name="csX8" fmla="*/ 2542546 w 2542546"/>
                    <a:gd name="csY8" fmla="*/ 264319 h 528637"/>
                    <a:gd name="csX9" fmla="*/ 2278228 w 2542546"/>
                    <a:gd name="csY9" fmla="*/ 0 h 528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42546" h="528637">
                      <a:moveTo>
                        <a:pt x="2278228" y="0"/>
                      </a:moveTo>
                      <a:cubicBezTo>
                        <a:pt x="2268505" y="0"/>
                        <a:pt x="2249467" y="0"/>
                        <a:pt x="2249467" y="0"/>
                      </a:cubicBezTo>
                      <a:lnTo>
                        <a:pt x="72" y="0"/>
                      </a:lnTo>
                      <a:cubicBezTo>
                        <a:pt x="29" y="0"/>
                        <a:pt x="0" y="36"/>
                        <a:pt x="0" y="72"/>
                      </a:cubicBezTo>
                      <a:lnTo>
                        <a:pt x="2586" y="528566"/>
                      </a:lnTo>
                      <a:cubicBezTo>
                        <a:pt x="2586" y="528602"/>
                        <a:pt x="2622" y="528638"/>
                        <a:pt x="2658" y="528638"/>
                      </a:cubicBezTo>
                      <a:lnTo>
                        <a:pt x="2249467" y="528638"/>
                      </a:lnTo>
                      <a:cubicBezTo>
                        <a:pt x="2249467" y="528638"/>
                        <a:pt x="2268505" y="528638"/>
                        <a:pt x="2278228" y="528638"/>
                      </a:cubicBezTo>
                      <a:cubicBezTo>
                        <a:pt x="2424210" y="528638"/>
                        <a:pt x="2542546" y="410301"/>
                        <a:pt x="2542546" y="264319"/>
                      </a:cubicBezTo>
                      <a:cubicBezTo>
                        <a:pt x="2542546" y="118336"/>
                        <a:pt x="2424210" y="0"/>
                        <a:pt x="2278228" y="0"/>
                      </a:cubicBezTo>
                      <a:close/>
                    </a:path>
                  </a:pathLst>
                </a:custGeom>
                <a:solidFill>
                  <a:srgbClr val="2F2F2F"/>
                </a:solidFill>
                <a:ln w="7144" cap="flat">
                  <a:noFill/>
                  <a:prstDash val="solid"/>
                  <a:miter/>
                </a:ln>
              </p:spPr>
              <p:txBody>
                <a:bodyPr/>
                <a:lstStyle/>
                <a:p>
                  <a:endParaRPr lang="zh-CN" altLang="en-US"/>
                </a:p>
              </p:txBody>
            </p:sp>
            <p:sp>
              <p:nvSpPr>
                <p:cNvPr id="83" name="任意多边形: 形状 82">
                  <a:extLst>
                    <a:ext uri="{FF2B5EF4-FFF2-40B4-BE49-F238E27FC236}">
                      <a16:creationId xmlns:a16="http://schemas.microsoft.com/office/drawing/2014/main" id="{95CBFC1F-933B-5792-353A-70C38E8BD9A6}"/>
                    </a:ext>
                  </a:extLst>
                </p:cNvPr>
                <p:cNvSpPr/>
                <p:nvPr/>
              </p:nvSpPr>
              <p:spPr>
                <a:xfrm>
                  <a:off x="4780683" y="3929062"/>
                  <a:ext cx="1373346" cy="200025"/>
                </a:xfrm>
                <a:custGeom>
                  <a:avLst/>
                  <a:gdLst>
                    <a:gd name="csX0" fmla="*/ 1373246 w 1373346"/>
                    <a:gd name="csY0" fmla="*/ 0 h 200025"/>
                    <a:gd name="csX1" fmla="*/ 1351157 w 1373346"/>
                    <a:gd name="csY1" fmla="*/ 0 h 200025"/>
                    <a:gd name="csX2" fmla="*/ 686674 w 1373346"/>
                    <a:gd name="csY2" fmla="*/ 185738 h 200025"/>
                    <a:gd name="csX3" fmla="*/ 22191 w 1373346"/>
                    <a:gd name="csY3" fmla="*/ 0 h 200025"/>
                    <a:gd name="csX4" fmla="*/ 102 w 1373346"/>
                    <a:gd name="csY4" fmla="*/ 0 h 200025"/>
                    <a:gd name="csX5" fmla="*/ 52 w 1373346"/>
                    <a:gd name="csY5" fmla="*/ 129 h 200025"/>
                    <a:gd name="csX6" fmla="*/ 686667 w 1373346"/>
                    <a:gd name="csY6" fmla="*/ 200025 h 200025"/>
                    <a:gd name="csX7" fmla="*/ 1373288 w 1373346"/>
                    <a:gd name="csY7" fmla="*/ 129 h 200025"/>
                    <a:gd name="csX8" fmla="*/ 1373246 w 1373346"/>
                    <a:gd name="csY8" fmla="*/ 0 h 20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73346" h="200025">
                      <a:moveTo>
                        <a:pt x="1373246" y="0"/>
                      </a:moveTo>
                      <a:lnTo>
                        <a:pt x="1351157" y="0"/>
                      </a:lnTo>
                      <a:cubicBezTo>
                        <a:pt x="1201667" y="112478"/>
                        <a:pt x="959508" y="185738"/>
                        <a:pt x="686674" y="185738"/>
                      </a:cubicBezTo>
                      <a:cubicBezTo>
                        <a:pt x="413840" y="185738"/>
                        <a:pt x="171681" y="112478"/>
                        <a:pt x="22191" y="0"/>
                      </a:cubicBezTo>
                      <a:lnTo>
                        <a:pt x="102" y="0"/>
                      </a:lnTo>
                      <a:cubicBezTo>
                        <a:pt x="-12" y="0"/>
                        <a:pt x="-33" y="57"/>
                        <a:pt x="52" y="129"/>
                      </a:cubicBezTo>
                      <a:cubicBezTo>
                        <a:pt x="151136" y="120836"/>
                        <a:pt x="402546" y="200025"/>
                        <a:pt x="686667" y="200025"/>
                      </a:cubicBezTo>
                      <a:cubicBezTo>
                        <a:pt x="970788" y="200025"/>
                        <a:pt x="1222198" y="120836"/>
                        <a:pt x="1373288" y="129"/>
                      </a:cubicBezTo>
                      <a:cubicBezTo>
                        <a:pt x="1373381" y="57"/>
                        <a:pt x="1373360" y="0"/>
                        <a:pt x="1373246" y="0"/>
                      </a:cubicBezTo>
                      <a:close/>
                    </a:path>
                  </a:pathLst>
                </a:custGeom>
                <a:solidFill>
                  <a:srgbClr val="505050"/>
                </a:solidFill>
                <a:ln w="7144" cap="flat">
                  <a:noFill/>
                  <a:prstDash val="solid"/>
                  <a:miter/>
                </a:ln>
              </p:spPr>
              <p:txBody>
                <a:bodyPr/>
                <a:lstStyle/>
                <a:p>
                  <a:endParaRPr lang="zh-CN" altLang="en-US"/>
                </a:p>
              </p:txBody>
            </p:sp>
            <p:sp>
              <p:nvSpPr>
                <p:cNvPr id="84" name="任意多边形: 形状 83">
                  <a:extLst>
                    <a:ext uri="{FF2B5EF4-FFF2-40B4-BE49-F238E27FC236}">
                      <a16:creationId xmlns:a16="http://schemas.microsoft.com/office/drawing/2014/main" id="{7BCE867E-5549-A17A-1119-D8BC73401902}"/>
                    </a:ext>
                  </a:extLst>
                </p:cNvPr>
                <p:cNvSpPr/>
                <p:nvPr/>
              </p:nvSpPr>
              <p:spPr>
                <a:xfrm>
                  <a:off x="4345781" y="3929062"/>
                  <a:ext cx="2527594" cy="528644"/>
                </a:xfrm>
                <a:custGeom>
                  <a:avLst/>
                  <a:gdLst>
                    <a:gd name="csX0" fmla="*/ 1382359 w 2527594"/>
                    <a:gd name="csY0" fmla="*/ 528638 h 528644"/>
                    <a:gd name="csX1" fmla="*/ 1448853 w 2527594"/>
                    <a:gd name="csY1" fmla="*/ 440069 h 528644"/>
                    <a:gd name="csX2" fmla="*/ 1571625 w 2527594"/>
                    <a:gd name="csY2" fmla="*/ 442913 h 528644"/>
                    <a:gd name="csX3" fmla="*/ 2509342 w 2527594"/>
                    <a:gd name="csY3" fmla="*/ 247559 h 528644"/>
                    <a:gd name="csX4" fmla="*/ 2527594 w 2527594"/>
                    <a:gd name="csY4" fmla="*/ 238187 h 528644"/>
                    <a:gd name="csX5" fmla="*/ 2525645 w 2527594"/>
                    <a:gd name="csY5" fmla="*/ 222949 h 528644"/>
                    <a:gd name="csX6" fmla="*/ 1571625 w 2527594"/>
                    <a:gd name="csY6" fmla="*/ 428625 h 528644"/>
                    <a:gd name="csX7" fmla="*/ 1461919 w 2527594"/>
                    <a:gd name="csY7" fmla="*/ 426318 h 528644"/>
                    <a:gd name="csX8" fmla="*/ 2438134 w 2527594"/>
                    <a:gd name="csY8" fmla="*/ 65229 h 528644"/>
                    <a:gd name="csX9" fmla="*/ 2438176 w 2527594"/>
                    <a:gd name="csY9" fmla="*/ 65101 h 528644"/>
                    <a:gd name="csX10" fmla="*/ 2422103 w 2527594"/>
                    <a:gd name="csY10" fmla="*/ 52071 h 528644"/>
                    <a:gd name="csX11" fmla="*/ 1705478 w 2527594"/>
                    <a:gd name="csY11" fmla="*/ 238208 h 528644"/>
                    <a:gd name="csX12" fmla="*/ 1442530 w 2527594"/>
                    <a:gd name="csY12" fmla="*/ 425446 h 528644"/>
                    <a:gd name="csX13" fmla="*/ 1012405 w 2527594"/>
                    <a:gd name="csY13" fmla="*/ 366081 h 528644"/>
                    <a:gd name="csX14" fmla="*/ 1780680 w 2527594"/>
                    <a:gd name="csY14" fmla="*/ 176122 h 528644"/>
                    <a:gd name="csX15" fmla="*/ 2032740 w 2527594"/>
                    <a:gd name="csY15" fmla="*/ 122 h 528644"/>
                    <a:gd name="csX16" fmla="*/ 2032690 w 2527594"/>
                    <a:gd name="csY16" fmla="*/ 0 h 528644"/>
                    <a:gd name="csX17" fmla="*/ 2012194 w 2527594"/>
                    <a:gd name="csY17" fmla="*/ 0 h 528644"/>
                    <a:gd name="csX18" fmla="*/ 965071 w 2527594"/>
                    <a:gd name="csY18" fmla="*/ 354330 h 528644"/>
                    <a:gd name="csX19" fmla="*/ 339250 w 2527594"/>
                    <a:gd name="csY19" fmla="*/ 0 h 528644"/>
                    <a:gd name="csX20" fmla="*/ 321369 w 2527594"/>
                    <a:gd name="csY20" fmla="*/ 0 h 528644"/>
                    <a:gd name="csX21" fmla="*/ 321312 w 2527594"/>
                    <a:gd name="csY21" fmla="*/ 114 h 528644"/>
                    <a:gd name="csX22" fmla="*/ 633915 w 2527594"/>
                    <a:gd name="csY22" fmla="*/ 247559 h 528644"/>
                    <a:gd name="csX23" fmla="*/ 916515 w 2527594"/>
                    <a:gd name="csY23" fmla="*/ 356138 h 528644"/>
                    <a:gd name="csX24" fmla="*/ 842963 w 2527594"/>
                    <a:gd name="csY24" fmla="*/ 357188 h 528644"/>
                    <a:gd name="csX25" fmla="*/ 0 w 2527594"/>
                    <a:gd name="csY25" fmla="*/ 203818 h 528644"/>
                    <a:gd name="csX26" fmla="*/ 0 w 2527594"/>
                    <a:gd name="csY26" fmla="*/ 219427 h 528644"/>
                    <a:gd name="csX27" fmla="*/ 842963 w 2527594"/>
                    <a:gd name="csY27" fmla="*/ 371475 h 528644"/>
                    <a:gd name="csX28" fmla="*/ 962792 w 2527594"/>
                    <a:gd name="csY28" fmla="*/ 368760 h 528644"/>
                    <a:gd name="csX29" fmla="*/ 1430043 w 2527594"/>
                    <a:gd name="csY29" fmla="*/ 439141 h 528644"/>
                    <a:gd name="csX30" fmla="*/ 1365592 w 2527594"/>
                    <a:gd name="csY30" fmla="*/ 528645 h 528644"/>
                    <a:gd name="csX31" fmla="*/ 1382359 w 2527594"/>
                    <a:gd name="csY31" fmla="*/ 528645 h 5286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527594" h="528644">
                      <a:moveTo>
                        <a:pt x="1382359" y="528638"/>
                      </a:moveTo>
                      <a:cubicBezTo>
                        <a:pt x="1400368" y="498148"/>
                        <a:pt x="1422585" y="468551"/>
                        <a:pt x="1448853" y="440069"/>
                      </a:cubicBezTo>
                      <a:cubicBezTo>
                        <a:pt x="1489429" y="441934"/>
                        <a:pt x="1530377" y="442913"/>
                        <a:pt x="1571625" y="442913"/>
                      </a:cubicBezTo>
                      <a:cubicBezTo>
                        <a:pt x="1925726" y="442913"/>
                        <a:pt x="2258754" y="373533"/>
                        <a:pt x="2509342" y="247559"/>
                      </a:cubicBezTo>
                      <a:cubicBezTo>
                        <a:pt x="2515500" y="244466"/>
                        <a:pt x="2521573" y="241330"/>
                        <a:pt x="2527594" y="238187"/>
                      </a:cubicBezTo>
                      <a:cubicBezTo>
                        <a:pt x="2527095" y="233065"/>
                        <a:pt x="2526437" y="227979"/>
                        <a:pt x="2525645" y="222949"/>
                      </a:cubicBezTo>
                      <a:cubicBezTo>
                        <a:pt x="2285922" y="349515"/>
                        <a:pt x="1946951" y="428625"/>
                        <a:pt x="1571625" y="428625"/>
                      </a:cubicBezTo>
                      <a:cubicBezTo>
                        <a:pt x="1534678" y="428625"/>
                        <a:pt x="1498102" y="427818"/>
                        <a:pt x="1461919" y="426318"/>
                      </a:cubicBezTo>
                      <a:cubicBezTo>
                        <a:pt x="1647027" y="237315"/>
                        <a:pt x="2008344" y="99048"/>
                        <a:pt x="2438134" y="65229"/>
                      </a:cubicBezTo>
                      <a:cubicBezTo>
                        <a:pt x="2438198" y="65222"/>
                        <a:pt x="2438226" y="65144"/>
                        <a:pt x="2438176" y="65101"/>
                      </a:cubicBezTo>
                      <a:cubicBezTo>
                        <a:pt x="2432983" y="60565"/>
                        <a:pt x="2427639" y="56193"/>
                        <a:pt x="2422103" y="52071"/>
                      </a:cubicBezTo>
                      <a:cubicBezTo>
                        <a:pt x="2152026" y="74745"/>
                        <a:pt x="1903102" y="138860"/>
                        <a:pt x="1705478" y="238208"/>
                      </a:cubicBezTo>
                      <a:cubicBezTo>
                        <a:pt x="1595607" y="293437"/>
                        <a:pt x="1507267" y="356716"/>
                        <a:pt x="1442530" y="425446"/>
                      </a:cubicBezTo>
                      <a:cubicBezTo>
                        <a:pt x="1290068" y="417981"/>
                        <a:pt x="1145193" y="397421"/>
                        <a:pt x="1012405" y="366081"/>
                      </a:cubicBezTo>
                      <a:cubicBezTo>
                        <a:pt x="1302349" y="347586"/>
                        <a:pt x="1570511" y="281771"/>
                        <a:pt x="1780680" y="176122"/>
                      </a:cubicBezTo>
                      <a:cubicBezTo>
                        <a:pt x="1884528" y="123916"/>
                        <a:pt x="1969110" y="64515"/>
                        <a:pt x="2032740" y="122"/>
                      </a:cubicBezTo>
                      <a:cubicBezTo>
                        <a:pt x="2032804" y="50"/>
                        <a:pt x="2032783" y="0"/>
                        <a:pt x="2032690" y="0"/>
                      </a:cubicBezTo>
                      <a:lnTo>
                        <a:pt x="2012194" y="0"/>
                      </a:lnTo>
                      <a:cubicBezTo>
                        <a:pt x="1811455" y="194746"/>
                        <a:pt x="1421771" y="333192"/>
                        <a:pt x="965071" y="354330"/>
                      </a:cubicBezTo>
                      <a:cubicBezTo>
                        <a:pt x="678220" y="279406"/>
                        <a:pt x="453228" y="153098"/>
                        <a:pt x="339250" y="0"/>
                      </a:cubicBezTo>
                      <a:lnTo>
                        <a:pt x="321369" y="0"/>
                      </a:lnTo>
                      <a:cubicBezTo>
                        <a:pt x="321312" y="0"/>
                        <a:pt x="321276" y="64"/>
                        <a:pt x="321312" y="114"/>
                      </a:cubicBezTo>
                      <a:cubicBezTo>
                        <a:pt x="386963" y="92233"/>
                        <a:pt x="492655" y="176544"/>
                        <a:pt x="633915" y="247559"/>
                      </a:cubicBezTo>
                      <a:cubicBezTo>
                        <a:pt x="719340" y="290500"/>
                        <a:pt x="814359" y="326855"/>
                        <a:pt x="916515" y="356138"/>
                      </a:cubicBezTo>
                      <a:cubicBezTo>
                        <a:pt x="892154" y="356816"/>
                        <a:pt x="867644" y="357188"/>
                        <a:pt x="842963" y="357188"/>
                      </a:cubicBezTo>
                      <a:cubicBezTo>
                        <a:pt x="522422" y="357188"/>
                        <a:pt x="228364" y="299495"/>
                        <a:pt x="0" y="203818"/>
                      </a:cubicBezTo>
                      <a:lnTo>
                        <a:pt x="0" y="219427"/>
                      </a:lnTo>
                      <a:cubicBezTo>
                        <a:pt x="236972" y="317890"/>
                        <a:pt x="531817" y="371475"/>
                        <a:pt x="842963" y="371475"/>
                      </a:cubicBezTo>
                      <a:cubicBezTo>
                        <a:pt x="883210" y="371475"/>
                        <a:pt x="923173" y="370532"/>
                        <a:pt x="962792" y="368760"/>
                      </a:cubicBezTo>
                      <a:cubicBezTo>
                        <a:pt x="1107624" y="406494"/>
                        <a:pt x="1265530" y="430404"/>
                        <a:pt x="1430043" y="439141"/>
                      </a:cubicBezTo>
                      <a:cubicBezTo>
                        <a:pt x="1404340" y="468108"/>
                        <a:pt x="1382873" y="498019"/>
                        <a:pt x="1365592" y="528645"/>
                      </a:cubicBezTo>
                      <a:lnTo>
                        <a:pt x="1382359" y="528645"/>
                      </a:lnTo>
                      <a:close/>
                    </a:path>
                  </a:pathLst>
                </a:custGeom>
                <a:solidFill>
                  <a:srgbClr val="505050"/>
                </a:solidFill>
                <a:ln w="7144" cap="flat">
                  <a:noFill/>
                  <a:prstDash val="solid"/>
                  <a:miter/>
                </a:ln>
              </p:spPr>
              <p:txBody>
                <a:bodyPr/>
                <a:lstStyle/>
                <a:p>
                  <a:endParaRPr lang="zh-CN" altLang="en-US"/>
                </a:p>
              </p:txBody>
            </p:sp>
            <p:sp>
              <p:nvSpPr>
                <p:cNvPr id="85" name="椭圆 84">
                  <a:extLst>
                    <a:ext uri="{FF2B5EF4-FFF2-40B4-BE49-F238E27FC236}">
                      <a16:creationId xmlns:a16="http://schemas.microsoft.com/office/drawing/2014/main" id="{0F422749-79E6-CB45-653F-0DF690DE65C6}"/>
                    </a:ext>
                  </a:extLst>
                </p:cNvPr>
                <p:cNvSpPr/>
                <p:nvPr/>
              </p:nvSpPr>
              <p:spPr>
                <a:xfrm>
                  <a:off x="4067175" y="3929062"/>
                  <a:ext cx="528637" cy="528637"/>
                </a:xfrm>
                <a:prstGeom prst="ellipse">
                  <a:avLst/>
                </a:prstGeom>
                <a:solidFill>
                  <a:srgbClr val="505050"/>
                </a:solidFill>
                <a:ln w="7144" cap="flat">
                  <a:noFill/>
                  <a:prstDash val="solid"/>
                  <a:miter/>
                </a:ln>
              </p:spPr>
              <p:txBody>
                <a:bodyPr/>
                <a:lstStyle/>
                <a:p>
                  <a:endParaRPr lang="zh-CN" altLang="en-US"/>
                </a:p>
              </p:txBody>
            </p:sp>
            <p:sp>
              <p:nvSpPr>
                <p:cNvPr id="86" name="任意多边形: 形状 85">
                  <a:extLst>
                    <a:ext uri="{FF2B5EF4-FFF2-40B4-BE49-F238E27FC236}">
                      <a16:creationId xmlns:a16="http://schemas.microsoft.com/office/drawing/2014/main" id="{E522C864-323C-28D0-1C99-2C63F62644F5}"/>
                    </a:ext>
                  </a:extLst>
                </p:cNvPr>
                <p:cNvSpPr/>
                <p:nvPr/>
              </p:nvSpPr>
              <p:spPr>
                <a:xfrm>
                  <a:off x="4169316" y="4043362"/>
                  <a:ext cx="300037" cy="300037"/>
                </a:xfrm>
                <a:custGeom>
                  <a:avLst/>
                  <a:gdLst>
                    <a:gd name="csX0" fmla="*/ 150019 w 300037"/>
                    <a:gd name="csY0" fmla="*/ 300038 h 300037"/>
                    <a:gd name="csX1" fmla="*/ 0 w 300037"/>
                    <a:gd name="csY1" fmla="*/ 150019 h 300037"/>
                    <a:gd name="csX2" fmla="*/ 150019 w 300037"/>
                    <a:gd name="csY2" fmla="*/ 0 h 300037"/>
                    <a:gd name="csX3" fmla="*/ 300038 w 300037"/>
                    <a:gd name="csY3" fmla="*/ 150019 h 300037"/>
                    <a:gd name="csX4" fmla="*/ 150019 w 300037"/>
                    <a:gd name="csY4" fmla="*/ 300038 h 300037"/>
                    <a:gd name="csX5" fmla="*/ 150019 w 300037"/>
                    <a:gd name="csY5" fmla="*/ 42863 h 300037"/>
                    <a:gd name="csX6" fmla="*/ 42863 w 300037"/>
                    <a:gd name="csY6" fmla="*/ 150019 h 300037"/>
                    <a:gd name="csX7" fmla="*/ 150019 w 300037"/>
                    <a:gd name="csY7" fmla="*/ 257175 h 300037"/>
                    <a:gd name="csX8" fmla="*/ 257175 w 300037"/>
                    <a:gd name="csY8" fmla="*/ 150019 h 300037"/>
                    <a:gd name="csX9" fmla="*/ 150019 w 300037"/>
                    <a:gd name="csY9" fmla="*/ 42863 h 300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0037" h="300037">
                      <a:moveTo>
                        <a:pt x="150019" y="300038"/>
                      </a:moveTo>
                      <a:cubicBezTo>
                        <a:pt x="67294" y="300038"/>
                        <a:pt x="0" y="232736"/>
                        <a:pt x="0" y="150019"/>
                      </a:cubicBezTo>
                      <a:cubicBezTo>
                        <a:pt x="0" y="67301"/>
                        <a:pt x="67294" y="0"/>
                        <a:pt x="150019" y="0"/>
                      </a:cubicBezTo>
                      <a:cubicBezTo>
                        <a:pt x="232743" y="0"/>
                        <a:pt x="300038" y="67301"/>
                        <a:pt x="300038" y="150019"/>
                      </a:cubicBezTo>
                      <a:cubicBezTo>
                        <a:pt x="300038" y="232736"/>
                        <a:pt x="232736" y="300038"/>
                        <a:pt x="150019" y="300038"/>
                      </a:cubicBezTo>
                      <a:close/>
                      <a:moveTo>
                        <a:pt x="150019" y="42863"/>
                      </a:moveTo>
                      <a:cubicBezTo>
                        <a:pt x="90933" y="42863"/>
                        <a:pt x="42863" y="90933"/>
                        <a:pt x="42863" y="150019"/>
                      </a:cubicBezTo>
                      <a:cubicBezTo>
                        <a:pt x="42863" y="209105"/>
                        <a:pt x="90933" y="257175"/>
                        <a:pt x="150019" y="257175"/>
                      </a:cubicBezTo>
                      <a:cubicBezTo>
                        <a:pt x="209105" y="257175"/>
                        <a:pt x="257175" y="209105"/>
                        <a:pt x="257175" y="150019"/>
                      </a:cubicBezTo>
                      <a:cubicBezTo>
                        <a:pt x="257175" y="90933"/>
                        <a:pt x="209105" y="42863"/>
                        <a:pt x="150019" y="42863"/>
                      </a:cubicBezTo>
                      <a:close/>
                    </a:path>
                  </a:pathLst>
                </a:custGeom>
                <a:solidFill>
                  <a:srgbClr val="737373"/>
                </a:solidFill>
                <a:ln w="7144" cap="flat">
                  <a:noFill/>
                  <a:prstDash val="solid"/>
                  <a:miter/>
                </a:ln>
              </p:spPr>
              <p:txBody>
                <a:bodyPr/>
                <a:lstStyle/>
                <a:p>
                  <a:endParaRPr lang="zh-CN" altLang="en-US"/>
                </a:p>
              </p:txBody>
            </p:sp>
          </p:grpSp>
          <p:grpSp>
            <p:nvGrpSpPr>
              <p:cNvPr id="87" name="图形 11" descr="一辆装满原木的上面栖息了一只红雀鸟的雪橇">
                <a:extLst>
                  <a:ext uri="{FF2B5EF4-FFF2-40B4-BE49-F238E27FC236}">
                    <a16:creationId xmlns:a16="http://schemas.microsoft.com/office/drawing/2014/main" id="{2725DACB-D587-4478-E276-F5269A9C8744}"/>
                  </a:ext>
                </a:extLst>
              </p:cNvPr>
              <p:cNvGrpSpPr/>
              <p:nvPr/>
            </p:nvGrpSpPr>
            <p:grpSpPr>
              <a:xfrm>
                <a:off x="4565108" y="3400425"/>
                <a:ext cx="2788191" cy="528637"/>
                <a:chOff x="4565108" y="3400425"/>
                <a:chExt cx="2788191" cy="528637"/>
              </a:xfrm>
            </p:grpSpPr>
            <p:sp>
              <p:nvSpPr>
                <p:cNvPr id="88" name="任意多边形: 形状 87">
                  <a:extLst>
                    <a:ext uri="{FF2B5EF4-FFF2-40B4-BE49-F238E27FC236}">
                      <a16:creationId xmlns:a16="http://schemas.microsoft.com/office/drawing/2014/main" id="{A7A34071-542B-A04F-3DB2-1AC00DB0F84D}"/>
                    </a:ext>
                  </a:extLst>
                </p:cNvPr>
                <p:cNvSpPr/>
                <p:nvPr/>
              </p:nvSpPr>
              <p:spPr>
                <a:xfrm>
                  <a:off x="4829427" y="3400425"/>
                  <a:ext cx="2523872" cy="528637"/>
                </a:xfrm>
                <a:custGeom>
                  <a:avLst/>
                  <a:gdLst>
                    <a:gd name="csX0" fmla="*/ 2259554 w 2523872"/>
                    <a:gd name="csY0" fmla="*/ 0 h 528637"/>
                    <a:gd name="csX1" fmla="*/ 2230793 w 2523872"/>
                    <a:gd name="csY1" fmla="*/ 0 h 528637"/>
                    <a:gd name="csX2" fmla="*/ 0 w 2523872"/>
                    <a:gd name="csY2" fmla="*/ 0 h 528637"/>
                    <a:gd name="csX3" fmla="*/ 0 w 2523872"/>
                    <a:gd name="csY3" fmla="*/ 528638 h 528637"/>
                    <a:gd name="csX4" fmla="*/ 2230793 w 2523872"/>
                    <a:gd name="csY4" fmla="*/ 528638 h 528637"/>
                    <a:gd name="csX5" fmla="*/ 2259554 w 2523872"/>
                    <a:gd name="csY5" fmla="*/ 528638 h 528637"/>
                    <a:gd name="csX6" fmla="*/ 2523873 w 2523872"/>
                    <a:gd name="csY6" fmla="*/ 264319 h 528637"/>
                    <a:gd name="csX7" fmla="*/ 2259554 w 2523872"/>
                    <a:gd name="csY7" fmla="*/ 0 h 528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23872" h="528637">
                      <a:moveTo>
                        <a:pt x="2259554" y="0"/>
                      </a:moveTo>
                      <a:cubicBezTo>
                        <a:pt x="2249831" y="0"/>
                        <a:pt x="2230793" y="0"/>
                        <a:pt x="2230793" y="0"/>
                      </a:cubicBezTo>
                      <a:lnTo>
                        <a:pt x="0" y="0"/>
                      </a:lnTo>
                      <a:lnTo>
                        <a:pt x="0" y="528638"/>
                      </a:lnTo>
                      <a:lnTo>
                        <a:pt x="2230793" y="528638"/>
                      </a:lnTo>
                      <a:cubicBezTo>
                        <a:pt x="2230793" y="528638"/>
                        <a:pt x="2249831" y="528638"/>
                        <a:pt x="2259554" y="528638"/>
                      </a:cubicBezTo>
                      <a:cubicBezTo>
                        <a:pt x="2405537" y="528638"/>
                        <a:pt x="2523873" y="410301"/>
                        <a:pt x="2523873" y="264319"/>
                      </a:cubicBezTo>
                      <a:cubicBezTo>
                        <a:pt x="2523873" y="118336"/>
                        <a:pt x="2405537" y="0"/>
                        <a:pt x="2259554" y="0"/>
                      </a:cubicBezTo>
                      <a:close/>
                    </a:path>
                  </a:pathLst>
                </a:custGeom>
                <a:solidFill>
                  <a:srgbClr val="737373"/>
                </a:solidFill>
                <a:ln w="7144" cap="flat">
                  <a:noFill/>
                  <a:prstDash val="solid"/>
                  <a:miter/>
                </a:ln>
              </p:spPr>
              <p:txBody>
                <a:bodyPr/>
                <a:lstStyle/>
                <a:p>
                  <a:endParaRPr lang="zh-CN" altLang="en-US"/>
                </a:p>
              </p:txBody>
            </p:sp>
            <p:sp>
              <p:nvSpPr>
                <p:cNvPr id="89" name="任意多边形: 形状 88">
                  <a:extLst>
                    <a:ext uri="{FF2B5EF4-FFF2-40B4-BE49-F238E27FC236}">
                      <a16:creationId xmlns:a16="http://schemas.microsoft.com/office/drawing/2014/main" id="{568844A8-E51F-F86F-D602-57C3A489B290}"/>
                    </a:ext>
                  </a:extLst>
                </p:cNvPr>
                <p:cNvSpPr/>
                <p:nvPr/>
              </p:nvSpPr>
              <p:spPr>
                <a:xfrm>
                  <a:off x="5297336" y="3400425"/>
                  <a:ext cx="1340531" cy="187316"/>
                </a:xfrm>
                <a:custGeom>
                  <a:avLst/>
                  <a:gdLst>
                    <a:gd name="csX0" fmla="*/ 1340424 w 1340531"/>
                    <a:gd name="csY0" fmla="*/ 0 h 187316"/>
                    <a:gd name="csX1" fmla="*/ 1317292 w 1340531"/>
                    <a:gd name="csY1" fmla="*/ 0 h 187316"/>
                    <a:gd name="csX2" fmla="*/ 670269 w 1340531"/>
                    <a:gd name="csY2" fmla="*/ 173036 h 187316"/>
                    <a:gd name="csX3" fmla="*/ 23245 w 1340531"/>
                    <a:gd name="csY3" fmla="*/ 0 h 187316"/>
                    <a:gd name="csX4" fmla="*/ 106 w 1340531"/>
                    <a:gd name="csY4" fmla="*/ 0 h 187316"/>
                    <a:gd name="csX5" fmla="*/ 63 w 1340531"/>
                    <a:gd name="csY5" fmla="*/ 129 h 187316"/>
                    <a:gd name="csX6" fmla="*/ 670269 w 1340531"/>
                    <a:gd name="csY6" fmla="*/ 187316 h 187316"/>
                    <a:gd name="csX7" fmla="*/ 1340474 w 1340531"/>
                    <a:gd name="csY7" fmla="*/ 129 h 187316"/>
                    <a:gd name="csX8" fmla="*/ 1340424 w 1340531"/>
                    <a:gd name="csY8" fmla="*/ 0 h 187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0531" h="187316">
                      <a:moveTo>
                        <a:pt x="1340424" y="0"/>
                      </a:moveTo>
                      <a:lnTo>
                        <a:pt x="1317292" y="0"/>
                      </a:lnTo>
                      <a:cubicBezTo>
                        <a:pt x="1166788" y="105263"/>
                        <a:pt x="932709" y="173036"/>
                        <a:pt x="670269" y="173036"/>
                      </a:cubicBezTo>
                      <a:cubicBezTo>
                        <a:pt x="407829" y="173036"/>
                        <a:pt x="173749" y="105270"/>
                        <a:pt x="23245" y="0"/>
                      </a:cubicBezTo>
                      <a:lnTo>
                        <a:pt x="106" y="0"/>
                      </a:lnTo>
                      <a:cubicBezTo>
                        <a:pt x="-15" y="0"/>
                        <a:pt x="-37" y="57"/>
                        <a:pt x="63" y="129"/>
                      </a:cubicBezTo>
                      <a:cubicBezTo>
                        <a:pt x="152582" y="113664"/>
                        <a:pt x="396227" y="187316"/>
                        <a:pt x="670269" y="187316"/>
                      </a:cubicBezTo>
                      <a:cubicBezTo>
                        <a:pt x="944303" y="187316"/>
                        <a:pt x="1187955" y="113664"/>
                        <a:pt x="1340474" y="129"/>
                      </a:cubicBezTo>
                      <a:cubicBezTo>
                        <a:pt x="1340567" y="57"/>
                        <a:pt x="1340545" y="0"/>
                        <a:pt x="1340424" y="0"/>
                      </a:cubicBezTo>
                      <a:close/>
                    </a:path>
                  </a:pathLst>
                </a:custGeom>
                <a:solidFill>
                  <a:srgbClr val="505050"/>
                </a:solidFill>
                <a:ln w="7144" cap="flat">
                  <a:noFill/>
                  <a:prstDash val="solid"/>
                  <a:miter/>
                </a:ln>
              </p:spPr>
              <p:txBody>
                <a:bodyPr/>
                <a:lstStyle/>
                <a:p>
                  <a:endParaRPr lang="zh-CN" altLang="en-US"/>
                </a:p>
              </p:txBody>
            </p:sp>
            <p:sp>
              <p:nvSpPr>
                <p:cNvPr id="90" name="任意多边形: 形状 89">
                  <a:extLst>
                    <a:ext uri="{FF2B5EF4-FFF2-40B4-BE49-F238E27FC236}">
                      <a16:creationId xmlns:a16="http://schemas.microsoft.com/office/drawing/2014/main" id="{A5FA70A0-E72F-1FF8-8DA4-D33343E37653}"/>
                    </a:ext>
                  </a:extLst>
                </p:cNvPr>
                <p:cNvSpPr/>
                <p:nvPr/>
              </p:nvSpPr>
              <p:spPr>
                <a:xfrm>
                  <a:off x="4824412" y="3400432"/>
                  <a:ext cx="2527430" cy="528630"/>
                </a:xfrm>
                <a:custGeom>
                  <a:avLst/>
                  <a:gdLst>
                    <a:gd name="csX0" fmla="*/ 1396710 w 2527430"/>
                    <a:gd name="csY0" fmla="*/ 528630 h 528630"/>
                    <a:gd name="csX1" fmla="*/ 1470470 w 2527430"/>
                    <a:gd name="csY1" fmla="*/ 427360 h 528630"/>
                    <a:gd name="csX2" fmla="*/ 1593242 w 2527430"/>
                    <a:gd name="csY2" fmla="*/ 430204 h 528630"/>
                    <a:gd name="csX3" fmla="*/ 2527430 w 2527430"/>
                    <a:gd name="csY3" fmla="*/ 236580 h 528630"/>
                    <a:gd name="csX4" fmla="*/ 2525394 w 2527430"/>
                    <a:gd name="csY4" fmla="*/ 221556 h 528630"/>
                    <a:gd name="csX5" fmla="*/ 2525294 w 2527430"/>
                    <a:gd name="csY5" fmla="*/ 221506 h 528630"/>
                    <a:gd name="csX6" fmla="*/ 1593249 w 2527430"/>
                    <a:gd name="csY6" fmla="*/ 415916 h 528630"/>
                    <a:gd name="csX7" fmla="*/ 1483543 w 2527430"/>
                    <a:gd name="csY7" fmla="*/ 413609 h 528630"/>
                    <a:gd name="csX8" fmla="*/ 2426089 w 2527430"/>
                    <a:gd name="csY8" fmla="*/ 55321 h 528630"/>
                    <a:gd name="csX9" fmla="*/ 2426125 w 2527430"/>
                    <a:gd name="csY9" fmla="*/ 55192 h 528630"/>
                    <a:gd name="csX10" fmla="*/ 2408351 w 2527430"/>
                    <a:gd name="csY10" fmla="*/ 42577 h 528630"/>
                    <a:gd name="csX11" fmla="*/ 1727094 w 2527430"/>
                    <a:gd name="csY11" fmla="*/ 225507 h 528630"/>
                    <a:gd name="csX12" fmla="*/ 1464147 w 2527430"/>
                    <a:gd name="csY12" fmla="*/ 412745 h 528630"/>
                    <a:gd name="csX13" fmla="*/ 1070812 w 2527430"/>
                    <a:gd name="csY13" fmla="*/ 361717 h 528630"/>
                    <a:gd name="csX14" fmla="*/ 1780680 w 2527430"/>
                    <a:gd name="csY14" fmla="*/ 176122 h 528630"/>
                    <a:gd name="csX15" fmla="*/ 2032740 w 2527430"/>
                    <a:gd name="csY15" fmla="*/ 121 h 528630"/>
                    <a:gd name="csX16" fmla="*/ 2032690 w 2527430"/>
                    <a:gd name="csY16" fmla="*/ 0 h 528630"/>
                    <a:gd name="csX17" fmla="*/ 2012209 w 2527430"/>
                    <a:gd name="csY17" fmla="*/ 0 h 528630"/>
                    <a:gd name="csX18" fmla="*/ 1023635 w 2527430"/>
                    <a:gd name="csY18" fmla="*/ 350951 h 528630"/>
                    <a:gd name="csX19" fmla="*/ 370575 w 2527430"/>
                    <a:gd name="csY19" fmla="*/ 0 h 528630"/>
                    <a:gd name="csX20" fmla="*/ 352344 w 2527430"/>
                    <a:gd name="csY20" fmla="*/ 0 h 528630"/>
                    <a:gd name="csX21" fmla="*/ 352287 w 2527430"/>
                    <a:gd name="csY21" fmla="*/ 114 h 528630"/>
                    <a:gd name="csX22" fmla="*/ 655532 w 2527430"/>
                    <a:gd name="csY22" fmla="*/ 234858 h 528630"/>
                    <a:gd name="csX23" fmla="*/ 975943 w 2527430"/>
                    <a:gd name="csY23" fmla="*/ 353844 h 528630"/>
                    <a:gd name="csX24" fmla="*/ 842963 w 2527430"/>
                    <a:gd name="csY24" fmla="*/ 357180 h 528630"/>
                    <a:gd name="csX25" fmla="*/ 0 w 2527430"/>
                    <a:gd name="csY25" fmla="*/ 203811 h 528630"/>
                    <a:gd name="csX26" fmla="*/ 0 w 2527430"/>
                    <a:gd name="csY26" fmla="*/ 219420 h 528630"/>
                    <a:gd name="csX27" fmla="*/ 842963 w 2527430"/>
                    <a:gd name="csY27" fmla="*/ 371468 h 528630"/>
                    <a:gd name="csX28" fmla="*/ 1021814 w 2527430"/>
                    <a:gd name="csY28" fmla="*/ 365439 h 528630"/>
                    <a:gd name="csX29" fmla="*/ 1451660 w 2527430"/>
                    <a:gd name="csY29" fmla="*/ 426425 h 528630"/>
                    <a:gd name="csX30" fmla="*/ 1380315 w 2527430"/>
                    <a:gd name="csY30" fmla="*/ 528523 h 528630"/>
                    <a:gd name="csX31" fmla="*/ 1380380 w 2527430"/>
                    <a:gd name="csY31" fmla="*/ 528630 h 528630"/>
                    <a:gd name="csX32" fmla="*/ 1396710 w 2527430"/>
                    <a:gd name="csY32" fmla="*/ 528630 h 5286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527430" h="528630">
                      <a:moveTo>
                        <a:pt x="1396710" y="528630"/>
                      </a:moveTo>
                      <a:cubicBezTo>
                        <a:pt x="1415848" y="493640"/>
                        <a:pt x="1440559" y="459786"/>
                        <a:pt x="1470470" y="427360"/>
                      </a:cubicBezTo>
                      <a:cubicBezTo>
                        <a:pt x="1511046" y="429225"/>
                        <a:pt x="1551994" y="430204"/>
                        <a:pt x="1593242" y="430204"/>
                      </a:cubicBezTo>
                      <a:cubicBezTo>
                        <a:pt x="1945700" y="430204"/>
                        <a:pt x="2277242" y="361445"/>
                        <a:pt x="2527430" y="236580"/>
                      </a:cubicBezTo>
                      <a:cubicBezTo>
                        <a:pt x="2526902" y="231522"/>
                        <a:pt x="2526202" y="226521"/>
                        <a:pt x="2525394" y="221556"/>
                      </a:cubicBezTo>
                      <a:cubicBezTo>
                        <a:pt x="2525387" y="221506"/>
                        <a:pt x="2525337" y="221485"/>
                        <a:pt x="2525294" y="221506"/>
                      </a:cubicBezTo>
                      <a:cubicBezTo>
                        <a:pt x="2287050" y="341464"/>
                        <a:pt x="1957273" y="415916"/>
                        <a:pt x="1593249" y="415916"/>
                      </a:cubicBezTo>
                      <a:cubicBezTo>
                        <a:pt x="1556302" y="415916"/>
                        <a:pt x="1519726" y="415109"/>
                        <a:pt x="1483543" y="413609"/>
                      </a:cubicBezTo>
                      <a:cubicBezTo>
                        <a:pt x="1663808" y="229557"/>
                        <a:pt x="2011123" y="93547"/>
                        <a:pt x="2426089" y="55321"/>
                      </a:cubicBezTo>
                      <a:cubicBezTo>
                        <a:pt x="2426153" y="55314"/>
                        <a:pt x="2426182" y="55228"/>
                        <a:pt x="2426125" y="55192"/>
                      </a:cubicBezTo>
                      <a:cubicBezTo>
                        <a:pt x="2420381" y="50749"/>
                        <a:pt x="2414459" y="46541"/>
                        <a:pt x="2408351" y="42577"/>
                      </a:cubicBezTo>
                      <a:cubicBezTo>
                        <a:pt x="2151933" y="67723"/>
                        <a:pt x="1916068" y="130509"/>
                        <a:pt x="1727094" y="225507"/>
                      </a:cubicBezTo>
                      <a:cubicBezTo>
                        <a:pt x="1617224" y="280735"/>
                        <a:pt x="1528884" y="344014"/>
                        <a:pt x="1464147" y="412745"/>
                      </a:cubicBezTo>
                      <a:cubicBezTo>
                        <a:pt x="1325651" y="405965"/>
                        <a:pt x="1193421" y="388370"/>
                        <a:pt x="1070812" y="361717"/>
                      </a:cubicBezTo>
                      <a:cubicBezTo>
                        <a:pt x="1338289" y="338542"/>
                        <a:pt x="1584698" y="274641"/>
                        <a:pt x="1780680" y="176122"/>
                      </a:cubicBezTo>
                      <a:cubicBezTo>
                        <a:pt x="1884529" y="123915"/>
                        <a:pt x="1969110" y="64515"/>
                        <a:pt x="2032740" y="121"/>
                      </a:cubicBezTo>
                      <a:cubicBezTo>
                        <a:pt x="2032804" y="50"/>
                        <a:pt x="2032783" y="0"/>
                        <a:pt x="2032690" y="0"/>
                      </a:cubicBezTo>
                      <a:lnTo>
                        <a:pt x="2012209" y="0"/>
                      </a:lnTo>
                      <a:cubicBezTo>
                        <a:pt x="1820106" y="186366"/>
                        <a:pt x="1454961" y="321169"/>
                        <a:pt x="1023635" y="350951"/>
                      </a:cubicBezTo>
                      <a:cubicBezTo>
                        <a:pt x="727277" y="279406"/>
                        <a:pt x="492454" y="153848"/>
                        <a:pt x="370575" y="0"/>
                      </a:cubicBezTo>
                      <a:lnTo>
                        <a:pt x="352344" y="0"/>
                      </a:lnTo>
                      <a:cubicBezTo>
                        <a:pt x="352287" y="0"/>
                        <a:pt x="352251" y="71"/>
                        <a:pt x="352287" y="114"/>
                      </a:cubicBezTo>
                      <a:cubicBezTo>
                        <a:pt x="418431" y="87282"/>
                        <a:pt x="520787" y="167121"/>
                        <a:pt x="655532" y="234858"/>
                      </a:cubicBezTo>
                      <a:cubicBezTo>
                        <a:pt x="751408" y="283050"/>
                        <a:pt x="859372" y="322933"/>
                        <a:pt x="975943" y="353844"/>
                      </a:cubicBezTo>
                      <a:cubicBezTo>
                        <a:pt x="932202" y="356044"/>
                        <a:pt x="887840" y="357180"/>
                        <a:pt x="842963" y="357180"/>
                      </a:cubicBezTo>
                      <a:cubicBezTo>
                        <a:pt x="522422" y="357180"/>
                        <a:pt x="228364" y="299487"/>
                        <a:pt x="0" y="203811"/>
                      </a:cubicBezTo>
                      <a:lnTo>
                        <a:pt x="0" y="219420"/>
                      </a:lnTo>
                      <a:cubicBezTo>
                        <a:pt x="236972" y="317883"/>
                        <a:pt x="531817" y="371468"/>
                        <a:pt x="842963" y="371468"/>
                      </a:cubicBezTo>
                      <a:cubicBezTo>
                        <a:pt x="903299" y="371468"/>
                        <a:pt x="963006" y="369403"/>
                        <a:pt x="1021814" y="365439"/>
                      </a:cubicBezTo>
                      <a:cubicBezTo>
                        <a:pt x="1156266" y="397778"/>
                        <a:pt x="1301213" y="418438"/>
                        <a:pt x="1451660" y="426425"/>
                      </a:cubicBezTo>
                      <a:cubicBezTo>
                        <a:pt x="1422442" y="459357"/>
                        <a:pt x="1398625" y="493490"/>
                        <a:pt x="1380315" y="528523"/>
                      </a:cubicBezTo>
                      <a:cubicBezTo>
                        <a:pt x="1380287" y="528573"/>
                        <a:pt x="1380323" y="528630"/>
                        <a:pt x="1380380" y="528630"/>
                      </a:cubicBezTo>
                      <a:lnTo>
                        <a:pt x="1396710" y="528630"/>
                      </a:lnTo>
                      <a:close/>
                    </a:path>
                  </a:pathLst>
                </a:custGeom>
                <a:solidFill>
                  <a:srgbClr val="505050"/>
                </a:solidFill>
                <a:ln w="7144" cap="flat">
                  <a:noFill/>
                  <a:prstDash val="solid"/>
                  <a:miter/>
                </a:ln>
              </p:spPr>
              <p:txBody>
                <a:bodyPr/>
                <a:lstStyle/>
                <a:p>
                  <a:endParaRPr lang="zh-CN" altLang="en-US"/>
                </a:p>
              </p:txBody>
            </p:sp>
            <p:sp>
              <p:nvSpPr>
                <p:cNvPr id="91" name="椭圆 90">
                  <a:extLst>
                    <a:ext uri="{FF2B5EF4-FFF2-40B4-BE49-F238E27FC236}">
                      <a16:creationId xmlns:a16="http://schemas.microsoft.com/office/drawing/2014/main" id="{5062768D-0FCA-4F8B-4932-9AB67C34629F}"/>
                    </a:ext>
                  </a:extLst>
                </p:cNvPr>
                <p:cNvSpPr/>
                <p:nvPr/>
              </p:nvSpPr>
              <p:spPr>
                <a:xfrm>
                  <a:off x="4565108" y="3400425"/>
                  <a:ext cx="528637" cy="528637"/>
                </a:xfrm>
                <a:prstGeom prst="ellipse">
                  <a:avLst/>
                </a:prstGeom>
                <a:solidFill>
                  <a:srgbClr val="505050"/>
                </a:solidFill>
                <a:ln w="7144" cap="flat">
                  <a:noFill/>
                  <a:prstDash val="solid"/>
                  <a:miter/>
                </a:ln>
              </p:spPr>
              <p:txBody>
                <a:bodyPr/>
                <a:lstStyle/>
                <a:p>
                  <a:endParaRPr lang="zh-CN" altLang="en-US"/>
                </a:p>
              </p:txBody>
            </p:sp>
            <p:sp>
              <p:nvSpPr>
                <p:cNvPr id="92" name="任意多边形: 形状 91">
                  <a:extLst>
                    <a:ext uri="{FF2B5EF4-FFF2-40B4-BE49-F238E27FC236}">
                      <a16:creationId xmlns:a16="http://schemas.microsoft.com/office/drawing/2014/main" id="{3FAD8A00-233F-586B-C601-0E0E1A58947D}"/>
                    </a:ext>
                  </a:extLst>
                </p:cNvPr>
                <p:cNvSpPr/>
                <p:nvPr/>
              </p:nvSpPr>
              <p:spPr>
                <a:xfrm>
                  <a:off x="4679408" y="3514725"/>
                  <a:ext cx="300037" cy="300037"/>
                </a:xfrm>
                <a:custGeom>
                  <a:avLst/>
                  <a:gdLst>
                    <a:gd name="csX0" fmla="*/ 150019 w 300037"/>
                    <a:gd name="csY0" fmla="*/ 300038 h 300037"/>
                    <a:gd name="csX1" fmla="*/ 0 w 300037"/>
                    <a:gd name="csY1" fmla="*/ 150019 h 300037"/>
                    <a:gd name="csX2" fmla="*/ 150019 w 300037"/>
                    <a:gd name="csY2" fmla="*/ 0 h 300037"/>
                    <a:gd name="csX3" fmla="*/ 300038 w 300037"/>
                    <a:gd name="csY3" fmla="*/ 150019 h 300037"/>
                    <a:gd name="csX4" fmla="*/ 150019 w 300037"/>
                    <a:gd name="csY4" fmla="*/ 300038 h 300037"/>
                    <a:gd name="csX5" fmla="*/ 150019 w 300037"/>
                    <a:gd name="csY5" fmla="*/ 42863 h 300037"/>
                    <a:gd name="csX6" fmla="*/ 42863 w 300037"/>
                    <a:gd name="csY6" fmla="*/ 150019 h 300037"/>
                    <a:gd name="csX7" fmla="*/ 150019 w 300037"/>
                    <a:gd name="csY7" fmla="*/ 257175 h 300037"/>
                    <a:gd name="csX8" fmla="*/ 257175 w 300037"/>
                    <a:gd name="csY8" fmla="*/ 150019 h 300037"/>
                    <a:gd name="csX9" fmla="*/ 150019 w 300037"/>
                    <a:gd name="csY9" fmla="*/ 42863 h 300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0037" h="300037">
                      <a:moveTo>
                        <a:pt x="150019" y="300038"/>
                      </a:moveTo>
                      <a:cubicBezTo>
                        <a:pt x="67294" y="300038"/>
                        <a:pt x="0" y="232736"/>
                        <a:pt x="0" y="150019"/>
                      </a:cubicBezTo>
                      <a:cubicBezTo>
                        <a:pt x="0" y="67301"/>
                        <a:pt x="67294" y="0"/>
                        <a:pt x="150019" y="0"/>
                      </a:cubicBezTo>
                      <a:cubicBezTo>
                        <a:pt x="232744" y="0"/>
                        <a:pt x="300038" y="67301"/>
                        <a:pt x="300038" y="150019"/>
                      </a:cubicBezTo>
                      <a:cubicBezTo>
                        <a:pt x="300038" y="232736"/>
                        <a:pt x="232744" y="300038"/>
                        <a:pt x="150019" y="300038"/>
                      </a:cubicBezTo>
                      <a:close/>
                      <a:moveTo>
                        <a:pt x="150019" y="42863"/>
                      </a:moveTo>
                      <a:cubicBezTo>
                        <a:pt x="90933" y="42863"/>
                        <a:pt x="42863" y="90933"/>
                        <a:pt x="42863" y="150019"/>
                      </a:cubicBezTo>
                      <a:cubicBezTo>
                        <a:pt x="42863" y="209105"/>
                        <a:pt x="90933" y="257175"/>
                        <a:pt x="150019" y="257175"/>
                      </a:cubicBezTo>
                      <a:cubicBezTo>
                        <a:pt x="209105" y="257175"/>
                        <a:pt x="257175" y="209105"/>
                        <a:pt x="257175" y="150019"/>
                      </a:cubicBezTo>
                      <a:cubicBezTo>
                        <a:pt x="257175" y="90933"/>
                        <a:pt x="209105" y="42863"/>
                        <a:pt x="150019" y="42863"/>
                      </a:cubicBezTo>
                      <a:close/>
                    </a:path>
                  </a:pathLst>
                </a:custGeom>
                <a:solidFill>
                  <a:srgbClr val="737373"/>
                </a:solidFill>
                <a:ln w="7144" cap="flat">
                  <a:noFill/>
                  <a:prstDash val="solid"/>
                  <a:miter/>
                </a:ln>
              </p:spPr>
              <p:txBody>
                <a:bodyPr/>
                <a:lstStyle/>
                <a:p>
                  <a:endParaRPr lang="zh-CN" altLang="en-US"/>
                </a:p>
              </p:txBody>
            </p:sp>
          </p:grpSp>
          <p:sp>
            <p:nvSpPr>
              <p:cNvPr id="93" name="任意多边形: 形状 92">
                <a:extLst>
                  <a:ext uri="{FF2B5EF4-FFF2-40B4-BE49-F238E27FC236}">
                    <a16:creationId xmlns:a16="http://schemas.microsoft.com/office/drawing/2014/main" id="{75B23E16-E8B9-16FA-D97B-BC1C927D98CE}"/>
                  </a:ext>
                </a:extLst>
              </p:cNvPr>
              <p:cNvSpPr/>
              <p:nvPr/>
            </p:nvSpPr>
            <p:spPr>
              <a:xfrm>
                <a:off x="5922421" y="3328987"/>
                <a:ext cx="1989062" cy="671512"/>
              </a:xfrm>
              <a:custGeom>
                <a:avLst/>
                <a:gdLst>
                  <a:gd name="csX0" fmla="*/ 1691769 w 1989062"/>
                  <a:gd name="csY0" fmla="*/ 72295 h 671512"/>
                  <a:gd name="csX1" fmla="*/ 1607851 w 1989062"/>
                  <a:gd name="csY1" fmla="*/ 0 h 671512"/>
                  <a:gd name="csX2" fmla="*/ 0 w 1989062"/>
                  <a:gd name="csY2" fmla="*/ 0 h 671512"/>
                  <a:gd name="csX3" fmla="*/ 0 w 1989062"/>
                  <a:gd name="csY3" fmla="*/ 671513 h 671512"/>
                  <a:gd name="csX4" fmla="*/ 1942371 w 1989062"/>
                  <a:gd name="csY4" fmla="*/ 671513 h 671512"/>
                  <a:gd name="csX5" fmla="*/ 1989063 w 1989062"/>
                  <a:gd name="csY5" fmla="*/ 600125 h 671512"/>
                  <a:gd name="csX6" fmla="*/ 1691769 w 1989062"/>
                  <a:gd name="csY6" fmla="*/ 72295 h 6715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89062" h="671512">
                    <a:moveTo>
                      <a:pt x="1691769" y="72295"/>
                    </a:moveTo>
                    <a:cubicBezTo>
                      <a:pt x="1656050" y="30861"/>
                      <a:pt x="1607851" y="0"/>
                      <a:pt x="1607851" y="0"/>
                    </a:cubicBezTo>
                    <a:lnTo>
                      <a:pt x="0" y="0"/>
                    </a:lnTo>
                    <a:lnTo>
                      <a:pt x="0" y="671513"/>
                    </a:lnTo>
                    <a:lnTo>
                      <a:pt x="1942371" y="671513"/>
                    </a:lnTo>
                    <a:cubicBezTo>
                      <a:pt x="1942371" y="671513"/>
                      <a:pt x="1989063" y="640166"/>
                      <a:pt x="1989063" y="600125"/>
                    </a:cubicBezTo>
                    <a:cubicBezTo>
                      <a:pt x="1989063" y="415766"/>
                      <a:pt x="1723458" y="109056"/>
                      <a:pt x="1691769" y="72295"/>
                    </a:cubicBezTo>
                    <a:close/>
                  </a:path>
                </a:pathLst>
              </a:custGeom>
              <a:solidFill>
                <a:srgbClr val="505050"/>
              </a:solidFill>
              <a:ln w="7144" cap="flat">
                <a:noFill/>
                <a:prstDash val="solid"/>
                <a:miter/>
              </a:ln>
            </p:spPr>
            <p:txBody>
              <a:bodyPr/>
              <a:lstStyle/>
              <a:p>
                <a:endParaRPr lang="zh-CN" altLang="en-US"/>
              </a:p>
            </p:txBody>
          </p:sp>
          <p:grpSp>
            <p:nvGrpSpPr>
              <p:cNvPr id="94" name="图形 11" descr="一辆装满原木的上面栖息了一只红雀鸟的雪橇">
                <a:extLst>
                  <a:ext uri="{FF2B5EF4-FFF2-40B4-BE49-F238E27FC236}">
                    <a16:creationId xmlns:a16="http://schemas.microsoft.com/office/drawing/2014/main" id="{B7E6C1D2-2A4F-7958-1138-4FEAE3836581}"/>
                  </a:ext>
                </a:extLst>
              </p:cNvPr>
              <p:cNvGrpSpPr/>
              <p:nvPr/>
            </p:nvGrpSpPr>
            <p:grpSpPr>
              <a:xfrm>
                <a:off x="5086795" y="2871787"/>
                <a:ext cx="2788184" cy="528637"/>
                <a:chOff x="5086795" y="2871787"/>
                <a:chExt cx="2788184" cy="528637"/>
              </a:xfrm>
            </p:grpSpPr>
            <p:sp>
              <p:nvSpPr>
                <p:cNvPr id="95" name="任意多边形: 形状 94">
                  <a:extLst>
                    <a:ext uri="{FF2B5EF4-FFF2-40B4-BE49-F238E27FC236}">
                      <a16:creationId xmlns:a16="http://schemas.microsoft.com/office/drawing/2014/main" id="{AD7B371B-C4B7-59D0-1D6C-F584547C4ECC}"/>
                    </a:ext>
                  </a:extLst>
                </p:cNvPr>
                <p:cNvSpPr/>
                <p:nvPr/>
              </p:nvSpPr>
              <p:spPr>
                <a:xfrm>
                  <a:off x="5351106" y="2871787"/>
                  <a:ext cx="2523872" cy="528637"/>
                </a:xfrm>
                <a:custGeom>
                  <a:avLst/>
                  <a:gdLst>
                    <a:gd name="csX0" fmla="*/ 2259554 w 2523872"/>
                    <a:gd name="csY0" fmla="*/ 0 h 528637"/>
                    <a:gd name="csX1" fmla="*/ 2230793 w 2523872"/>
                    <a:gd name="csY1" fmla="*/ 0 h 528637"/>
                    <a:gd name="csX2" fmla="*/ 0 w 2523872"/>
                    <a:gd name="csY2" fmla="*/ 0 h 528637"/>
                    <a:gd name="csX3" fmla="*/ 0 w 2523872"/>
                    <a:gd name="csY3" fmla="*/ 528638 h 528637"/>
                    <a:gd name="csX4" fmla="*/ 2230793 w 2523872"/>
                    <a:gd name="csY4" fmla="*/ 528638 h 528637"/>
                    <a:gd name="csX5" fmla="*/ 2259554 w 2523872"/>
                    <a:gd name="csY5" fmla="*/ 528638 h 528637"/>
                    <a:gd name="csX6" fmla="*/ 2523873 w 2523872"/>
                    <a:gd name="csY6" fmla="*/ 264319 h 528637"/>
                    <a:gd name="csX7" fmla="*/ 2259554 w 2523872"/>
                    <a:gd name="csY7" fmla="*/ 0 h 528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23872" h="528637">
                      <a:moveTo>
                        <a:pt x="2259554" y="0"/>
                      </a:moveTo>
                      <a:cubicBezTo>
                        <a:pt x="2249831" y="0"/>
                        <a:pt x="2230793" y="0"/>
                        <a:pt x="2230793" y="0"/>
                      </a:cubicBezTo>
                      <a:lnTo>
                        <a:pt x="0" y="0"/>
                      </a:lnTo>
                      <a:lnTo>
                        <a:pt x="0" y="528638"/>
                      </a:lnTo>
                      <a:lnTo>
                        <a:pt x="2230793" y="528638"/>
                      </a:lnTo>
                      <a:cubicBezTo>
                        <a:pt x="2230793" y="528638"/>
                        <a:pt x="2249831" y="528638"/>
                        <a:pt x="2259554" y="528638"/>
                      </a:cubicBezTo>
                      <a:cubicBezTo>
                        <a:pt x="2405537" y="528638"/>
                        <a:pt x="2523873" y="410301"/>
                        <a:pt x="2523873" y="264319"/>
                      </a:cubicBezTo>
                      <a:cubicBezTo>
                        <a:pt x="2523873" y="118336"/>
                        <a:pt x="2405537" y="0"/>
                        <a:pt x="2259554" y="0"/>
                      </a:cubicBezTo>
                      <a:close/>
                    </a:path>
                  </a:pathLst>
                </a:custGeom>
                <a:solidFill>
                  <a:srgbClr val="2F2F2F"/>
                </a:solidFill>
                <a:ln w="7144" cap="flat">
                  <a:noFill/>
                  <a:prstDash val="solid"/>
                  <a:miter/>
                </a:ln>
              </p:spPr>
              <p:txBody>
                <a:bodyPr/>
                <a:lstStyle/>
                <a:p>
                  <a:endParaRPr lang="zh-CN" altLang="en-US"/>
                </a:p>
              </p:txBody>
            </p:sp>
            <p:sp>
              <p:nvSpPr>
                <p:cNvPr id="96" name="任意多边形: 形状 95">
                  <a:extLst>
                    <a:ext uri="{FF2B5EF4-FFF2-40B4-BE49-F238E27FC236}">
                      <a16:creationId xmlns:a16="http://schemas.microsoft.com/office/drawing/2014/main" id="{632AEFCF-AEF3-2776-7AE2-1C463B211853}"/>
                    </a:ext>
                  </a:extLst>
                </p:cNvPr>
                <p:cNvSpPr/>
                <p:nvPr/>
              </p:nvSpPr>
              <p:spPr>
                <a:xfrm>
                  <a:off x="5781021" y="2871787"/>
                  <a:ext cx="1373291" cy="200025"/>
                </a:xfrm>
                <a:custGeom>
                  <a:avLst/>
                  <a:gdLst>
                    <a:gd name="csX0" fmla="*/ 1373218 w 1373291"/>
                    <a:gd name="csY0" fmla="*/ 0 h 200025"/>
                    <a:gd name="csX1" fmla="*/ 1351130 w 1373291"/>
                    <a:gd name="csY1" fmla="*/ 0 h 200025"/>
                    <a:gd name="csX2" fmla="*/ 686647 w 1373291"/>
                    <a:gd name="csY2" fmla="*/ 185738 h 200025"/>
                    <a:gd name="csX3" fmla="*/ 22164 w 1373291"/>
                    <a:gd name="csY3" fmla="*/ 0 h 200025"/>
                    <a:gd name="csX4" fmla="*/ 75 w 1373291"/>
                    <a:gd name="csY4" fmla="*/ 0 h 200025"/>
                    <a:gd name="csX5" fmla="*/ 25 w 1373291"/>
                    <a:gd name="csY5" fmla="*/ 129 h 200025"/>
                    <a:gd name="csX6" fmla="*/ 686640 w 1373291"/>
                    <a:gd name="csY6" fmla="*/ 200025 h 200025"/>
                    <a:gd name="csX7" fmla="*/ 1373261 w 1373291"/>
                    <a:gd name="csY7" fmla="*/ 129 h 200025"/>
                    <a:gd name="csX8" fmla="*/ 1373218 w 1373291"/>
                    <a:gd name="csY8" fmla="*/ 0 h 20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73291" h="200025">
                      <a:moveTo>
                        <a:pt x="1373218" y="0"/>
                      </a:moveTo>
                      <a:lnTo>
                        <a:pt x="1351130" y="0"/>
                      </a:lnTo>
                      <a:cubicBezTo>
                        <a:pt x="1201640" y="112478"/>
                        <a:pt x="959481" y="185738"/>
                        <a:pt x="686647" y="185738"/>
                      </a:cubicBezTo>
                      <a:cubicBezTo>
                        <a:pt x="413813" y="185738"/>
                        <a:pt x="171654" y="112478"/>
                        <a:pt x="22164" y="0"/>
                      </a:cubicBezTo>
                      <a:lnTo>
                        <a:pt x="75" y="0"/>
                      </a:lnTo>
                      <a:cubicBezTo>
                        <a:pt x="4" y="0"/>
                        <a:pt x="-25" y="86"/>
                        <a:pt x="25" y="129"/>
                      </a:cubicBezTo>
                      <a:cubicBezTo>
                        <a:pt x="151108" y="120837"/>
                        <a:pt x="402526" y="200025"/>
                        <a:pt x="686640" y="200025"/>
                      </a:cubicBezTo>
                      <a:cubicBezTo>
                        <a:pt x="970754" y="200025"/>
                        <a:pt x="1222171" y="120837"/>
                        <a:pt x="1373261" y="129"/>
                      </a:cubicBezTo>
                      <a:cubicBezTo>
                        <a:pt x="1373318" y="86"/>
                        <a:pt x="1373290" y="0"/>
                        <a:pt x="1373218" y="0"/>
                      </a:cubicBezTo>
                      <a:close/>
                    </a:path>
                  </a:pathLst>
                </a:custGeom>
                <a:solidFill>
                  <a:srgbClr val="505050"/>
                </a:solidFill>
                <a:ln w="7144" cap="flat">
                  <a:noFill/>
                  <a:prstDash val="solid"/>
                  <a:miter/>
                </a:ln>
              </p:spPr>
              <p:txBody>
                <a:bodyPr/>
                <a:lstStyle/>
                <a:p>
                  <a:endParaRPr lang="zh-CN" altLang="en-US"/>
                </a:p>
              </p:txBody>
            </p:sp>
            <p:sp>
              <p:nvSpPr>
                <p:cNvPr id="97" name="任意多边形: 形状 96">
                  <a:extLst>
                    <a:ext uri="{FF2B5EF4-FFF2-40B4-BE49-F238E27FC236}">
                      <a16:creationId xmlns:a16="http://schemas.microsoft.com/office/drawing/2014/main" id="{2D6430E3-D18B-6EE5-287E-B9C1C9E72863}"/>
                    </a:ext>
                  </a:extLst>
                </p:cNvPr>
                <p:cNvSpPr/>
                <p:nvPr/>
              </p:nvSpPr>
              <p:spPr>
                <a:xfrm>
                  <a:off x="5351106" y="2871787"/>
                  <a:ext cx="2438297" cy="450056"/>
                </a:xfrm>
                <a:custGeom>
                  <a:avLst/>
                  <a:gdLst>
                    <a:gd name="csX0" fmla="*/ 2438298 w 2438297"/>
                    <a:gd name="csY0" fmla="*/ 69637 h 450056"/>
                    <a:gd name="csX1" fmla="*/ 2426896 w 2438297"/>
                    <a:gd name="csY1" fmla="*/ 59736 h 450056"/>
                    <a:gd name="csX2" fmla="*/ 2162877 w 2438297"/>
                    <a:gd name="csY2" fmla="*/ 178794 h 450056"/>
                    <a:gd name="csX3" fmla="*/ 2341157 w 2438297"/>
                    <a:gd name="csY3" fmla="*/ 12902 h 450056"/>
                    <a:gd name="csX4" fmla="*/ 2326284 w 2438297"/>
                    <a:gd name="csY4" fmla="*/ 8515 h 450056"/>
                    <a:gd name="csX5" fmla="*/ 2109078 w 2438297"/>
                    <a:gd name="csY5" fmla="*/ 196217 h 450056"/>
                    <a:gd name="csX6" fmla="*/ 1423549 w 2438297"/>
                    <a:gd name="csY6" fmla="*/ 292894 h 450056"/>
                    <a:gd name="csX7" fmla="*/ 330106 w 2438297"/>
                    <a:gd name="csY7" fmla="*/ 0 h 450056"/>
                    <a:gd name="csX8" fmla="*/ 306531 w 2438297"/>
                    <a:gd name="csY8" fmla="*/ 0 h 450056"/>
                    <a:gd name="csX9" fmla="*/ 306488 w 2438297"/>
                    <a:gd name="csY9" fmla="*/ 129 h 450056"/>
                    <a:gd name="csX10" fmla="*/ 485832 w 2438297"/>
                    <a:gd name="csY10" fmla="*/ 111828 h 450056"/>
                    <a:gd name="csX11" fmla="*/ 1423549 w 2438297"/>
                    <a:gd name="csY11" fmla="*/ 307181 h 450056"/>
                    <a:gd name="csX12" fmla="*/ 2054714 w 2438297"/>
                    <a:gd name="csY12" fmla="*/ 227085 h 450056"/>
                    <a:gd name="csX13" fmla="*/ 1094937 w 2438297"/>
                    <a:gd name="csY13" fmla="*/ 435769 h 450056"/>
                    <a:gd name="csX14" fmla="*/ 114 w 2438297"/>
                    <a:gd name="csY14" fmla="*/ 141832 h 450056"/>
                    <a:gd name="csX15" fmla="*/ 0 w 2438297"/>
                    <a:gd name="csY15" fmla="*/ 141889 h 450056"/>
                    <a:gd name="csX16" fmla="*/ 0 w 2438297"/>
                    <a:gd name="csY16" fmla="*/ 159706 h 450056"/>
                    <a:gd name="csX17" fmla="*/ 157212 w 2438297"/>
                    <a:gd name="csY17" fmla="*/ 254710 h 450056"/>
                    <a:gd name="csX18" fmla="*/ 1094937 w 2438297"/>
                    <a:gd name="csY18" fmla="*/ 450056 h 450056"/>
                    <a:gd name="csX19" fmla="*/ 2032654 w 2438297"/>
                    <a:gd name="csY19" fmla="*/ 254703 h 450056"/>
                    <a:gd name="csX20" fmla="*/ 2114215 w 2438297"/>
                    <a:gd name="csY20" fmla="*/ 209812 h 450056"/>
                    <a:gd name="csX21" fmla="*/ 2361267 w 2438297"/>
                    <a:gd name="csY21" fmla="*/ 111828 h 450056"/>
                    <a:gd name="csX22" fmla="*/ 2438298 w 2438297"/>
                    <a:gd name="csY22" fmla="*/ 69637 h 450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438297" h="450056">
                      <a:moveTo>
                        <a:pt x="2438298" y="69637"/>
                      </a:moveTo>
                      <a:cubicBezTo>
                        <a:pt x="2434590" y="66230"/>
                        <a:pt x="2430797" y="62929"/>
                        <a:pt x="2426896" y="59736"/>
                      </a:cubicBezTo>
                      <a:cubicBezTo>
                        <a:pt x="2350094" y="105085"/>
                        <a:pt x="2261276" y="145197"/>
                        <a:pt x="2162877" y="178794"/>
                      </a:cubicBezTo>
                      <a:cubicBezTo>
                        <a:pt x="2238059" y="127752"/>
                        <a:pt x="2297859" y="71966"/>
                        <a:pt x="2341157" y="12902"/>
                      </a:cubicBezTo>
                      <a:cubicBezTo>
                        <a:pt x="2336256" y="11309"/>
                        <a:pt x="2331313" y="9823"/>
                        <a:pt x="2326284" y="8515"/>
                      </a:cubicBezTo>
                      <a:cubicBezTo>
                        <a:pt x="2274770" y="77245"/>
                        <a:pt x="2200918" y="140568"/>
                        <a:pt x="2109078" y="196217"/>
                      </a:cubicBezTo>
                      <a:cubicBezTo>
                        <a:pt x="1909360" y="257504"/>
                        <a:pt x="1674574" y="292894"/>
                        <a:pt x="1423549" y="292894"/>
                      </a:cubicBezTo>
                      <a:cubicBezTo>
                        <a:pt x="968092" y="292894"/>
                        <a:pt x="566049" y="176451"/>
                        <a:pt x="330106" y="0"/>
                      </a:cubicBezTo>
                      <a:lnTo>
                        <a:pt x="306531" y="0"/>
                      </a:lnTo>
                      <a:cubicBezTo>
                        <a:pt x="306460" y="0"/>
                        <a:pt x="306431" y="86"/>
                        <a:pt x="306488" y="129"/>
                      </a:cubicBezTo>
                      <a:cubicBezTo>
                        <a:pt x="357652" y="40048"/>
                        <a:pt x="417545" y="77503"/>
                        <a:pt x="485832" y="111828"/>
                      </a:cubicBezTo>
                      <a:cubicBezTo>
                        <a:pt x="736421" y="237808"/>
                        <a:pt x="1069448" y="307181"/>
                        <a:pt x="1423549" y="307181"/>
                      </a:cubicBezTo>
                      <a:cubicBezTo>
                        <a:pt x="1647563" y="307181"/>
                        <a:pt x="1863112" y="279385"/>
                        <a:pt x="2054714" y="227085"/>
                      </a:cubicBezTo>
                      <a:cubicBezTo>
                        <a:pt x="1814670" y="355416"/>
                        <a:pt x="1473241" y="435769"/>
                        <a:pt x="1094937" y="435769"/>
                      </a:cubicBezTo>
                      <a:cubicBezTo>
                        <a:pt x="638587" y="435769"/>
                        <a:pt x="235872" y="318861"/>
                        <a:pt x="114" y="141832"/>
                      </a:cubicBezTo>
                      <a:cubicBezTo>
                        <a:pt x="64" y="141796"/>
                        <a:pt x="0" y="141832"/>
                        <a:pt x="0" y="141889"/>
                      </a:cubicBezTo>
                      <a:lnTo>
                        <a:pt x="0" y="159706"/>
                      </a:lnTo>
                      <a:cubicBezTo>
                        <a:pt x="46084" y="193396"/>
                        <a:pt x="98541" y="225214"/>
                        <a:pt x="157212" y="254710"/>
                      </a:cubicBezTo>
                      <a:cubicBezTo>
                        <a:pt x="407808" y="380683"/>
                        <a:pt x="740836" y="450056"/>
                        <a:pt x="1094937" y="450056"/>
                      </a:cubicBezTo>
                      <a:cubicBezTo>
                        <a:pt x="1449038" y="450056"/>
                        <a:pt x="1782065" y="380683"/>
                        <a:pt x="2032654" y="254703"/>
                      </a:cubicBezTo>
                      <a:cubicBezTo>
                        <a:pt x="2061344" y="240280"/>
                        <a:pt x="2088490" y="225285"/>
                        <a:pt x="2114215" y="209812"/>
                      </a:cubicBezTo>
                      <a:cubicBezTo>
                        <a:pt x="2202904" y="182501"/>
                        <a:pt x="2285843" y="149747"/>
                        <a:pt x="2361267" y="111828"/>
                      </a:cubicBezTo>
                      <a:cubicBezTo>
                        <a:pt x="2388285" y="98248"/>
                        <a:pt x="2413916" y="84153"/>
                        <a:pt x="2438298" y="69637"/>
                      </a:cubicBezTo>
                      <a:close/>
                    </a:path>
                  </a:pathLst>
                </a:custGeom>
                <a:solidFill>
                  <a:srgbClr val="505050"/>
                </a:solidFill>
                <a:ln w="7144" cap="flat">
                  <a:noFill/>
                  <a:prstDash val="solid"/>
                  <a:miter/>
                </a:ln>
              </p:spPr>
              <p:txBody>
                <a:bodyPr/>
                <a:lstStyle/>
                <a:p>
                  <a:endParaRPr lang="zh-CN" altLang="en-US"/>
                </a:p>
              </p:txBody>
            </p:sp>
            <p:sp>
              <p:nvSpPr>
                <p:cNvPr id="98" name="椭圆 97">
                  <a:extLst>
                    <a:ext uri="{FF2B5EF4-FFF2-40B4-BE49-F238E27FC236}">
                      <a16:creationId xmlns:a16="http://schemas.microsoft.com/office/drawing/2014/main" id="{A40A5CAE-33C1-EFEA-45D2-D01C79F7FC7F}"/>
                    </a:ext>
                  </a:extLst>
                </p:cNvPr>
                <p:cNvSpPr/>
                <p:nvPr/>
              </p:nvSpPr>
              <p:spPr>
                <a:xfrm>
                  <a:off x="5086795" y="2871787"/>
                  <a:ext cx="528637" cy="528637"/>
                </a:xfrm>
                <a:prstGeom prst="ellipse">
                  <a:avLst/>
                </a:prstGeom>
                <a:solidFill>
                  <a:srgbClr val="505050"/>
                </a:solidFill>
                <a:ln w="7144" cap="flat">
                  <a:noFill/>
                  <a:prstDash val="solid"/>
                  <a:miter/>
                </a:ln>
              </p:spPr>
              <p:txBody>
                <a:bodyPr/>
                <a:lstStyle/>
                <a:p>
                  <a:endParaRPr lang="zh-CN" altLang="en-US"/>
                </a:p>
              </p:txBody>
            </p:sp>
            <p:sp>
              <p:nvSpPr>
                <p:cNvPr id="99" name="任意多边形: 形状 98">
                  <a:extLst>
                    <a:ext uri="{FF2B5EF4-FFF2-40B4-BE49-F238E27FC236}">
                      <a16:creationId xmlns:a16="http://schemas.microsoft.com/office/drawing/2014/main" id="{B6D2302D-DA08-7566-4461-6D35ABBD6C22}"/>
                    </a:ext>
                  </a:extLst>
                </p:cNvPr>
                <p:cNvSpPr/>
                <p:nvPr/>
              </p:nvSpPr>
              <p:spPr>
                <a:xfrm>
                  <a:off x="5201095" y="2986087"/>
                  <a:ext cx="300037" cy="300037"/>
                </a:xfrm>
                <a:custGeom>
                  <a:avLst/>
                  <a:gdLst>
                    <a:gd name="csX0" fmla="*/ 150019 w 300037"/>
                    <a:gd name="csY0" fmla="*/ 300038 h 300037"/>
                    <a:gd name="csX1" fmla="*/ 0 w 300037"/>
                    <a:gd name="csY1" fmla="*/ 150019 h 300037"/>
                    <a:gd name="csX2" fmla="*/ 150019 w 300037"/>
                    <a:gd name="csY2" fmla="*/ 0 h 300037"/>
                    <a:gd name="csX3" fmla="*/ 300038 w 300037"/>
                    <a:gd name="csY3" fmla="*/ 150019 h 300037"/>
                    <a:gd name="csX4" fmla="*/ 150019 w 300037"/>
                    <a:gd name="csY4" fmla="*/ 300038 h 300037"/>
                    <a:gd name="csX5" fmla="*/ 150019 w 300037"/>
                    <a:gd name="csY5" fmla="*/ 42863 h 300037"/>
                    <a:gd name="csX6" fmla="*/ 42863 w 300037"/>
                    <a:gd name="csY6" fmla="*/ 150019 h 300037"/>
                    <a:gd name="csX7" fmla="*/ 150019 w 300037"/>
                    <a:gd name="csY7" fmla="*/ 257175 h 300037"/>
                    <a:gd name="csX8" fmla="*/ 257175 w 300037"/>
                    <a:gd name="csY8" fmla="*/ 150019 h 300037"/>
                    <a:gd name="csX9" fmla="*/ 150019 w 300037"/>
                    <a:gd name="csY9" fmla="*/ 42863 h 300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0037" h="300037">
                      <a:moveTo>
                        <a:pt x="150019" y="300038"/>
                      </a:moveTo>
                      <a:cubicBezTo>
                        <a:pt x="67294" y="300038"/>
                        <a:pt x="0" y="232743"/>
                        <a:pt x="0" y="150019"/>
                      </a:cubicBezTo>
                      <a:cubicBezTo>
                        <a:pt x="0" y="67294"/>
                        <a:pt x="67294" y="0"/>
                        <a:pt x="150019" y="0"/>
                      </a:cubicBezTo>
                      <a:cubicBezTo>
                        <a:pt x="232743" y="0"/>
                        <a:pt x="300038" y="67294"/>
                        <a:pt x="300038" y="150019"/>
                      </a:cubicBezTo>
                      <a:cubicBezTo>
                        <a:pt x="300038" y="232743"/>
                        <a:pt x="232736" y="300038"/>
                        <a:pt x="150019" y="300038"/>
                      </a:cubicBezTo>
                      <a:close/>
                      <a:moveTo>
                        <a:pt x="150019" y="42863"/>
                      </a:moveTo>
                      <a:cubicBezTo>
                        <a:pt x="90933" y="42863"/>
                        <a:pt x="42863" y="90933"/>
                        <a:pt x="42863" y="150019"/>
                      </a:cubicBezTo>
                      <a:cubicBezTo>
                        <a:pt x="42863" y="209105"/>
                        <a:pt x="90933" y="257175"/>
                        <a:pt x="150019" y="257175"/>
                      </a:cubicBezTo>
                      <a:cubicBezTo>
                        <a:pt x="209105" y="257175"/>
                        <a:pt x="257175" y="209105"/>
                        <a:pt x="257175" y="150019"/>
                      </a:cubicBezTo>
                      <a:cubicBezTo>
                        <a:pt x="257175" y="90933"/>
                        <a:pt x="209105" y="42863"/>
                        <a:pt x="150019" y="42863"/>
                      </a:cubicBezTo>
                      <a:close/>
                    </a:path>
                  </a:pathLst>
                </a:custGeom>
                <a:solidFill>
                  <a:srgbClr val="2F2F2F"/>
                </a:solidFill>
                <a:ln w="7144" cap="flat">
                  <a:noFill/>
                  <a:prstDash val="solid"/>
                  <a:miter/>
                </a:ln>
              </p:spPr>
              <p:txBody>
                <a:bodyPr/>
                <a:lstStyle/>
                <a:p>
                  <a:endParaRPr lang="zh-CN" altLang="en-US"/>
                </a:p>
              </p:txBody>
            </p:sp>
          </p:grpSp>
          <p:grpSp>
            <p:nvGrpSpPr>
              <p:cNvPr id="100" name="图形 11" descr="一辆装满原木的上面栖息了一只红雀鸟的雪橇">
                <a:extLst>
                  <a:ext uri="{FF2B5EF4-FFF2-40B4-BE49-F238E27FC236}">
                    <a16:creationId xmlns:a16="http://schemas.microsoft.com/office/drawing/2014/main" id="{7B755E54-0BDB-88B0-A7C4-D63C9517545F}"/>
                  </a:ext>
                </a:extLst>
              </p:cNvPr>
              <p:cNvGrpSpPr/>
              <p:nvPr/>
            </p:nvGrpSpPr>
            <p:grpSpPr>
              <a:xfrm>
                <a:off x="5386639" y="3929062"/>
                <a:ext cx="2788191" cy="528644"/>
                <a:chOff x="5386639" y="3929062"/>
                <a:chExt cx="2788191" cy="528644"/>
              </a:xfrm>
            </p:grpSpPr>
            <p:sp>
              <p:nvSpPr>
                <p:cNvPr id="101" name="任意多边形: 形状 100">
                  <a:extLst>
                    <a:ext uri="{FF2B5EF4-FFF2-40B4-BE49-F238E27FC236}">
                      <a16:creationId xmlns:a16="http://schemas.microsoft.com/office/drawing/2014/main" id="{2EB2B5C4-FF35-702E-1FF4-78BDE9D9B7CB}"/>
                    </a:ext>
                  </a:extLst>
                </p:cNvPr>
                <p:cNvSpPr/>
                <p:nvPr/>
              </p:nvSpPr>
              <p:spPr>
                <a:xfrm>
                  <a:off x="5650958" y="3929062"/>
                  <a:ext cx="2523872" cy="528637"/>
                </a:xfrm>
                <a:custGeom>
                  <a:avLst/>
                  <a:gdLst>
                    <a:gd name="csX0" fmla="*/ 2259554 w 2523872"/>
                    <a:gd name="csY0" fmla="*/ 0 h 528637"/>
                    <a:gd name="csX1" fmla="*/ 2230793 w 2523872"/>
                    <a:gd name="csY1" fmla="*/ 0 h 528637"/>
                    <a:gd name="csX2" fmla="*/ 0 w 2523872"/>
                    <a:gd name="csY2" fmla="*/ 0 h 528637"/>
                    <a:gd name="csX3" fmla="*/ 0 w 2523872"/>
                    <a:gd name="csY3" fmla="*/ 528638 h 528637"/>
                    <a:gd name="csX4" fmla="*/ 2230793 w 2523872"/>
                    <a:gd name="csY4" fmla="*/ 528638 h 528637"/>
                    <a:gd name="csX5" fmla="*/ 2259554 w 2523872"/>
                    <a:gd name="csY5" fmla="*/ 528638 h 528637"/>
                    <a:gd name="csX6" fmla="*/ 2523873 w 2523872"/>
                    <a:gd name="csY6" fmla="*/ 264319 h 528637"/>
                    <a:gd name="csX7" fmla="*/ 2259554 w 2523872"/>
                    <a:gd name="csY7" fmla="*/ 0 h 528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23872" h="528637">
                      <a:moveTo>
                        <a:pt x="2259554" y="0"/>
                      </a:moveTo>
                      <a:cubicBezTo>
                        <a:pt x="2249831" y="0"/>
                        <a:pt x="2230793" y="0"/>
                        <a:pt x="2230793" y="0"/>
                      </a:cubicBezTo>
                      <a:lnTo>
                        <a:pt x="0" y="0"/>
                      </a:lnTo>
                      <a:lnTo>
                        <a:pt x="0" y="528638"/>
                      </a:lnTo>
                      <a:lnTo>
                        <a:pt x="2230793" y="528638"/>
                      </a:lnTo>
                      <a:cubicBezTo>
                        <a:pt x="2230793" y="528638"/>
                        <a:pt x="2249831" y="528638"/>
                        <a:pt x="2259554" y="528638"/>
                      </a:cubicBezTo>
                      <a:cubicBezTo>
                        <a:pt x="2405537" y="528638"/>
                        <a:pt x="2523873" y="410301"/>
                        <a:pt x="2523873" y="264319"/>
                      </a:cubicBezTo>
                      <a:cubicBezTo>
                        <a:pt x="2523873" y="118336"/>
                        <a:pt x="2405537" y="0"/>
                        <a:pt x="2259554" y="0"/>
                      </a:cubicBezTo>
                      <a:close/>
                    </a:path>
                  </a:pathLst>
                </a:custGeom>
                <a:solidFill>
                  <a:srgbClr val="505050"/>
                </a:solidFill>
                <a:ln w="7144" cap="flat">
                  <a:noFill/>
                  <a:prstDash val="solid"/>
                  <a:miter/>
                </a:ln>
              </p:spPr>
              <p:txBody>
                <a:bodyPr/>
                <a:lstStyle/>
                <a:p>
                  <a:endParaRPr lang="zh-CN" altLang="en-US"/>
                </a:p>
              </p:txBody>
            </p:sp>
            <p:sp>
              <p:nvSpPr>
                <p:cNvPr id="102" name="任意多边形: 形状 101">
                  <a:extLst>
                    <a:ext uri="{FF2B5EF4-FFF2-40B4-BE49-F238E27FC236}">
                      <a16:creationId xmlns:a16="http://schemas.microsoft.com/office/drawing/2014/main" id="{8EA79DA1-D95A-D09A-A292-5EFA57DF2278}"/>
                    </a:ext>
                  </a:extLst>
                </p:cNvPr>
                <p:cNvSpPr/>
                <p:nvPr/>
              </p:nvSpPr>
              <p:spPr>
                <a:xfrm>
                  <a:off x="6175701" y="3929062"/>
                  <a:ext cx="1355072" cy="192881"/>
                </a:xfrm>
                <a:custGeom>
                  <a:avLst/>
                  <a:gdLst>
                    <a:gd name="csX0" fmla="*/ 1355000 w 1355072"/>
                    <a:gd name="csY0" fmla="*/ 0 h 192881"/>
                    <a:gd name="csX1" fmla="*/ 1332347 w 1355072"/>
                    <a:gd name="csY1" fmla="*/ 0 h 192881"/>
                    <a:gd name="csX2" fmla="*/ 677536 w 1355072"/>
                    <a:gd name="csY2" fmla="*/ 178594 h 192881"/>
                    <a:gd name="csX3" fmla="*/ 22726 w 1355072"/>
                    <a:gd name="csY3" fmla="*/ 0 h 192881"/>
                    <a:gd name="csX4" fmla="*/ 73 w 1355072"/>
                    <a:gd name="csY4" fmla="*/ 0 h 192881"/>
                    <a:gd name="csX5" fmla="*/ 30 w 1355072"/>
                    <a:gd name="csY5" fmla="*/ 129 h 192881"/>
                    <a:gd name="csX6" fmla="*/ 677536 w 1355072"/>
                    <a:gd name="csY6" fmla="*/ 192881 h 192881"/>
                    <a:gd name="csX7" fmla="*/ 1355043 w 1355072"/>
                    <a:gd name="csY7" fmla="*/ 129 h 192881"/>
                    <a:gd name="csX8" fmla="*/ 1355000 w 1355072"/>
                    <a:gd name="csY8" fmla="*/ 0 h 192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5072" h="192881">
                      <a:moveTo>
                        <a:pt x="1355000" y="0"/>
                      </a:moveTo>
                      <a:lnTo>
                        <a:pt x="1332347" y="0"/>
                      </a:lnTo>
                      <a:cubicBezTo>
                        <a:pt x="1182199" y="108428"/>
                        <a:pt x="944563" y="178594"/>
                        <a:pt x="677536" y="178594"/>
                      </a:cubicBezTo>
                      <a:cubicBezTo>
                        <a:pt x="410510" y="178594"/>
                        <a:pt x="172873" y="108428"/>
                        <a:pt x="22726" y="0"/>
                      </a:cubicBezTo>
                      <a:lnTo>
                        <a:pt x="73" y="0"/>
                      </a:lnTo>
                      <a:cubicBezTo>
                        <a:pt x="2" y="0"/>
                        <a:pt x="-27" y="86"/>
                        <a:pt x="30" y="129"/>
                      </a:cubicBezTo>
                      <a:cubicBezTo>
                        <a:pt x="151999" y="116815"/>
                        <a:pt x="399066" y="192881"/>
                        <a:pt x="677536" y="192881"/>
                      </a:cubicBezTo>
                      <a:cubicBezTo>
                        <a:pt x="956007" y="192881"/>
                        <a:pt x="1203073" y="116815"/>
                        <a:pt x="1355043" y="129"/>
                      </a:cubicBezTo>
                      <a:cubicBezTo>
                        <a:pt x="1355100" y="86"/>
                        <a:pt x="1355071" y="0"/>
                        <a:pt x="1355000" y="0"/>
                      </a:cubicBezTo>
                      <a:close/>
                    </a:path>
                  </a:pathLst>
                </a:custGeom>
                <a:solidFill>
                  <a:srgbClr val="737373"/>
                </a:solidFill>
                <a:ln w="7144" cap="flat">
                  <a:noFill/>
                  <a:prstDash val="solid"/>
                  <a:miter/>
                </a:ln>
              </p:spPr>
              <p:txBody>
                <a:bodyPr/>
                <a:lstStyle/>
                <a:p>
                  <a:endParaRPr lang="zh-CN" altLang="en-US"/>
                </a:p>
              </p:txBody>
            </p:sp>
            <p:sp>
              <p:nvSpPr>
                <p:cNvPr id="103" name="任意多边形: 形状 102">
                  <a:extLst>
                    <a:ext uri="{FF2B5EF4-FFF2-40B4-BE49-F238E27FC236}">
                      <a16:creationId xmlns:a16="http://schemas.microsoft.com/office/drawing/2014/main" id="{87705A62-CAA0-7D67-9ADB-4A8FF60CE8E5}"/>
                    </a:ext>
                  </a:extLst>
                </p:cNvPr>
                <p:cNvSpPr/>
                <p:nvPr/>
              </p:nvSpPr>
              <p:spPr>
                <a:xfrm>
                  <a:off x="5650958" y="3929062"/>
                  <a:ext cx="2522579" cy="528644"/>
                </a:xfrm>
                <a:custGeom>
                  <a:avLst/>
                  <a:gdLst>
                    <a:gd name="csX0" fmla="*/ 1377344 w 2522579"/>
                    <a:gd name="csY0" fmla="*/ 528638 h 528644"/>
                    <a:gd name="csX1" fmla="*/ 1443838 w 2522579"/>
                    <a:gd name="csY1" fmla="*/ 440069 h 528644"/>
                    <a:gd name="csX2" fmla="*/ 1566610 w 2522579"/>
                    <a:gd name="csY2" fmla="*/ 442913 h 528644"/>
                    <a:gd name="csX3" fmla="*/ 2504327 w 2522579"/>
                    <a:gd name="csY3" fmla="*/ 247559 h 528644"/>
                    <a:gd name="csX4" fmla="*/ 2522580 w 2522579"/>
                    <a:gd name="csY4" fmla="*/ 238187 h 528644"/>
                    <a:gd name="csX5" fmla="*/ 2520630 w 2522579"/>
                    <a:gd name="csY5" fmla="*/ 222949 h 528644"/>
                    <a:gd name="csX6" fmla="*/ 1566610 w 2522579"/>
                    <a:gd name="csY6" fmla="*/ 428625 h 528644"/>
                    <a:gd name="csX7" fmla="*/ 1456904 w 2522579"/>
                    <a:gd name="csY7" fmla="*/ 426318 h 528644"/>
                    <a:gd name="csX8" fmla="*/ 2433119 w 2522579"/>
                    <a:gd name="csY8" fmla="*/ 65229 h 528644"/>
                    <a:gd name="csX9" fmla="*/ 2433161 w 2522579"/>
                    <a:gd name="csY9" fmla="*/ 65101 h 528644"/>
                    <a:gd name="csX10" fmla="*/ 2417088 w 2522579"/>
                    <a:gd name="csY10" fmla="*/ 52071 h 528644"/>
                    <a:gd name="csX11" fmla="*/ 1700463 w 2522579"/>
                    <a:gd name="csY11" fmla="*/ 238208 h 528644"/>
                    <a:gd name="csX12" fmla="*/ 1437516 w 2522579"/>
                    <a:gd name="csY12" fmla="*/ 425446 h 528644"/>
                    <a:gd name="csX13" fmla="*/ 1007390 w 2522579"/>
                    <a:gd name="csY13" fmla="*/ 366081 h 528644"/>
                    <a:gd name="csX14" fmla="*/ 1775665 w 2522579"/>
                    <a:gd name="csY14" fmla="*/ 176122 h 528644"/>
                    <a:gd name="csX15" fmla="*/ 2027725 w 2522579"/>
                    <a:gd name="csY15" fmla="*/ 122 h 528644"/>
                    <a:gd name="csX16" fmla="*/ 2027675 w 2522579"/>
                    <a:gd name="csY16" fmla="*/ 0 h 528644"/>
                    <a:gd name="csX17" fmla="*/ 2007180 w 2522579"/>
                    <a:gd name="csY17" fmla="*/ 0 h 528644"/>
                    <a:gd name="csX18" fmla="*/ 960056 w 2522579"/>
                    <a:gd name="csY18" fmla="*/ 354330 h 528644"/>
                    <a:gd name="csX19" fmla="*/ 334235 w 2522579"/>
                    <a:gd name="csY19" fmla="*/ 0 h 528644"/>
                    <a:gd name="csX20" fmla="*/ 316354 w 2522579"/>
                    <a:gd name="csY20" fmla="*/ 0 h 528644"/>
                    <a:gd name="csX21" fmla="*/ 316297 w 2522579"/>
                    <a:gd name="csY21" fmla="*/ 114 h 528644"/>
                    <a:gd name="csX22" fmla="*/ 628907 w 2522579"/>
                    <a:gd name="csY22" fmla="*/ 247559 h 528644"/>
                    <a:gd name="csX23" fmla="*/ 911507 w 2522579"/>
                    <a:gd name="csY23" fmla="*/ 356138 h 528644"/>
                    <a:gd name="csX24" fmla="*/ 837948 w 2522579"/>
                    <a:gd name="csY24" fmla="*/ 357188 h 528644"/>
                    <a:gd name="csX25" fmla="*/ 0 w 2522579"/>
                    <a:gd name="csY25" fmla="*/ 205940 h 528644"/>
                    <a:gd name="csX26" fmla="*/ 0 w 2522579"/>
                    <a:gd name="csY26" fmla="*/ 221513 h 528644"/>
                    <a:gd name="csX27" fmla="*/ 837948 w 2522579"/>
                    <a:gd name="csY27" fmla="*/ 371475 h 528644"/>
                    <a:gd name="csX28" fmla="*/ 957777 w 2522579"/>
                    <a:gd name="csY28" fmla="*/ 368760 h 528644"/>
                    <a:gd name="csX29" fmla="*/ 1425028 w 2522579"/>
                    <a:gd name="csY29" fmla="*/ 439141 h 528644"/>
                    <a:gd name="csX30" fmla="*/ 1360642 w 2522579"/>
                    <a:gd name="csY30" fmla="*/ 528538 h 528644"/>
                    <a:gd name="csX31" fmla="*/ 1360706 w 2522579"/>
                    <a:gd name="csY31" fmla="*/ 528645 h 528644"/>
                    <a:gd name="csX32" fmla="*/ 1377344 w 2522579"/>
                    <a:gd name="csY32" fmla="*/ 528645 h 5286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522579" h="528644">
                      <a:moveTo>
                        <a:pt x="1377344" y="528638"/>
                      </a:moveTo>
                      <a:cubicBezTo>
                        <a:pt x="1395353" y="498148"/>
                        <a:pt x="1417570" y="468551"/>
                        <a:pt x="1443838" y="440069"/>
                      </a:cubicBezTo>
                      <a:cubicBezTo>
                        <a:pt x="1484414" y="441934"/>
                        <a:pt x="1525362" y="442913"/>
                        <a:pt x="1566610" y="442913"/>
                      </a:cubicBezTo>
                      <a:cubicBezTo>
                        <a:pt x="1920712" y="442913"/>
                        <a:pt x="2253739" y="373533"/>
                        <a:pt x="2504327" y="247559"/>
                      </a:cubicBezTo>
                      <a:cubicBezTo>
                        <a:pt x="2510485" y="244466"/>
                        <a:pt x="2516558" y="241330"/>
                        <a:pt x="2522580" y="238187"/>
                      </a:cubicBezTo>
                      <a:cubicBezTo>
                        <a:pt x="2522080" y="233065"/>
                        <a:pt x="2521422" y="227979"/>
                        <a:pt x="2520630" y="222949"/>
                      </a:cubicBezTo>
                      <a:cubicBezTo>
                        <a:pt x="2280907" y="349515"/>
                        <a:pt x="1941936" y="428625"/>
                        <a:pt x="1566610" y="428625"/>
                      </a:cubicBezTo>
                      <a:cubicBezTo>
                        <a:pt x="1529663" y="428625"/>
                        <a:pt x="1493087" y="427818"/>
                        <a:pt x="1456904" y="426318"/>
                      </a:cubicBezTo>
                      <a:cubicBezTo>
                        <a:pt x="1642012" y="237315"/>
                        <a:pt x="2003329" y="99048"/>
                        <a:pt x="2433119" y="65229"/>
                      </a:cubicBezTo>
                      <a:cubicBezTo>
                        <a:pt x="2433183" y="65222"/>
                        <a:pt x="2433212" y="65144"/>
                        <a:pt x="2433161" y="65101"/>
                      </a:cubicBezTo>
                      <a:cubicBezTo>
                        <a:pt x="2427968" y="60565"/>
                        <a:pt x="2422625" y="56193"/>
                        <a:pt x="2417088" y="52071"/>
                      </a:cubicBezTo>
                      <a:cubicBezTo>
                        <a:pt x="2147011" y="74745"/>
                        <a:pt x="1898087" y="138860"/>
                        <a:pt x="1700463" y="238208"/>
                      </a:cubicBezTo>
                      <a:cubicBezTo>
                        <a:pt x="1590592" y="293437"/>
                        <a:pt x="1502252" y="356716"/>
                        <a:pt x="1437516" y="425446"/>
                      </a:cubicBezTo>
                      <a:cubicBezTo>
                        <a:pt x="1285053" y="417981"/>
                        <a:pt x="1140178" y="397421"/>
                        <a:pt x="1007390" y="366081"/>
                      </a:cubicBezTo>
                      <a:cubicBezTo>
                        <a:pt x="1297334" y="347586"/>
                        <a:pt x="1565496" y="281771"/>
                        <a:pt x="1775665" y="176122"/>
                      </a:cubicBezTo>
                      <a:cubicBezTo>
                        <a:pt x="1879514" y="123916"/>
                        <a:pt x="1964096" y="64515"/>
                        <a:pt x="2027725" y="122"/>
                      </a:cubicBezTo>
                      <a:cubicBezTo>
                        <a:pt x="2027768" y="78"/>
                        <a:pt x="2027739" y="0"/>
                        <a:pt x="2027675" y="0"/>
                      </a:cubicBezTo>
                      <a:lnTo>
                        <a:pt x="2007180" y="0"/>
                      </a:lnTo>
                      <a:cubicBezTo>
                        <a:pt x="1806440" y="194746"/>
                        <a:pt x="1416756" y="333192"/>
                        <a:pt x="960056" y="354330"/>
                      </a:cubicBezTo>
                      <a:cubicBezTo>
                        <a:pt x="673206" y="279406"/>
                        <a:pt x="448213" y="153098"/>
                        <a:pt x="334235" y="0"/>
                      </a:cubicBezTo>
                      <a:lnTo>
                        <a:pt x="316354" y="0"/>
                      </a:lnTo>
                      <a:cubicBezTo>
                        <a:pt x="316297" y="0"/>
                        <a:pt x="316261" y="64"/>
                        <a:pt x="316297" y="114"/>
                      </a:cubicBezTo>
                      <a:cubicBezTo>
                        <a:pt x="381948" y="92233"/>
                        <a:pt x="487640" y="176544"/>
                        <a:pt x="628907" y="247559"/>
                      </a:cubicBezTo>
                      <a:cubicBezTo>
                        <a:pt x="714332" y="290500"/>
                        <a:pt x="809351" y="326855"/>
                        <a:pt x="911507" y="356138"/>
                      </a:cubicBezTo>
                      <a:cubicBezTo>
                        <a:pt x="887139" y="356816"/>
                        <a:pt x="862629" y="357188"/>
                        <a:pt x="837948" y="357188"/>
                      </a:cubicBezTo>
                      <a:cubicBezTo>
                        <a:pt x="519765" y="357188"/>
                        <a:pt x="227643" y="300352"/>
                        <a:pt x="0" y="205940"/>
                      </a:cubicBezTo>
                      <a:lnTo>
                        <a:pt x="0" y="221513"/>
                      </a:lnTo>
                      <a:cubicBezTo>
                        <a:pt x="236108" y="318647"/>
                        <a:pt x="528995" y="371475"/>
                        <a:pt x="837948" y="371475"/>
                      </a:cubicBezTo>
                      <a:cubicBezTo>
                        <a:pt x="878195" y="371475"/>
                        <a:pt x="918158" y="370532"/>
                        <a:pt x="957777" y="368760"/>
                      </a:cubicBezTo>
                      <a:cubicBezTo>
                        <a:pt x="1102609" y="406494"/>
                        <a:pt x="1260515" y="430404"/>
                        <a:pt x="1425028" y="439141"/>
                      </a:cubicBezTo>
                      <a:cubicBezTo>
                        <a:pt x="1399353" y="468080"/>
                        <a:pt x="1377915" y="497948"/>
                        <a:pt x="1360642" y="528538"/>
                      </a:cubicBezTo>
                      <a:cubicBezTo>
                        <a:pt x="1360613" y="528587"/>
                        <a:pt x="1360649" y="528645"/>
                        <a:pt x="1360706" y="528645"/>
                      </a:cubicBezTo>
                      <a:lnTo>
                        <a:pt x="1377344" y="528645"/>
                      </a:lnTo>
                      <a:close/>
                    </a:path>
                  </a:pathLst>
                </a:custGeom>
                <a:solidFill>
                  <a:srgbClr val="737373"/>
                </a:solidFill>
                <a:ln w="7144" cap="flat">
                  <a:noFill/>
                  <a:prstDash val="solid"/>
                  <a:miter/>
                </a:ln>
              </p:spPr>
              <p:txBody>
                <a:bodyPr/>
                <a:lstStyle/>
                <a:p>
                  <a:endParaRPr lang="zh-CN" altLang="en-US"/>
                </a:p>
              </p:txBody>
            </p:sp>
            <p:sp>
              <p:nvSpPr>
                <p:cNvPr id="104" name="椭圆 103">
                  <a:extLst>
                    <a:ext uri="{FF2B5EF4-FFF2-40B4-BE49-F238E27FC236}">
                      <a16:creationId xmlns:a16="http://schemas.microsoft.com/office/drawing/2014/main" id="{7B81BAD9-98C6-CD84-FD9F-E971A457CCBB}"/>
                    </a:ext>
                  </a:extLst>
                </p:cNvPr>
                <p:cNvSpPr/>
                <p:nvPr/>
              </p:nvSpPr>
              <p:spPr>
                <a:xfrm>
                  <a:off x="5386639" y="3929062"/>
                  <a:ext cx="528637" cy="528637"/>
                </a:xfrm>
                <a:prstGeom prst="ellipse">
                  <a:avLst/>
                </a:prstGeom>
                <a:solidFill>
                  <a:srgbClr val="737373"/>
                </a:solidFill>
                <a:ln w="7144" cap="flat">
                  <a:noFill/>
                  <a:prstDash val="solid"/>
                  <a:miter/>
                </a:ln>
              </p:spPr>
              <p:txBody>
                <a:bodyPr/>
                <a:lstStyle/>
                <a:p>
                  <a:endParaRPr lang="zh-CN" altLang="en-US"/>
                </a:p>
              </p:txBody>
            </p:sp>
            <p:sp>
              <p:nvSpPr>
                <p:cNvPr id="105" name="任意多边形: 形状 104">
                  <a:extLst>
                    <a:ext uri="{FF2B5EF4-FFF2-40B4-BE49-F238E27FC236}">
                      <a16:creationId xmlns:a16="http://schemas.microsoft.com/office/drawing/2014/main" id="{DEF42341-8B14-CFB2-A130-4C99D8E90842}"/>
                    </a:ext>
                  </a:extLst>
                </p:cNvPr>
                <p:cNvSpPr/>
                <p:nvPr/>
              </p:nvSpPr>
              <p:spPr>
                <a:xfrm>
                  <a:off x="5500939" y="4043362"/>
                  <a:ext cx="300037" cy="300037"/>
                </a:xfrm>
                <a:custGeom>
                  <a:avLst/>
                  <a:gdLst>
                    <a:gd name="csX0" fmla="*/ 150019 w 300037"/>
                    <a:gd name="csY0" fmla="*/ 300038 h 300037"/>
                    <a:gd name="csX1" fmla="*/ 0 w 300037"/>
                    <a:gd name="csY1" fmla="*/ 150019 h 300037"/>
                    <a:gd name="csX2" fmla="*/ 150019 w 300037"/>
                    <a:gd name="csY2" fmla="*/ 0 h 300037"/>
                    <a:gd name="csX3" fmla="*/ 300038 w 300037"/>
                    <a:gd name="csY3" fmla="*/ 150019 h 300037"/>
                    <a:gd name="csX4" fmla="*/ 150019 w 300037"/>
                    <a:gd name="csY4" fmla="*/ 300038 h 300037"/>
                    <a:gd name="csX5" fmla="*/ 150019 w 300037"/>
                    <a:gd name="csY5" fmla="*/ 42863 h 300037"/>
                    <a:gd name="csX6" fmla="*/ 42863 w 300037"/>
                    <a:gd name="csY6" fmla="*/ 150019 h 300037"/>
                    <a:gd name="csX7" fmla="*/ 150019 w 300037"/>
                    <a:gd name="csY7" fmla="*/ 257175 h 300037"/>
                    <a:gd name="csX8" fmla="*/ 257175 w 300037"/>
                    <a:gd name="csY8" fmla="*/ 150019 h 300037"/>
                    <a:gd name="csX9" fmla="*/ 150019 w 300037"/>
                    <a:gd name="csY9" fmla="*/ 42863 h 300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0037" h="300037">
                      <a:moveTo>
                        <a:pt x="150019" y="300038"/>
                      </a:moveTo>
                      <a:cubicBezTo>
                        <a:pt x="67294" y="300038"/>
                        <a:pt x="0" y="232736"/>
                        <a:pt x="0" y="150019"/>
                      </a:cubicBezTo>
                      <a:cubicBezTo>
                        <a:pt x="0" y="67301"/>
                        <a:pt x="67294" y="0"/>
                        <a:pt x="150019" y="0"/>
                      </a:cubicBezTo>
                      <a:cubicBezTo>
                        <a:pt x="232744" y="0"/>
                        <a:pt x="300038" y="67301"/>
                        <a:pt x="300038" y="150019"/>
                      </a:cubicBezTo>
                      <a:cubicBezTo>
                        <a:pt x="300038" y="232736"/>
                        <a:pt x="232744" y="300038"/>
                        <a:pt x="150019" y="300038"/>
                      </a:cubicBezTo>
                      <a:close/>
                      <a:moveTo>
                        <a:pt x="150019" y="42863"/>
                      </a:moveTo>
                      <a:cubicBezTo>
                        <a:pt x="90933" y="42863"/>
                        <a:pt x="42863" y="90933"/>
                        <a:pt x="42863" y="150019"/>
                      </a:cubicBezTo>
                      <a:cubicBezTo>
                        <a:pt x="42863" y="209105"/>
                        <a:pt x="90933" y="257175"/>
                        <a:pt x="150019" y="257175"/>
                      </a:cubicBezTo>
                      <a:cubicBezTo>
                        <a:pt x="209105" y="257175"/>
                        <a:pt x="257175" y="209105"/>
                        <a:pt x="257175" y="150019"/>
                      </a:cubicBezTo>
                      <a:cubicBezTo>
                        <a:pt x="257175" y="90933"/>
                        <a:pt x="209105" y="42863"/>
                        <a:pt x="150019" y="42863"/>
                      </a:cubicBezTo>
                      <a:close/>
                    </a:path>
                  </a:pathLst>
                </a:custGeom>
                <a:solidFill>
                  <a:srgbClr val="505050"/>
                </a:solidFill>
                <a:ln w="7144" cap="flat">
                  <a:noFill/>
                  <a:prstDash val="solid"/>
                  <a:miter/>
                </a:ln>
              </p:spPr>
              <p:txBody>
                <a:bodyPr/>
                <a:lstStyle/>
                <a:p>
                  <a:endParaRPr lang="zh-CN" altLang="en-US"/>
                </a:p>
              </p:txBody>
            </p:sp>
          </p:grpSp>
          <p:grpSp>
            <p:nvGrpSpPr>
              <p:cNvPr id="106" name="图形 11" descr="一辆装满原木的上面栖息了一只红雀鸟的雪橇">
                <a:extLst>
                  <a:ext uri="{FF2B5EF4-FFF2-40B4-BE49-F238E27FC236}">
                    <a16:creationId xmlns:a16="http://schemas.microsoft.com/office/drawing/2014/main" id="{80E9A2E8-F0B3-6D09-FD84-D7E1DF8A7F54}"/>
                  </a:ext>
                </a:extLst>
              </p:cNvPr>
              <p:cNvGrpSpPr/>
              <p:nvPr/>
            </p:nvGrpSpPr>
            <p:grpSpPr>
              <a:xfrm>
                <a:off x="5658102" y="3400425"/>
                <a:ext cx="2788184" cy="528644"/>
                <a:chOff x="5658102" y="3400425"/>
                <a:chExt cx="2788184" cy="528644"/>
              </a:xfrm>
            </p:grpSpPr>
            <p:sp>
              <p:nvSpPr>
                <p:cNvPr id="107" name="任意多边形: 形状 106">
                  <a:extLst>
                    <a:ext uri="{FF2B5EF4-FFF2-40B4-BE49-F238E27FC236}">
                      <a16:creationId xmlns:a16="http://schemas.microsoft.com/office/drawing/2014/main" id="{12B0CB0C-A404-7363-D770-7C977EA8BAFB}"/>
                    </a:ext>
                  </a:extLst>
                </p:cNvPr>
                <p:cNvSpPr/>
                <p:nvPr/>
              </p:nvSpPr>
              <p:spPr>
                <a:xfrm>
                  <a:off x="5922421" y="3400425"/>
                  <a:ext cx="2523865" cy="528637"/>
                </a:xfrm>
                <a:custGeom>
                  <a:avLst/>
                  <a:gdLst>
                    <a:gd name="csX0" fmla="*/ 2259554 w 2523865"/>
                    <a:gd name="csY0" fmla="*/ 0 h 528637"/>
                    <a:gd name="csX1" fmla="*/ 2230793 w 2523865"/>
                    <a:gd name="csY1" fmla="*/ 0 h 528637"/>
                    <a:gd name="csX2" fmla="*/ 0 w 2523865"/>
                    <a:gd name="csY2" fmla="*/ 0 h 528637"/>
                    <a:gd name="csX3" fmla="*/ 0 w 2523865"/>
                    <a:gd name="csY3" fmla="*/ 528638 h 528637"/>
                    <a:gd name="csX4" fmla="*/ 2230786 w 2523865"/>
                    <a:gd name="csY4" fmla="*/ 528638 h 528637"/>
                    <a:gd name="csX5" fmla="*/ 2259547 w 2523865"/>
                    <a:gd name="csY5" fmla="*/ 528638 h 528637"/>
                    <a:gd name="csX6" fmla="*/ 2523866 w 2523865"/>
                    <a:gd name="csY6" fmla="*/ 264319 h 528637"/>
                    <a:gd name="csX7" fmla="*/ 2259554 w 2523865"/>
                    <a:gd name="csY7" fmla="*/ 0 h 528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23865" h="528637">
                      <a:moveTo>
                        <a:pt x="2259554" y="0"/>
                      </a:moveTo>
                      <a:cubicBezTo>
                        <a:pt x="2249831" y="0"/>
                        <a:pt x="2230793" y="0"/>
                        <a:pt x="2230793" y="0"/>
                      </a:cubicBezTo>
                      <a:lnTo>
                        <a:pt x="0" y="0"/>
                      </a:lnTo>
                      <a:lnTo>
                        <a:pt x="0" y="528638"/>
                      </a:lnTo>
                      <a:lnTo>
                        <a:pt x="2230786" y="528638"/>
                      </a:lnTo>
                      <a:cubicBezTo>
                        <a:pt x="2230786" y="528638"/>
                        <a:pt x="2249824" y="528638"/>
                        <a:pt x="2259547" y="528638"/>
                      </a:cubicBezTo>
                      <a:cubicBezTo>
                        <a:pt x="2405530" y="528638"/>
                        <a:pt x="2523866" y="410301"/>
                        <a:pt x="2523866" y="264319"/>
                      </a:cubicBezTo>
                      <a:cubicBezTo>
                        <a:pt x="2523866" y="118336"/>
                        <a:pt x="2405537" y="0"/>
                        <a:pt x="2259554" y="0"/>
                      </a:cubicBezTo>
                      <a:close/>
                    </a:path>
                  </a:pathLst>
                </a:custGeom>
                <a:solidFill>
                  <a:srgbClr val="505050"/>
                </a:solidFill>
                <a:ln w="7144" cap="flat">
                  <a:noFill/>
                  <a:prstDash val="solid"/>
                  <a:miter/>
                </a:ln>
              </p:spPr>
              <p:txBody>
                <a:bodyPr/>
                <a:lstStyle/>
                <a:p>
                  <a:endParaRPr lang="zh-CN" altLang="en-US"/>
                </a:p>
              </p:txBody>
            </p:sp>
            <p:sp>
              <p:nvSpPr>
                <p:cNvPr id="108" name="任意多边形: 形状 107">
                  <a:extLst>
                    <a:ext uri="{FF2B5EF4-FFF2-40B4-BE49-F238E27FC236}">
                      <a16:creationId xmlns:a16="http://schemas.microsoft.com/office/drawing/2014/main" id="{2F5B9FC7-2424-1907-93A4-6D45334E415E}"/>
                    </a:ext>
                  </a:extLst>
                </p:cNvPr>
                <p:cNvSpPr/>
                <p:nvPr/>
              </p:nvSpPr>
              <p:spPr>
                <a:xfrm>
                  <a:off x="6329277" y="3400425"/>
                  <a:ext cx="1419397" cy="219463"/>
                </a:xfrm>
                <a:custGeom>
                  <a:avLst/>
                  <a:gdLst>
                    <a:gd name="csX0" fmla="*/ 1419330 w 1419397"/>
                    <a:gd name="csY0" fmla="*/ 0 h 219463"/>
                    <a:gd name="csX1" fmla="*/ 1398641 w 1419397"/>
                    <a:gd name="csY1" fmla="*/ 0 h 219463"/>
                    <a:gd name="csX2" fmla="*/ 709705 w 1419397"/>
                    <a:gd name="csY2" fmla="*/ 205176 h 219463"/>
                    <a:gd name="csX3" fmla="*/ 20762 w 1419397"/>
                    <a:gd name="csY3" fmla="*/ 0 h 219463"/>
                    <a:gd name="csX4" fmla="*/ 73 w 1419397"/>
                    <a:gd name="csY4" fmla="*/ 0 h 219463"/>
                    <a:gd name="csX5" fmla="*/ 24 w 1419397"/>
                    <a:gd name="csY5" fmla="*/ 129 h 219463"/>
                    <a:gd name="csX6" fmla="*/ 709698 w 1419397"/>
                    <a:gd name="csY6" fmla="*/ 219463 h 219463"/>
                    <a:gd name="csX7" fmla="*/ 1419372 w 1419397"/>
                    <a:gd name="csY7" fmla="*/ 129 h 219463"/>
                    <a:gd name="csX8" fmla="*/ 1419330 w 1419397"/>
                    <a:gd name="csY8" fmla="*/ 0 h 2194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19397" h="219463">
                      <a:moveTo>
                        <a:pt x="1419330" y="0"/>
                      </a:moveTo>
                      <a:lnTo>
                        <a:pt x="1398641" y="0"/>
                      </a:lnTo>
                      <a:cubicBezTo>
                        <a:pt x="1251980" y="123408"/>
                        <a:pt x="997962" y="205176"/>
                        <a:pt x="709705" y="205176"/>
                      </a:cubicBezTo>
                      <a:cubicBezTo>
                        <a:pt x="421448" y="205176"/>
                        <a:pt x="167423" y="123408"/>
                        <a:pt x="20762" y="0"/>
                      </a:cubicBezTo>
                      <a:lnTo>
                        <a:pt x="73" y="0"/>
                      </a:lnTo>
                      <a:cubicBezTo>
                        <a:pt x="9" y="0"/>
                        <a:pt x="-26" y="86"/>
                        <a:pt x="24" y="129"/>
                      </a:cubicBezTo>
                      <a:cubicBezTo>
                        <a:pt x="147742" y="131709"/>
                        <a:pt x="410604" y="219463"/>
                        <a:pt x="709698" y="219463"/>
                      </a:cubicBezTo>
                      <a:cubicBezTo>
                        <a:pt x="1008792" y="219463"/>
                        <a:pt x="1271661" y="131709"/>
                        <a:pt x="1419372" y="129"/>
                      </a:cubicBezTo>
                      <a:cubicBezTo>
                        <a:pt x="1419422" y="86"/>
                        <a:pt x="1419394" y="0"/>
                        <a:pt x="1419330" y="0"/>
                      </a:cubicBezTo>
                      <a:close/>
                    </a:path>
                  </a:pathLst>
                </a:custGeom>
                <a:solidFill>
                  <a:srgbClr val="737373"/>
                </a:solidFill>
                <a:ln w="7144" cap="flat">
                  <a:noFill/>
                  <a:prstDash val="solid"/>
                  <a:miter/>
                </a:ln>
              </p:spPr>
              <p:txBody>
                <a:bodyPr/>
                <a:lstStyle/>
                <a:p>
                  <a:endParaRPr lang="zh-CN" altLang="en-US"/>
                </a:p>
              </p:txBody>
            </p:sp>
            <p:sp>
              <p:nvSpPr>
                <p:cNvPr id="109" name="任意多边形: 形状 108">
                  <a:extLst>
                    <a:ext uri="{FF2B5EF4-FFF2-40B4-BE49-F238E27FC236}">
                      <a16:creationId xmlns:a16="http://schemas.microsoft.com/office/drawing/2014/main" id="{6F94A456-C86E-A9CE-D8E2-E39241A7CBD6}"/>
                    </a:ext>
                  </a:extLst>
                </p:cNvPr>
                <p:cNvSpPr/>
                <p:nvPr/>
              </p:nvSpPr>
              <p:spPr>
                <a:xfrm>
                  <a:off x="5917399" y="3400432"/>
                  <a:ext cx="2528715" cy="528637"/>
                </a:xfrm>
                <a:custGeom>
                  <a:avLst/>
                  <a:gdLst>
                    <a:gd name="csX0" fmla="*/ 1394489 w 2528715"/>
                    <a:gd name="csY0" fmla="*/ 528630 h 528637"/>
                    <a:gd name="csX1" fmla="*/ 1448860 w 2528715"/>
                    <a:gd name="csY1" fmla="*/ 459500 h 528637"/>
                    <a:gd name="csX2" fmla="*/ 1571632 w 2528715"/>
                    <a:gd name="csY2" fmla="*/ 462344 h 528637"/>
                    <a:gd name="csX3" fmla="*/ 2509349 w 2528715"/>
                    <a:gd name="csY3" fmla="*/ 266990 h 528637"/>
                    <a:gd name="csX4" fmla="*/ 2528716 w 2528715"/>
                    <a:gd name="csY4" fmla="*/ 257046 h 528637"/>
                    <a:gd name="csX5" fmla="*/ 2527830 w 2528715"/>
                    <a:gd name="csY5" fmla="*/ 241202 h 528637"/>
                    <a:gd name="csX6" fmla="*/ 1571632 w 2528715"/>
                    <a:gd name="csY6" fmla="*/ 448056 h 528637"/>
                    <a:gd name="csX7" fmla="*/ 1461926 w 2528715"/>
                    <a:gd name="csY7" fmla="*/ 445749 h 528637"/>
                    <a:gd name="csX8" fmla="*/ 2456836 w 2528715"/>
                    <a:gd name="csY8" fmla="*/ 83203 h 528637"/>
                    <a:gd name="csX9" fmla="*/ 2456886 w 2528715"/>
                    <a:gd name="csY9" fmla="*/ 83082 h 528637"/>
                    <a:gd name="csX10" fmla="*/ 2443477 w 2528715"/>
                    <a:gd name="csY10" fmla="*/ 69780 h 528637"/>
                    <a:gd name="csX11" fmla="*/ 1705485 w 2528715"/>
                    <a:gd name="csY11" fmla="*/ 257647 h 528637"/>
                    <a:gd name="csX12" fmla="*/ 1442530 w 2528715"/>
                    <a:gd name="csY12" fmla="*/ 444884 h 528637"/>
                    <a:gd name="csX13" fmla="*/ 1012412 w 2528715"/>
                    <a:gd name="csY13" fmla="*/ 385519 h 528637"/>
                    <a:gd name="csX14" fmla="*/ 1780687 w 2528715"/>
                    <a:gd name="csY14" fmla="*/ 195560 h 528637"/>
                    <a:gd name="csX15" fmla="*/ 2051135 w 2528715"/>
                    <a:gd name="csY15" fmla="*/ 121 h 528637"/>
                    <a:gd name="csX16" fmla="*/ 2051078 w 2528715"/>
                    <a:gd name="csY16" fmla="*/ 0 h 528637"/>
                    <a:gd name="csX17" fmla="*/ 2031425 w 2528715"/>
                    <a:gd name="csY17" fmla="*/ 0 h 528637"/>
                    <a:gd name="csX18" fmla="*/ 965071 w 2528715"/>
                    <a:gd name="csY18" fmla="*/ 373761 h 528637"/>
                    <a:gd name="csX19" fmla="*/ 325476 w 2528715"/>
                    <a:gd name="csY19" fmla="*/ 0 h 528637"/>
                    <a:gd name="csX20" fmla="*/ 308217 w 2528715"/>
                    <a:gd name="csY20" fmla="*/ 0 h 528637"/>
                    <a:gd name="csX21" fmla="*/ 308153 w 2528715"/>
                    <a:gd name="csY21" fmla="*/ 114 h 528637"/>
                    <a:gd name="csX22" fmla="*/ 633908 w 2528715"/>
                    <a:gd name="csY22" fmla="*/ 266997 h 528637"/>
                    <a:gd name="csX23" fmla="*/ 916508 w 2528715"/>
                    <a:gd name="csY23" fmla="*/ 375576 h 528637"/>
                    <a:gd name="csX24" fmla="*/ 842963 w 2528715"/>
                    <a:gd name="csY24" fmla="*/ 376626 h 528637"/>
                    <a:gd name="csX25" fmla="*/ 0 w 2528715"/>
                    <a:gd name="csY25" fmla="*/ 223256 h 528637"/>
                    <a:gd name="csX26" fmla="*/ 0 w 2528715"/>
                    <a:gd name="csY26" fmla="*/ 238865 h 528637"/>
                    <a:gd name="csX27" fmla="*/ 842963 w 2528715"/>
                    <a:gd name="csY27" fmla="*/ 390906 h 528637"/>
                    <a:gd name="csX28" fmla="*/ 962792 w 2528715"/>
                    <a:gd name="csY28" fmla="*/ 388191 h 528637"/>
                    <a:gd name="csX29" fmla="*/ 1430036 w 2528715"/>
                    <a:gd name="csY29" fmla="*/ 458572 h 528637"/>
                    <a:gd name="csX30" fmla="*/ 1377244 w 2528715"/>
                    <a:gd name="csY30" fmla="*/ 528523 h 528637"/>
                    <a:gd name="csX31" fmla="*/ 1377308 w 2528715"/>
                    <a:gd name="csY31" fmla="*/ 528637 h 528637"/>
                    <a:gd name="csX32" fmla="*/ 1394489 w 2528715"/>
                    <a:gd name="csY32" fmla="*/ 528637 h 528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528715" h="528637">
                      <a:moveTo>
                        <a:pt x="1394489" y="528630"/>
                      </a:moveTo>
                      <a:cubicBezTo>
                        <a:pt x="1410083" y="504978"/>
                        <a:pt x="1428207" y="481889"/>
                        <a:pt x="1448860" y="459500"/>
                      </a:cubicBezTo>
                      <a:cubicBezTo>
                        <a:pt x="1489436" y="461365"/>
                        <a:pt x="1530384" y="462344"/>
                        <a:pt x="1571632" y="462344"/>
                      </a:cubicBezTo>
                      <a:cubicBezTo>
                        <a:pt x="1925734" y="462344"/>
                        <a:pt x="2258761" y="392963"/>
                        <a:pt x="2509349" y="266990"/>
                      </a:cubicBezTo>
                      <a:cubicBezTo>
                        <a:pt x="2515886" y="263704"/>
                        <a:pt x="2522330" y="260390"/>
                        <a:pt x="2528716" y="257046"/>
                      </a:cubicBezTo>
                      <a:cubicBezTo>
                        <a:pt x="2528573" y="251724"/>
                        <a:pt x="2528287" y="246438"/>
                        <a:pt x="2527830" y="241202"/>
                      </a:cubicBezTo>
                      <a:cubicBezTo>
                        <a:pt x="2287986" y="368446"/>
                        <a:pt x="1948108" y="448056"/>
                        <a:pt x="1571632" y="448056"/>
                      </a:cubicBezTo>
                      <a:cubicBezTo>
                        <a:pt x="1534685" y="448056"/>
                        <a:pt x="1498109" y="447249"/>
                        <a:pt x="1461926" y="445749"/>
                      </a:cubicBezTo>
                      <a:cubicBezTo>
                        <a:pt x="1649721" y="254003"/>
                        <a:pt x="2018831" y="114429"/>
                        <a:pt x="2456836" y="83203"/>
                      </a:cubicBezTo>
                      <a:cubicBezTo>
                        <a:pt x="2456893" y="83196"/>
                        <a:pt x="2456929" y="83125"/>
                        <a:pt x="2456886" y="83082"/>
                      </a:cubicBezTo>
                      <a:cubicBezTo>
                        <a:pt x="2452564" y="78496"/>
                        <a:pt x="2448113" y="74045"/>
                        <a:pt x="2443477" y="69780"/>
                      </a:cubicBezTo>
                      <a:cubicBezTo>
                        <a:pt x="2165164" y="90804"/>
                        <a:pt x="1908317" y="155677"/>
                        <a:pt x="1705485" y="257647"/>
                      </a:cubicBezTo>
                      <a:cubicBezTo>
                        <a:pt x="1595614" y="312875"/>
                        <a:pt x="1507267" y="376154"/>
                        <a:pt x="1442530" y="444884"/>
                      </a:cubicBezTo>
                      <a:cubicBezTo>
                        <a:pt x="1290075" y="437419"/>
                        <a:pt x="1145200" y="416859"/>
                        <a:pt x="1012412" y="385519"/>
                      </a:cubicBezTo>
                      <a:cubicBezTo>
                        <a:pt x="1302356" y="367024"/>
                        <a:pt x="1570518" y="301209"/>
                        <a:pt x="1780687" y="195560"/>
                      </a:cubicBezTo>
                      <a:cubicBezTo>
                        <a:pt x="1894901" y="138146"/>
                        <a:pt x="1985784" y="72016"/>
                        <a:pt x="2051135" y="121"/>
                      </a:cubicBezTo>
                      <a:cubicBezTo>
                        <a:pt x="2051178" y="78"/>
                        <a:pt x="2051142" y="0"/>
                        <a:pt x="2051078" y="0"/>
                      </a:cubicBezTo>
                      <a:lnTo>
                        <a:pt x="2031425" y="0"/>
                      </a:lnTo>
                      <a:cubicBezTo>
                        <a:pt x="1837072" y="204933"/>
                        <a:pt x="1436823" y="351930"/>
                        <a:pt x="965071" y="373761"/>
                      </a:cubicBezTo>
                      <a:cubicBezTo>
                        <a:pt x="666176" y="295687"/>
                        <a:pt x="434440" y="161827"/>
                        <a:pt x="325476" y="0"/>
                      </a:cubicBezTo>
                      <a:lnTo>
                        <a:pt x="308217" y="0"/>
                      </a:lnTo>
                      <a:cubicBezTo>
                        <a:pt x="308160" y="0"/>
                        <a:pt x="308124" y="64"/>
                        <a:pt x="308153" y="114"/>
                      </a:cubicBezTo>
                      <a:cubicBezTo>
                        <a:pt x="372382" y="99812"/>
                        <a:pt x="482761" y="191017"/>
                        <a:pt x="633908" y="266997"/>
                      </a:cubicBezTo>
                      <a:cubicBezTo>
                        <a:pt x="719333" y="309939"/>
                        <a:pt x="814352" y="346293"/>
                        <a:pt x="916508" y="375576"/>
                      </a:cubicBezTo>
                      <a:cubicBezTo>
                        <a:pt x="892155" y="376247"/>
                        <a:pt x="867644" y="376626"/>
                        <a:pt x="842963" y="376626"/>
                      </a:cubicBezTo>
                      <a:cubicBezTo>
                        <a:pt x="522423" y="376626"/>
                        <a:pt x="228364" y="318933"/>
                        <a:pt x="0" y="223256"/>
                      </a:cubicBezTo>
                      <a:lnTo>
                        <a:pt x="0" y="238865"/>
                      </a:lnTo>
                      <a:cubicBezTo>
                        <a:pt x="236972" y="337320"/>
                        <a:pt x="531816" y="390906"/>
                        <a:pt x="842963" y="390906"/>
                      </a:cubicBezTo>
                      <a:cubicBezTo>
                        <a:pt x="883210" y="390906"/>
                        <a:pt x="923173" y="389963"/>
                        <a:pt x="962792" y="388191"/>
                      </a:cubicBezTo>
                      <a:cubicBezTo>
                        <a:pt x="1107624" y="425925"/>
                        <a:pt x="1265530" y="449835"/>
                        <a:pt x="1430036" y="458572"/>
                      </a:cubicBezTo>
                      <a:cubicBezTo>
                        <a:pt x="1409834" y="481346"/>
                        <a:pt x="1392267" y="504706"/>
                        <a:pt x="1377244" y="528523"/>
                      </a:cubicBezTo>
                      <a:cubicBezTo>
                        <a:pt x="1377215" y="528573"/>
                        <a:pt x="1377251" y="528637"/>
                        <a:pt x="1377308" y="528637"/>
                      </a:cubicBezTo>
                      <a:lnTo>
                        <a:pt x="1394489" y="528637"/>
                      </a:lnTo>
                      <a:close/>
                    </a:path>
                  </a:pathLst>
                </a:custGeom>
                <a:solidFill>
                  <a:srgbClr val="737373"/>
                </a:solidFill>
                <a:ln w="7144" cap="flat">
                  <a:noFill/>
                  <a:prstDash val="solid"/>
                  <a:miter/>
                </a:ln>
              </p:spPr>
              <p:txBody>
                <a:bodyPr/>
                <a:lstStyle/>
                <a:p>
                  <a:endParaRPr lang="zh-CN" altLang="en-US"/>
                </a:p>
              </p:txBody>
            </p:sp>
            <p:sp>
              <p:nvSpPr>
                <p:cNvPr id="110" name="椭圆 109">
                  <a:extLst>
                    <a:ext uri="{FF2B5EF4-FFF2-40B4-BE49-F238E27FC236}">
                      <a16:creationId xmlns:a16="http://schemas.microsoft.com/office/drawing/2014/main" id="{0C9A61FA-02DE-E349-0E7E-35D3ADD430FD}"/>
                    </a:ext>
                  </a:extLst>
                </p:cNvPr>
                <p:cNvSpPr/>
                <p:nvPr/>
              </p:nvSpPr>
              <p:spPr>
                <a:xfrm>
                  <a:off x="5658102" y="3400425"/>
                  <a:ext cx="528637" cy="528637"/>
                </a:xfrm>
                <a:prstGeom prst="ellipse">
                  <a:avLst/>
                </a:prstGeom>
                <a:solidFill>
                  <a:srgbClr val="2F2F2F"/>
                </a:solidFill>
                <a:ln w="7144" cap="flat">
                  <a:noFill/>
                  <a:prstDash val="solid"/>
                  <a:miter/>
                </a:ln>
              </p:spPr>
              <p:txBody>
                <a:bodyPr/>
                <a:lstStyle/>
                <a:p>
                  <a:endParaRPr lang="zh-CN" altLang="en-US"/>
                </a:p>
              </p:txBody>
            </p:sp>
            <p:sp>
              <p:nvSpPr>
                <p:cNvPr id="111" name="任意多边形: 形状 110">
                  <a:extLst>
                    <a:ext uri="{FF2B5EF4-FFF2-40B4-BE49-F238E27FC236}">
                      <a16:creationId xmlns:a16="http://schemas.microsoft.com/office/drawing/2014/main" id="{0D65C5F9-B4EF-7732-0399-AD5340EA0AB7}"/>
                    </a:ext>
                  </a:extLst>
                </p:cNvPr>
                <p:cNvSpPr/>
                <p:nvPr/>
              </p:nvSpPr>
              <p:spPr>
                <a:xfrm>
                  <a:off x="5772402" y="3514725"/>
                  <a:ext cx="300037" cy="300037"/>
                </a:xfrm>
                <a:custGeom>
                  <a:avLst/>
                  <a:gdLst>
                    <a:gd name="csX0" fmla="*/ 150019 w 300037"/>
                    <a:gd name="csY0" fmla="*/ 300038 h 300037"/>
                    <a:gd name="csX1" fmla="*/ 0 w 300037"/>
                    <a:gd name="csY1" fmla="*/ 150019 h 300037"/>
                    <a:gd name="csX2" fmla="*/ 150019 w 300037"/>
                    <a:gd name="csY2" fmla="*/ 0 h 300037"/>
                    <a:gd name="csX3" fmla="*/ 300038 w 300037"/>
                    <a:gd name="csY3" fmla="*/ 150019 h 300037"/>
                    <a:gd name="csX4" fmla="*/ 150019 w 300037"/>
                    <a:gd name="csY4" fmla="*/ 300038 h 300037"/>
                    <a:gd name="csX5" fmla="*/ 150019 w 300037"/>
                    <a:gd name="csY5" fmla="*/ 42863 h 300037"/>
                    <a:gd name="csX6" fmla="*/ 42863 w 300037"/>
                    <a:gd name="csY6" fmla="*/ 150019 h 300037"/>
                    <a:gd name="csX7" fmla="*/ 150019 w 300037"/>
                    <a:gd name="csY7" fmla="*/ 257175 h 300037"/>
                    <a:gd name="csX8" fmla="*/ 257175 w 300037"/>
                    <a:gd name="csY8" fmla="*/ 150019 h 300037"/>
                    <a:gd name="csX9" fmla="*/ 150019 w 300037"/>
                    <a:gd name="csY9" fmla="*/ 42863 h 300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0037" h="300037">
                      <a:moveTo>
                        <a:pt x="150019" y="300038"/>
                      </a:moveTo>
                      <a:cubicBezTo>
                        <a:pt x="67294" y="300038"/>
                        <a:pt x="0" y="232736"/>
                        <a:pt x="0" y="150019"/>
                      </a:cubicBezTo>
                      <a:cubicBezTo>
                        <a:pt x="0" y="67301"/>
                        <a:pt x="67294" y="0"/>
                        <a:pt x="150019" y="0"/>
                      </a:cubicBezTo>
                      <a:cubicBezTo>
                        <a:pt x="232736" y="0"/>
                        <a:pt x="300038" y="67301"/>
                        <a:pt x="300038" y="150019"/>
                      </a:cubicBezTo>
                      <a:cubicBezTo>
                        <a:pt x="300038" y="232736"/>
                        <a:pt x="232736" y="300038"/>
                        <a:pt x="150019" y="300038"/>
                      </a:cubicBezTo>
                      <a:close/>
                      <a:moveTo>
                        <a:pt x="150019" y="42863"/>
                      </a:moveTo>
                      <a:cubicBezTo>
                        <a:pt x="90933" y="42863"/>
                        <a:pt x="42863" y="90933"/>
                        <a:pt x="42863" y="150019"/>
                      </a:cubicBezTo>
                      <a:cubicBezTo>
                        <a:pt x="42863" y="209105"/>
                        <a:pt x="90933" y="257175"/>
                        <a:pt x="150019" y="257175"/>
                      </a:cubicBezTo>
                      <a:cubicBezTo>
                        <a:pt x="209105" y="257175"/>
                        <a:pt x="257175" y="209105"/>
                        <a:pt x="257175" y="150019"/>
                      </a:cubicBezTo>
                      <a:cubicBezTo>
                        <a:pt x="257175" y="90933"/>
                        <a:pt x="209105" y="42863"/>
                        <a:pt x="150019" y="42863"/>
                      </a:cubicBezTo>
                      <a:close/>
                    </a:path>
                  </a:pathLst>
                </a:custGeom>
                <a:solidFill>
                  <a:srgbClr val="505050"/>
                </a:solidFill>
                <a:ln w="7144" cap="flat">
                  <a:noFill/>
                  <a:prstDash val="solid"/>
                  <a:miter/>
                </a:ln>
              </p:spPr>
              <p:txBody>
                <a:bodyPr/>
                <a:lstStyle/>
                <a:p>
                  <a:endParaRPr lang="zh-CN" altLang="en-US"/>
                </a:p>
              </p:txBody>
            </p:sp>
          </p:grpSp>
        </p:grpSp>
        <p:sp>
          <p:nvSpPr>
            <p:cNvPr id="112" name="任意多边形: 形状 111">
              <a:extLst>
                <a:ext uri="{FF2B5EF4-FFF2-40B4-BE49-F238E27FC236}">
                  <a16:creationId xmlns:a16="http://schemas.microsoft.com/office/drawing/2014/main" id="{445E3A32-6E38-A2C1-40A6-6A4C9136D9C2}"/>
                </a:ext>
              </a:extLst>
            </p:cNvPr>
            <p:cNvSpPr/>
            <p:nvPr/>
          </p:nvSpPr>
          <p:spPr>
            <a:xfrm>
              <a:off x="5145893" y="4157386"/>
              <a:ext cx="2900344" cy="307452"/>
            </a:xfrm>
            <a:custGeom>
              <a:avLst/>
              <a:gdLst>
                <a:gd name="csX0" fmla="*/ 718014 w 2900344"/>
                <a:gd name="csY0" fmla="*/ 10049 h 307452"/>
                <a:gd name="csX1" fmla="*/ 1204232 w 2900344"/>
                <a:gd name="csY1" fmla="*/ 95353 h 307452"/>
                <a:gd name="csX2" fmla="*/ 1553968 w 2900344"/>
                <a:gd name="csY2" fmla="*/ 1519 h 307452"/>
                <a:gd name="csX3" fmla="*/ 1989008 w 2900344"/>
                <a:gd name="csY3" fmla="*/ 129471 h 307452"/>
                <a:gd name="csX4" fmla="*/ 2552000 w 2900344"/>
                <a:gd name="csY4" fmla="*/ 27108 h 307452"/>
                <a:gd name="csX5" fmla="*/ 2900344 w 2900344"/>
                <a:gd name="csY5" fmla="*/ 307422 h 307452"/>
                <a:gd name="csX6" fmla="*/ 2900258 w 2900344"/>
                <a:gd name="csY6" fmla="*/ 307451 h 307452"/>
                <a:gd name="csX7" fmla="*/ 88 w 2900344"/>
                <a:gd name="csY7" fmla="*/ 307451 h 307452"/>
                <a:gd name="csX8" fmla="*/ 3 w 2900344"/>
                <a:gd name="csY8" fmla="*/ 307415 h 307452"/>
                <a:gd name="csX9" fmla="*/ 718014 w 2900344"/>
                <a:gd name="csY9" fmla="*/ 10049 h 307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900344" h="307452">
                  <a:moveTo>
                    <a:pt x="718014" y="10049"/>
                  </a:moveTo>
                  <a:cubicBezTo>
                    <a:pt x="916996" y="17886"/>
                    <a:pt x="990705" y="102839"/>
                    <a:pt x="1204232" y="95353"/>
                  </a:cubicBezTo>
                  <a:cubicBezTo>
                    <a:pt x="1370624" y="89516"/>
                    <a:pt x="1390033" y="14807"/>
                    <a:pt x="1553968" y="1519"/>
                  </a:cubicBezTo>
                  <a:cubicBezTo>
                    <a:pt x="1759858" y="-15168"/>
                    <a:pt x="1778911" y="110704"/>
                    <a:pt x="1989008" y="129471"/>
                  </a:cubicBezTo>
                  <a:cubicBezTo>
                    <a:pt x="2229303" y="150931"/>
                    <a:pt x="2302983" y="27108"/>
                    <a:pt x="2552000" y="27108"/>
                  </a:cubicBezTo>
                  <a:cubicBezTo>
                    <a:pt x="2834378" y="27108"/>
                    <a:pt x="2899579" y="304150"/>
                    <a:pt x="2900344" y="307422"/>
                  </a:cubicBezTo>
                  <a:cubicBezTo>
                    <a:pt x="2900351" y="307465"/>
                    <a:pt x="2900308" y="307451"/>
                    <a:pt x="2900258" y="307451"/>
                  </a:cubicBezTo>
                  <a:lnTo>
                    <a:pt x="88" y="307451"/>
                  </a:lnTo>
                  <a:cubicBezTo>
                    <a:pt x="38" y="307451"/>
                    <a:pt x="-12" y="307458"/>
                    <a:pt x="3" y="307415"/>
                  </a:cubicBezTo>
                  <a:cubicBezTo>
                    <a:pt x="1367" y="303393"/>
                    <a:pt x="111023" y="-13861"/>
                    <a:pt x="718014" y="10049"/>
                  </a:cubicBezTo>
                  <a:close/>
                </a:path>
              </a:pathLst>
            </a:custGeom>
            <a:solidFill>
              <a:srgbClr val="FFFFFF"/>
            </a:solidFill>
            <a:ln w="7144" cap="flat">
              <a:noFill/>
              <a:prstDash val="solid"/>
              <a:miter/>
            </a:ln>
          </p:spPr>
          <p:txBody>
            <a:bodyPr/>
            <a:lstStyle/>
            <a:p>
              <a:endParaRPr lang="zh-CN" altLang="en-US"/>
            </a:p>
          </p:txBody>
        </p:sp>
        <p:sp>
          <p:nvSpPr>
            <p:cNvPr id="113" name="任意多边形: 形状 112">
              <a:extLst>
                <a:ext uri="{FF2B5EF4-FFF2-40B4-BE49-F238E27FC236}">
                  <a16:creationId xmlns:a16="http://schemas.microsoft.com/office/drawing/2014/main" id="{92F2D33F-7D3B-62FF-B15C-7EAB26C1D2E0}"/>
                </a:ext>
              </a:extLst>
            </p:cNvPr>
            <p:cNvSpPr/>
            <p:nvPr/>
          </p:nvSpPr>
          <p:spPr>
            <a:xfrm>
              <a:off x="6238874" y="3100368"/>
              <a:ext cx="1271595" cy="300309"/>
            </a:xfrm>
            <a:custGeom>
              <a:avLst/>
              <a:gdLst>
                <a:gd name="csX0" fmla="*/ 239845 w 1271595"/>
                <a:gd name="csY0" fmla="*/ 95353 h 300309"/>
                <a:gd name="csX1" fmla="*/ 589582 w 1271595"/>
                <a:gd name="csY1" fmla="*/ 1519 h 300309"/>
                <a:gd name="csX2" fmla="*/ 1024622 w 1271595"/>
                <a:gd name="csY2" fmla="*/ 129471 h 300309"/>
                <a:gd name="csX3" fmla="*/ 1271595 w 1271595"/>
                <a:gd name="csY3" fmla="*/ 300278 h 300309"/>
                <a:gd name="csX4" fmla="*/ 1271524 w 1271595"/>
                <a:gd name="csY4" fmla="*/ 300307 h 300309"/>
                <a:gd name="csX5" fmla="*/ 79 w 1271595"/>
                <a:gd name="csY5" fmla="*/ 300307 h 300309"/>
                <a:gd name="csX6" fmla="*/ 1 w 1271595"/>
                <a:gd name="csY6" fmla="*/ 300278 h 300309"/>
                <a:gd name="csX7" fmla="*/ 239845 w 1271595"/>
                <a:gd name="csY7" fmla="*/ 95353 h 300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71595" h="300309">
                  <a:moveTo>
                    <a:pt x="239845" y="95353"/>
                  </a:moveTo>
                  <a:cubicBezTo>
                    <a:pt x="406237" y="89516"/>
                    <a:pt x="425647" y="14807"/>
                    <a:pt x="589582" y="1519"/>
                  </a:cubicBezTo>
                  <a:cubicBezTo>
                    <a:pt x="795472" y="-15168"/>
                    <a:pt x="814524" y="110704"/>
                    <a:pt x="1024622" y="129471"/>
                  </a:cubicBezTo>
                  <a:cubicBezTo>
                    <a:pt x="1262952" y="150760"/>
                    <a:pt x="1271467" y="297878"/>
                    <a:pt x="1271595" y="300278"/>
                  </a:cubicBezTo>
                  <a:cubicBezTo>
                    <a:pt x="1271595" y="300321"/>
                    <a:pt x="1271560" y="300307"/>
                    <a:pt x="1271524" y="300307"/>
                  </a:cubicBezTo>
                  <a:lnTo>
                    <a:pt x="79" y="300307"/>
                  </a:lnTo>
                  <a:cubicBezTo>
                    <a:pt x="37" y="300307"/>
                    <a:pt x="-6" y="300321"/>
                    <a:pt x="1" y="300278"/>
                  </a:cubicBezTo>
                  <a:cubicBezTo>
                    <a:pt x="358" y="297685"/>
                    <a:pt x="27747" y="102796"/>
                    <a:pt x="239845" y="95353"/>
                  </a:cubicBezTo>
                  <a:close/>
                </a:path>
              </a:pathLst>
            </a:custGeom>
            <a:solidFill>
              <a:srgbClr val="FFFFFF"/>
            </a:solidFill>
            <a:ln w="7144" cap="flat">
              <a:noFill/>
              <a:prstDash val="solid"/>
              <a:miter/>
            </a:ln>
          </p:spPr>
          <p:txBody>
            <a:bodyPr/>
            <a:lstStyle/>
            <a:p>
              <a:endParaRPr lang="zh-CN" altLang="en-US"/>
            </a:p>
          </p:txBody>
        </p:sp>
        <p:grpSp>
          <p:nvGrpSpPr>
            <p:cNvPr id="114" name="图形 11" descr="一辆装满原木的上面栖息了一只红雀鸟的雪橇">
              <a:extLst>
                <a:ext uri="{FF2B5EF4-FFF2-40B4-BE49-F238E27FC236}">
                  <a16:creationId xmlns:a16="http://schemas.microsoft.com/office/drawing/2014/main" id="{D982E652-2B34-A7B8-416F-AB46C5B88575}"/>
                </a:ext>
              </a:extLst>
            </p:cNvPr>
            <p:cNvGrpSpPr/>
            <p:nvPr/>
          </p:nvGrpSpPr>
          <p:grpSpPr>
            <a:xfrm>
              <a:off x="3552825" y="3498022"/>
              <a:ext cx="5086350" cy="1745496"/>
              <a:chOff x="3552825" y="3498022"/>
              <a:chExt cx="5086350" cy="1745496"/>
            </a:xfrm>
          </p:grpSpPr>
          <p:sp>
            <p:nvSpPr>
              <p:cNvPr id="115" name="任意多边形: 形状 114">
                <a:extLst>
                  <a:ext uri="{FF2B5EF4-FFF2-40B4-BE49-F238E27FC236}">
                    <a16:creationId xmlns:a16="http://schemas.microsoft.com/office/drawing/2014/main" id="{60715D7B-0801-E8D3-8B8F-A6AF3B6B68BB}"/>
                  </a:ext>
                </a:extLst>
              </p:cNvPr>
              <p:cNvSpPr/>
              <p:nvPr/>
            </p:nvSpPr>
            <p:spPr>
              <a:xfrm>
                <a:off x="3625691" y="4529137"/>
                <a:ext cx="896969" cy="342900"/>
              </a:xfrm>
              <a:custGeom>
                <a:avLst/>
                <a:gdLst>
                  <a:gd name="csX0" fmla="*/ 896969 w 896969"/>
                  <a:gd name="csY0" fmla="*/ 342900 h 342900"/>
                  <a:gd name="csX1" fmla="*/ 94297 w 896969"/>
                  <a:gd name="csY1" fmla="*/ 342900 h 342900"/>
                  <a:gd name="csX2" fmla="*/ 0 w 896969"/>
                  <a:gd name="csY2" fmla="*/ 0 h 342900"/>
                  <a:gd name="csX3" fmla="*/ 896969 w 896969"/>
                  <a:gd name="csY3" fmla="*/ 0 h 342900"/>
                </a:gdLst>
                <a:ahLst/>
                <a:cxnLst>
                  <a:cxn ang="0">
                    <a:pos x="csX0" y="csY0"/>
                  </a:cxn>
                  <a:cxn ang="0">
                    <a:pos x="csX1" y="csY1"/>
                  </a:cxn>
                  <a:cxn ang="0">
                    <a:pos x="csX2" y="csY2"/>
                  </a:cxn>
                  <a:cxn ang="0">
                    <a:pos x="csX3" y="csY3"/>
                  </a:cxn>
                </a:cxnLst>
                <a:rect l="l" t="t" r="r" b="b"/>
                <a:pathLst>
                  <a:path w="896969" h="342900">
                    <a:moveTo>
                      <a:pt x="896969" y="342900"/>
                    </a:moveTo>
                    <a:lnTo>
                      <a:pt x="94297" y="342900"/>
                    </a:lnTo>
                    <a:lnTo>
                      <a:pt x="0" y="0"/>
                    </a:lnTo>
                    <a:lnTo>
                      <a:pt x="896969" y="0"/>
                    </a:lnTo>
                    <a:close/>
                  </a:path>
                </a:pathLst>
              </a:custGeom>
              <a:solidFill>
                <a:srgbClr val="D1D1D1"/>
              </a:solidFill>
              <a:ln w="7144" cap="flat">
                <a:noFill/>
                <a:prstDash val="solid"/>
                <a:miter/>
              </a:ln>
            </p:spPr>
            <p:txBody>
              <a:bodyPr/>
              <a:lstStyle/>
              <a:p>
                <a:endParaRPr lang="zh-CN" altLang="en-US"/>
              </a:p>
            </p:txBody>
          </p:sp>
          <p:sp>
            <p:nvSpPr>
              <p:cNvPr id="116" name="任意多边形: 形状 115">
                <a:extLst>
                  <a:ext uri="{FF2B5EF4-FFF2-40B4-BE49-F238E27FC236}">
                    <a16:creationId xmlns:a16="http://schemas.microsoft.com/office/drawing/2014/main" id="{D2BE6659-D17A-9656-1B2A-32EA400CD2CB}"/>
                  </a:ext>
                </a:extLst>
              </p:cNvPr>
              <p:cNvSpPr/>
              <p:nvPr/>
            </p:nvSpPr>
            <p:spPr>
              <a:xfrm>
                <a:off x="4314348" y="4529137"/>
                <a:ext cx="4138067" cy="342900"/>
              </a:xfrm>
              <a:custGeom>
                <a:avLst/>
                <a:gdLst>
                  <a:gd name="csX0" fmla="*/ 4138067 w 4138067"/>
                  <a:gd name="csY0" fmla="*/ 342900 h 342900"/>
                  <a:gd name="csX1" fmla="*/ 125730 w 4138067"/>
                  <a:gd name="csY1" fmla="*/ 342900 h 342900"/>
                  <a:gd name="csX2" fmla="*/ 0 w 4138067"/>
                  <a:gd name="csY2" fmla="*/ 0 h 342900"/>
                  <a:gd name="csX3" fmla="*/ 4138067 w 4138067"/>
                  <a:gd name="csY3" fmla="*/ 0 h 342900"/>
                </a:gdLst>
                <a:ahLst/>
                <a:cxnLst>
                  <a:cxn ang="0">
                    <a:pos x="csX0" y="csY0"/>
                  </a:cxn>
                  <a:cxn ang="0">
                    <a:pos x="csX1" y="csY1"/>
                  </a:cxn>
                  <a:cxn ang="0">
                    <a:pos x="csX2" y="csY2"/>
                  </a:cxn>
                  <a:cxn ang="0">
                    <a:pos x="csX3" y="csY3"/>
                  </a:cxn>
                </a:cxnLst>
                <a:rect l="l" t="t" r="r" b="b"/>
                <a:pathLst>
                  <a:path w="4138067" h="342900">
                    <a:moveTo>
                      <a:pt x="4138067" y="342900"/>
                    </a:moveTo>
                    <a:lnTo>
                      <a:pt x="125730" y="342900"/>
                    </a:lnTo>
                    <a:lnTo>
                      <a:pt x="0" y="0"/>
                    </a:lnTo>
                    <a:lnTo>
                      <a:pt x="4138067" y="0"/>
                    </a:lnTo>
                    <a:close/>
                  </a:path>
                </a:pathLst>
              </a:custGeom>
              <a:solidFill>
                <a:srgbClr val="737373"/>
              </a:solidFill>
              <a:ln w="7144" cap="flat">
                <a:noFill/>
                <a:prstDash val="solid"/>
                <a:miter/>
              </a:ln>
            </p:spPr>
            <p:txBody>
              <a:bodyPr/>
              <a:lstStyle/>
              <a:p>
                <a:endParaRPr lang="zh-CN" altLang="en-US"/>
              </a:p>
            </p:txBody>
          </p:sp>
          <p:sp>
            <p:nvSpPr>
              <p:cNvPr id="117" name="任意多边形: 形状 116">
                <a:extLst>
                  <a:ext uri="{FF2B5EF4-FFF2-40B4-BE49-F238E27FC236}">
                    <a16:creationId xmlns:a16="http://schemas.microsoft.com/office/drawing/2014/main" id="{1A9E7882-50FD-183C-D48D-6268029F8CFD}"/>
                  </a:ext>
                </a:extLst>
              </p:cNvPr>
              <p:cNvSpPr/>
              <p:nvPr/>
            </p:nvSpPr>
            <p:spPr>
              <a:xfrm>
                <a:off x="3552825" y="3781215"/>
                <a:ext cx="1462089" cy="1462296"/>
              </a:xfrm>
              <a:custGeom>
                <a:avLst/>
                <a:gdLst>
                  <a:gd name="csX0" fmla="*/ 731149 w 1462089"/>
                  <a:gd name="csY0" fmla="*/ 1319422 h 1462296"/>
                  <a:gd name="csX1" fmla="*/ 150733 w 1462089"/>
                  <a:gd name="csY1" fmla="*/ 826567 h 1462296"/>
                  <a:gd name="csX2" fmla="*/ 814388 w 1462089"/>
                  <a:gd name="csY2" fmla="*/ 826567 h 1462296"/>
                  <a:gd name="csX3" fmla="*/ 814388 w 1462089"/>
                  <a:gd name="csY3" fmla="*/ 658525 h 1462296"/>
                  <a:gd name="csX4" fmla="*/ 147518 w 1462089"/>
                  <a:gd name="csY4" fmla="*/ 658525 h 1462296"/>
                  <a:gd name="csX5" fmla="*/ 731149 w 1462089"/>
                  <a:gd name="csY5" fmla="*/ 142875 h 1462296"/>
                  <a:gd name="csX6" fmla="*/ 731149 w 1462089"/>
                  <a:gd name="csY6" fmla="*/ 0 h 1462296"/>
                  <a:gd name="csX7" fmla="*/ 0 w 1462089"/>
                  <a:gd name="csY7" fmla="*/ 731141 h 1462296"/>
                  <a:gd name="csX8" fmla="*/ 731149 w 1462089"/>
                  <a:gd name="csY8" fmla="*/ 1462297 h 1462296"/>
                  <a:gd name="csX9" fmla="*/ 1434844 w 1462089"/>
                  <a:gd name="csY9" fmla="*/ 1462297 h 1462296"/>
                  <a:gd name="csX10" fmla="*/ 1462090 w 1462089"/>
                  <a:gd name="csY10" fmla="*/ 1389909 h 1462296"/>
                  <a:gd name="csX11" fmla="*/ 1434844 w 1462089"/>
                  <a:gd name="csY11" fmla="*/ 1319422 h 1462296"/>
                  <a:gd name="csX12" fmla="*/ 731149 w 1462089"/>
                  <a:gd name="csY12" fmla="*/ 1319422 h 146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462089" h="1462296">
                    <a:moveTo>
                      <a:pt x="731149" y="1319422"/>
                    </a:moveTo>
                    <a:cubicBezTo>
                      <a:pt x="439269" y="1319422"/>
                      <a:pt x="196467" y="1105709"/>
                      <a:pt x="150733" y="826567"/>
                    </a:cubicBezTo>
                    <a:lnTo>
                      <a:pt x="814388" y="826567"/>
                    </a:lnTo>
                    <a:lnTo>
                      <a:pt x="814388" y="658525"/>
                    </a:lnTo>
                    <a:lnTo>
                      <a:pt x="147518" y="658525"/>
                    </a:lnTo>
                    <a:cubicBezTo>
                      <a:pt x="183437" y="368317"/>
                      <a:pt x="431375" y="142875"/>
                      <a:pt x="731149" y="142875"/>
                    </a:cubicBezTo>
                    <a:lnTo>
                      <a:pt x="731149" y="0"/>
                    </a:lnTo>
                    <a:cubicBezTo>
                      <a:pt x="327991" y="0"/>
                      <a:pt x="0" y="327991"/>
                      <a:pt x="0" y="731141"/>
                    </a:cubicBezTo>
                    <a:cubicBezTo>
                      <a:pt x="0" y="1134306"/>
                      <a:pt x="327991" y="1462297"/>
                      <a:pt x="731149" y="1462297"/>
                    </a:cubicBezTo>
                    <a:lnTo>
                      <a:pt x="1434844" y="1462297"/>
                    </a:lnTo>
                    <a:cubicBezTo>
                      <a:pt x="1434844" y="1462297"/>
                      <a:pt x="1462090" y="1442530"/>
                      <a:pt x="1462090" y="1389909"/>
                    </a:cubicBezTo>
                    <a:cubicBezTo>
                      <a:pt x="1462090" y="1337281"/>
                      <a:pt x="1434844" y="1319422"/>
                      <a:pt x="1434844" y="1319422"/>
                    </a:cubicBezTo>
                    <a:lnTo>
                      <a:pt x="731149" y="1319422"/>
                    </a:lnTo>
                    <a:close/>
                  </a:path>
                </a:pathLst>
              </a:custGeom>
              <a:solidFill>
                <a:srgbClr val="E5E5E5"/>
              </a:solidFill>
              <a:ln w="7144" cap="flat">
                <a:noFill/>
                <a:prstDash val="solid"/>
                <a:miter/>
              </a:ln>
            </p:spPr>
            <p:txBody>
              <a:bodyPr/>
              <a:lstStyle/>
              <a:p>
                <a:endParaRPr lang="zh-CN" altLang="en-US"/>
              </a:p>
            </p:txBody>
          </p:sp>
          <p:sp>
            <p:nvSpPr>
              <p:cNvPr id="118" name="任意多边形: 形状 117">
                <a:extLst>
                  <a:ext uri="{FF2B5EF4-FFF2-40B4-BE49-F238E27FC236}">
                    <a16:creationId xmlns:a16="http://schemas.microsoft.com/office/drawing/2014/main" id="{18403B14-93FD-E287-ED5A-0255795F913C}"/>
                  </a:ext>
                </a:extLst>
              </p:cNvPr>
              <p:cNvSpPr/>
              <p:nvPr/>
            </p:nvSpPr>
            <p:spPr>
              <a:xfrm>
                <a:off x="4146784" y="3836193"/>
                <a:ext cx="757237" cy="42862"/>
              </a:xfrm>
              <a:custGeom>
                <a:avLst/>
                <a:gdLst>
                  <a:gd name="csX0" fmla="*/ 735806 w 757237"/>
                  <a:gd name="csY0" fmla="*/ 42863 h 42862"/>
                  <a:gd name="csX1" fmla="*/ 21431 w 757237"/>
                  <a:gd name="csY1" fmla="*/ 42863 h 42862"/>
                  <a:gd name="csX2" fmla="*/ 0 w 757237"/>
                  <a:gd name="csY2" fmla="*/ 21431 h 42862"/>
                  <a:gd name="csX3" fmla="*/ 21431 w 757237"/>
                  <a:gd name="csY3" fmla="*/ 0 h 42862"/>
                  <a:gd name="csX4" fmla="*/ 735806 w 757237"/>
                  <a:gd name="csY4" fmla="*/ 0 h 42862"/>
                  <a:gd name="csX5" fmla="*/ 757238 w 757237"/>
                  <a:gd name="csY5" fmla="*/ 21431 h 42862"/>
                  <a:gd name="csX6" fmla="*/ 735806 w 757237"/>
                  <a:gd name="csY6" fmla="*/ 42863 h 428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7237" h="42862">
                    <a:moveTo>
                      <a:pt x="735806" y="42863"/>
                    </a:moveTo>
                    <a:lnTo>
                      <a:pt x="21431" y="42863"/>
                    </a:lnTo>
                    <a:cubicBezTo>
                      <a:pt x="9594" y="42863"/>
                      <a:pt x="0" y="33268"/>
                      <a:pt x="0" y="21431"/>
                    </a:cubicBezTo>
                    <a:cubicBezTo>
                      <a:pt x="0" y="9594"/>
                      <a:pt x="9594" y="0"/>
                      <a:pt x="21431" y="0"/>
                    </a:cubicBezTo>
                    <a:lnTo>
                      <a:pt x="735806" y="0"/>
                    </a:lnTo>
                    <a:cubicBezTo>
                      <a:pt x="747643" y="0"/>
                      <a:pt x="757238" y="9594"/>
                      <a:pt x="757238" y="21431"/>
                    </a:cubicBezTo>
                    <a:cubicBezTo>
                      <a:pt x="757238" y="33268"/>
                      <a:pt x="747636" y="42863"/>
                      <a:pt x="735806" y="42863"/>
                    </a:cubicBezTo>
                    <a:close/>
                  </a:path>
                </a:pathLst>
              </a:custGeom>
              <a:solidFill>
                <a:srgbClr val="D1D1D1"/>
              </a:solidFill>
              <a:ln w="7144" cap="flat">
                <a:noFill/>
                <a:prstDash val="solid"/>
                <a:miter/>
              </a:ln>
            </p:spPr>
            <p:txBody>
              <a:bodyPr/>
              <a:lstStyle/>
              <a:p>
                <a:endParaRPr lang="zh-CN" altLang="en-US"/>
              </a:p>
            </p:txBody>
          </p:sp>
          <p:sp>
            <p:nvSpPr>
              <p:cNvPr id="119" name="任意多边形: 形状 118">
                <a:extLst>
                  <a:ext uri="{FF2B5EF4-FFF2-40B4-BE49-F238E27FC236}">
                    <a16:creationId xmlns:a16="http://schemas.microsoft.com/office/drawing/2014/main" id="{13B6BCCF-AD81-BBE3-25C5-A8FB1D37D62C}"/>
                  </a:ext>
                </a:extLst>
              </p:cNvPr>
              <p:cNvSpPr/>
              <p:nvPr/>
            </p:nvSpPr>
            <p:spPr>
              <a:xfrm>
                <a:off x="4952285" y="4521429"/>
                <a:ext cx="3686889" cy="722082"/>
              </a:xfrm>
              <a:custGeom>
                <a:avLst/>
                <a:gdLst>
                  <a:gd name="csX0" fmla="*/ 3566096 w 3686889"/>
                  <a:gd name="csY0" fmla="*/ 579208 h 722082"/>
                  <a:gd name="csX1" fmla="*/ 3566096 w 3686889"/>
                  <a:gd name="csY1" fmla="*/ 0 h 722082"/>
                  <a:gd name="csX2" fmla="*/ 3434158 w 3686889"/>
                  <a:gd name="csY2" fmla="*/ 0 h 722082"/>
                  <a:gd name="csX3" fmla="*/ 3434158 w 3686889"/>
                  <a:gd name="csY3" fmla="*/ 579208 h 722082"/>
                  <a:gd name="csX4" fmla="*/ 2451671 w 3686889"/>
                  <a:gd name="csY4" fmla="*/ 579208 h 722082"/>
                  <a:gd name="csX5" fmla="*/ 2451671 w 3686889"/>
                  <a:gd name="csY5" fmla="*/ 0 h 722082"/>
                  <a:gd name="csX6" fmla="*/ 2319733 w 3686889"/>
                  <a:gd name="csY6" fmla="*/ 0 h 722082"/>
                  <a:gd name="csX7" fmla="*/ 2319733 w 3686889"/>
                  <a:gd name="csY7" fmla="*/ 579208 h 722082"/>
                  <a:gd name="csX8" fmla="*/ 994346 w 3686889"/>
                  <a:gd name="csY8" fmla="*/ 579208 h 722082"/>
                  <a:gd name="csX9" fmla="*/ 994346 w 3686889"/>
                  <a:gd name="csY9" fmla="*/ 0 h 722082"/>
                  <a:gd name="csX10" fmla="*/ 862401 w 3686889"/>
                  <a:gd name="csY10" fmla="*/ 0 h 722082"/>
                  <a:gd name="csX11" fmla="*/ 862401 w 3686889"/>
                  <a:gd name="csY11" fmla="*/ 579208 h 722082"/>
                  <a:gd name="csX12" fmla="*/ 35383 w 3686889"/>
                  <a:gd name="csY12" fmla="*/ 579208 h 722082"/>
                  <a:gd name="csX13" fmla="*/ 0 w 3686889"/>
                  <a:gd name="csY13" fmla="*/ 651003 h 722082"/>
                  <a:gd name="csX14" fmla="*/ 35383 w 3686889"/>
                  <a:gd name="csY14" fmla="*/ 722083 h 722082"/>
                  <a:gd name="csX15" fmla="*/ 3686890 w 3686889"/>
                  <a:gd name="csY15" fmla="*/ 722083 h 722082"/>
                  <a:gd name="csX16" fmla="*/ 3686890 w 3686889"/>
                  <a:gd name="csY16" fmla="*/ 579208 h 722082"/>
                  <a:gd name="csX17" fmla="*/ 3566096 w 3686889"/>
                  <a:gd name="csY17" fmla="*/ 579208 h 722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86889" h="722082">
                    <a:moveTo>
                      <a:pt x="3566096" y="579208"/>
                    </a:moveTo>
                    <a:lnTo>
                      <a:pt x="3566096" y="0"/>
                    </a:lnTo>
                    <a:lnTo>
                      <a:pt x="3434158" y="0"/>
                    </a:lnTo>
                    <a:lnTo>
                      <a:pt x="3434158" y="579208"/>
                    </a:lnTo>
                    <a:lnTo>
                      <a:pt x="2451671" y="579208"/>
                    </a:lnTo>
                    <a:lnTo>
                      <a:pt x="2451671" y="0"/>
                    </a:lnTo>
                    <a:lnTo>
                      <a:pt x="2319733" y="0"/>
                    </a:lnTo>
                    <a:lnTo>
                      <a:pt x="2319733" y="579208"/>
                    </a:lnTo>
                    <a:lnTo>
                      <a:pt x="994346" y="579208"/>
                    </a:lnTo>
                    <a:lnTo>
                      <a:pt x="994346" y="0"/>
                    </a:lnTo>
                    <a:lnTo>
                      <a:pt x="862401" y="0"/>
                    </a:lnTo>
                    <a:lnTo>
                      <a:pt x="862401" y="579208"/>
                    </a:lnTo>
                    <a:lnTo>
                      <a:pt x="35383" y="579208"/>
                    </a:lnTo>
                    <a:cubicBezTo>
                      <a:pt x="35383" y="579208"/>
                      <a:pt x="0" y="598496"/>
                      <a:pt x="0" y="651003"/>
                    </a:cubicBezTo>
                    <a:cubicBezTo>
                      <a:pt x="0" y="703509"/>
                      <a:pt x="35383" y="722083"/>
                      <a:pt x="35383" y="722083"/>
                    </a:cubicBezTo>
                    <a:lnTo>
                      <a:pt x="3686890" y="722083"/>
                    </a:lnTo>
                    <a:lnTo>
                      <a:pt x="3686890" y="579208"/>
                    </a:lnTo>
                    <a:lnTo>
                      <a:pt x="3566096" y="579208"/>
                    </a:lnTo>
                    <a:close/>
                  </a:path>
                </a:pathLst>
              </a:custGeom>
              <a:solidFill>
                <a:srgbClr val="505050"/>
              </a:solidFill>
              <a:ln w="7144" cap="flat">
                <a:noFill/>
                <a:prstDash val="solid"/>
                <a:miter/>
              </a:ln>
            </p:spPr>
            <p:txBody>
              <a:bodyPr/>
              <a:lstStyle/>
              <a:p>
                <a:endParaRPr lang="zh-CN" altLang="en-US"/>
              </a:p>
            </p:txBody>
          </p:sp>
          <p:sp>
            <p:nvSpPr>
              <p:cNvPr id="120" name="任意多边形: 形状 119">
                <a:extLst>
                  <a:ext uri="{FF2B5EF4-FFF2-40B4-BE49-F238E27FC236}">
                    <a16:creationId xmlns:a16="http://schemas.microsoft.com/office/drawing/2014/main" id="{A6D7CD96-F142-1791-B215-4655FF3F5D02}"/>
                  </a:ext>
                </a:extLst>
              </p:cNvPr>
              <p:cNvSpPr/>
              <p:nvPr/>
            </p:nvSpPr>
            <p:spPr>
              <a:xfrm>
                <a:off x="4256520" y="3498022"/>
                <a:ext cx="4382654" cy="1745496"/>
              </a:xfrm>
              <a:custGeom>
                <a:avLst/>
                <a:gdLst>
                  <a:gd name="csX0" fmla="*/ 4382655 w 4382654"/>
                  <a:gd name="csY0" fmla="*/ 959677 h 1745496"/>
                  <a:gd name="csX1" fmla="*/ 4268326 w 4382654"/>
                  <a:gd name="csY1" fmla="*/ 959677 h 1745496"/>
                  <a:gd name="csX2" fmla="*/ 4267241 w 4382654"/>
                  <a:gd name="csY2" fmla="*/ 0 h 1745496"/>
                  <a:gd name="csX3" fmla="*/ 2507985 w 4382654"/>
                  <a:gd name="csY3" fmla="*/ 0 h 1745496"/>
                  <a:gd name="csX4" fmla="*/ 1841980 w 4382654"/>
                  <a:gd name="csY4" fmla="*/ 277113 h 1745496"/>
                  <a:gd name="csX5" fmla="*/ 1568017 w 4382654"/>
                  <a:gd name="csY5" fmla="*/ 945390 h 1745496"/>
                  <a:gd name="csX6" fmla="*/ 1568017 w 4382654"/>
                  <a:gd name="csY6" fmla="*/ 959677 h 1745496"/>
                  <a:gd name="csX7" fmla="*/ 145504 w 4382654"/>
                  <a:gd name="csY7" fmla="*/ 959677 h 1745496"/>
                  <a:gd name="csX8" fmla="*/ 731148 w 4382654"/>
                  <a:gd name="csY8" fmla="*/ 426068 h 1745496"/>
                  <a:gd name="csX9" fmla="*/ 731148 w 4382654"/>
                  <a:gd name="csY9" fmla="*/ 283193 h 1745496"/>
                  <a:gd name="csX10" fmla="*/ 0 w 4382654"/>
                  <a:gd name="csY10" fmla="*/ 1014341 h 1745496"/>
                  <a:gd name="csX11" fmla="*/ 731148 w 4382654"/>
                  <a:gd name="csY11" fmla="*/ 1745497 h 1745496"/>
                  <a:gd name="csX12" fmla="*/ 731148 w 4382654"/>
                  <a:gd name="csY12" fmla="*/ 1602622 h 1745496"/>
                  <a:gd name="csX13" fmla="*/ 149504 w 4382654"/>
                  <a:gd name="csY13" fmla="*/ 1102559 h 1745496"/>
                  <a:gd name="csX14" fmla="*/ 4382655 w 4382654"/>
                  <a:gd name="csY14" fmla="*/ 1102559 h 1745496"/>
                  <a:gd name="csX15" fmla="*/ 4382655 w 4382654"/>
                  <a:gd name="csY15" fmla="*/ 959677 h 1745496"/>
                  <a:gd name="csX16" fmla="*/ 3152901 w 4382654"/>
                  <a:gd name="csY16" fmla="*/ 142875 h 1745496"/>
                  <a:gd name="csX17" fmla="*/ 4124537 w 4382654"/>
                  <a:gd name="csY17" fmla="*/ 142875 h 1745496"/>
                  <a:gd name="csX18" fmla="*/ 4124701 w 4382654"/>
                  <a:gd name="csY18" fmla="*/ 288165 h 1745496"/>
                  <a:gd name="csX19" fmla="*/ 3152901 w 4382654"/>
                  <a:gd name="csY19" fmla="*/ 288165 h 1745496"/>
                  <a:gd name="csX20" fmla="*/ 3152901 w 4382654"/>
                  <a:gd name="csY20" fmla="*/ 142875 h 1745496"/>
                  <a:gd name="csX21" fmla="*/ 3010026 w 4382654"/>
                  <a:gd name="csY21" fmla="*/ 959677 h 1745496"/>
                  <a:gd name="csX22" fmla="*/ 1710892 w 4382654"/>
                  <a:gd name="csY22" fmla="*/ 959677 h 1745496"/>
                  <a:gd name="csX23" fmla="*/ 1710892 w 4382654"/>
                  <a:gd name="csY23" fmla="*/ 945390 h 1745496"/>
                  <a:gd name="csX24" fmla="*/ 1895137 w 4382654"/>
                  <a:gd name="csY24" fmla="*/ 431040 h 1745496"/>
                  <a:gd name="csX25" fmla="*/ 3010026 w 4382654"/>
                  <a:gd name="csY25" fmla="*/ 431040 h 1745496"/>
                  <a:gd name="csX26" fmla="*/ 3010026 w 4382654"/>
                  <a:gd name="csY26" fmla="*/ 959677 h 1745496"/>
                  <a:gd name="csX27" fmla="*/ 3010026 w 4382654"/>
                  <a:gd name="csY27" fmla="*/ 288165 h 1745496"/>
                  <a:gd name="csX28" fmla="*/ 2048949 w 4382654"/>
                  <a:gd name="csY28" fmla="*/ 288165 h 1745496"/>
                  <a:gd name="csX29" fmla="*/ 2507985 w 4382654"/>
                  <a:gd name="csY29" fmla="*/ 142875 h 1745496"/>
                  <a:gd name="csX30" fmla="*/ 3010026 w 4382654"/>
                  <a:gd name="csY30" fmla="*/ 142875 h 1745496"/>
                  <a:gd name="csX31" fmla="*/ 3010026 w 4382654"/>
                  <a:gd name="csY31" fmla="*/ 288165 h 1745496"/>
                  <a:gd name="csX32" fmla="*/ 3152901 w 4382654"/>
                  <a:gd name="csY32" fmla="*/ 959677 h 1745496"/>
                  <a:gd name="csX33" fmla="*/ 3152901 w 4382654"/>
                  <a:gd name="csY33" fmla="*/ 431040 h 1745496"/>
                  <a:gd name="csX34" fmla="*/ 4124859 w 4382654"/>
                  <a:gd name="csY34" fmla="*/ 431040 h 1745496"/>
                  <a:gd name="csX35" fmla="*/ 4125451 w 4382654"/>
                  <a:gd name="csY35" fmla="*/ 959677 h 1745496"/>
                  <a:gd name="csX36" fmla="*/ 3152901 w 4382654"/>
                  <a:gd name="csY36" fmla="*/ 959677 h 17454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4382654" h="1745496">
                    <a:moveTo>
                      <a:pt x="4382655" y="959677"/>
                    </a:moveTo>
                    <a:lnTo>
                      <a:pt x="4268326" y="959677"/>
                    </a:lnTo>
                    <a:lnTo>
                      <a:pt x="4267241" y="0"/>
                    </a:lnTo>
                    <a:lnTo>
                      <a:pt x="2507985" y="0"/>
                    </a:lnTo>
                    <a:cubicBezTo>
                      <a:pt x="2255682" y="0"/>
                      <a:pt x="2019152" y="98412"/>
                      <a:pt x="1841980" y="277113"/>
                    </a:cubicBezTo>
                    <a:cubicBezTo>
                      <a:pt x="1665315" y="455314"/>
                      <a:pt x="1568017" y="692644"/>
                      <a:pt x="1568017" y="945390"/>
                    </a:cubicBezTo>
                    <a:lnTo>
                      <a:pt x="1568017" y="959677"/>
                    </a:lnTo>
                    <a:lnTo>
                      <a:pt x="145504" y="959677"/>
                    </a:lnTo>
                    <a:cubicBezTo>
                      <a:pt x="173179" y="660847"/>
                      <a:pt x="425210" y="426068"/>
                      <a:pt x="731148" y="426068"/>
                    </a:cubicBezTo>
                    <a:lnTo>
                      <a:pt x="731148" y="283193"/>
                    </a:lnTo>
                    <a:cubicBezTo>
                      <a:pt x="327991" y="283193"/>
                      <a:pt x="0" y="611184"/>
                      <a:pt x="0" y="1014341"/>
                    </a:cubicBezTo>
                    <a:cubicBezTo>
                      <a:pt x="0" y="1417506"/>
                      <a:pt x="327991" y="1745497"/>
                      <a:pt x="731148" y="1745497"/>
                    </a:cubicBezTo>
                    <a:lnTo>
                      <a:pt x="731148" y="1602622"/>
                    </a:lnTo>
                    <a:cubicBezTo>
                      <a:pt x="436755" y="1602622"/>
                      <a:pt x="192195" y="1385237"/>
                      <a:pt x="149504" y="1102559"/>
                    </a:cubicBezTo>
                    <a:lnTo>
                      <a:pt x="4382655" y="1102559"/>
                    </a:lnTo>
                    <a:lnTo>
                      <a:pt x="4382655" y="959677"/>
                    </a:lnTo>
                    <a:close/>
                    <a:moveTo>
                      <a:pt x="3152901" y="142875"/>
                    </a:moveTo>
                    <a:lnTo>
                      <a:pt x="4124537" y="142875"/>
                    </a:lnTo>
                    <a:lnTo>
                      <a:pt x="4124701" y="288165"/>
                    </a:lnTo>
                    <a:lnTo>
                      <a:pt x="3152901" y="288165"/>
                    </a:lnTo>
                    <a:lnTo>
                      <a:pt x="3152901" y="142875"/>
                    </a:lnTo>
                    <a:close/>
                    <a:moveTo>
                      <a:pt x="3010026" y="959677"/>
                    </a:moveTo>
                    <a:lnTo>
                      <a:pt x="1710892" y="959677"/>
                    </a:lnTo>
                    <a:lnTo>
                      <a:pt x="1710892" y="945390"/>
                    </a:lnTo>
                    <a:cubicBezTo>
                      <a:pt x="1710892" y="754916"/>
                      <a:pt x="1775879" y="574858"/>
                      <a:pt x="1895137" y="431040"/>
                    </a:cubicBezTo>
                    <a:lnTo>
                      <a:pt x="3010026" y="431040"/>
                    </a:lnTo>
                    <a:lnTo>
                      <a:pt x="3010026" y="959677"/>
                    </a:lnTo>
                    <a:close/>
                    <a:moveTo>
                      <a:pt x="3010026" y="288165"/>
                    </a:moveTo>
                    <a:lnTo>
                      <a:pt x="2048949" y="288165"/>
                    </a:lnTo>
                    <a:cubicBezTo>
                      <a:pt x="2182044" y="193746"/>
                      <a:pt x="2340921" y="142875"/>
                      <a:pt x="2507985" y="142875"/>
                    </a:cubicBezTo>
                    <a:lnTo>
                      <a:pt x="3010026" y="142875"/>
                    </a:lnTo>
                    <a:lnTo>
                      <a:pt x="3010026" y="288165"/>
                    </a:lnTo>
                    <a:close/>
                    <a:moveTo>
                      <a:pt x="3152901" y="959677"/>
                    </a:moveTo>
                    <a:lnTo>
                      <a:pt x="3152901" y="431040"/>
                    </a:lnTo>
                    <a:lnTo>
                      <a:pt x="4124859" y="431040"/>
                    </a:lnTo>
                    <a:lnTo>
                      <a:pt x="4125451" y="959677"/>
                    </a:lnTo>
                    <a:lnTo>
                      <a:pt x="3152901" y="959677"/>
                    </a:lnTo>
                    <a:close/>
                  </a:path>
                </a:pathLst>
              </a:custGeom>
              <a:solidFill>
                <a:srgbClr val="D1D1D1"/>
              </a:solidFill>
              <a:ln w="7144" cap="flat">
                <a:noFill/>
                <a:prstDash val="solid"/>
                <a:miter/>
              </a:ln>
            </p:spPr>
            <p:txBody>
              <a:bodyPr/>
              <a:lstStyle/>
              <a:p>
                <a:endParaRPr lang="zh-CN" altLang="en-US"/>
              </a:p>
            </p:txBody>
          </p:sp>
        </p:grpSp>
        <p:grpSp>
          <p:nvGrpSpPr>
            <p:cNvPr id="121" name="图形 11" descr="一辆装满原木的上面栖息了一只红雀鸟的雪橇">
              <a:extLst>
                <a:ext uri="{FF2B5EF4-FFF2-40B4-BE49-F238E27FC236}">
                  <a16:creationId xmlns:a16="http://schemas.microsoft.com/office/drawing/2014/main" id="{6729C60C-C6DD-2C7D-D55D-D8FA8FD8EFCD}"/>
                </a:ext>
              </a:extLst>
            </p:cNvPr>
            <p:cNvGrpSpPr/>
            <p:nvPr/>
          </p:nvGrpSpPr>
          <p:grpSpPr>
            <a:xfrm>
              <a:off x="5710329" y="1628788"/>
              <a:ext cx="1785808" cy="1528751"/>
              <a:chOff x="5710329" y="1628788"/>
              <a:chExt cx="1785808" cy="1528751"/>
            </a:xfrm>
          </p:grpSpPr>
          <p:sp>
            <p:nvSpPr>
              <p:cNvPr id="122" name="任意多边形: 形状 121">
                <a:extLst>
                  <a:ext uri="{FF2B5EF4-FFF2-40B4-BE49-F238E27FC236}">
                    <a16:creationId xmlns:a16="http://schemas.microsoft.com/office/drawing/2014/main" id="{4AF01655-A23D-4E58-7D8A-CDA724CCE6DA}"/>
                  </a:ext>
                </a:extLst>
              </p:cNvPr>
              <p:cNvSpPr/>
              <p:nvPr/>
            </p:nvSpPr>
            <p:spPr>
              <a:xfrm>
                <a:off x="6305017" y="2643667"/>
                <a:ext cx="248659" cy="230498"/>
              </a:xfrm>
              <a:custGeom>
                <a:avLst/>
                <a:gdLst>
                  <a:gd name="csX0" fmla="*/ 40356 w 248659"/>
                  <a:gd name="csY0" fmla="*/ 228120 h 230498"/>
                  <a:gd name="csX1" fmla="*/ 244475 w 248659"/>
                  <a:gd name="csY1" fmla="*/ 24387 h 230498"/>
                  <a:gd name="csX2" fmla="*/ 244475 w 248659"/>
                  <a:gd name="csY2" fmla="*/ 4184 h 230498"/>
                  <a:gd name="csX3" fmla="*/ 224272 w 248659"/>
                  <a:gd name="csY3" fmla="*/ 4184 h 230498"/>
                  <a:gd name="csX4" fmla="*/ 37 w 248659"/>
                  <a:gd name="csY4" fmla="*/ 227998 h 230498"/>
                  <a:gd name="csX5" fmla="*/ 87 w 248659"/>
                  <a:gd name="csY5" fmla="*/ 228120 h 230498"/>
                  <a:gd name="csX6" fmla="*/ 19347 w 248659"/>
                  <a:gd name="csY6" fmla="*/ 230498 h 230498"/>
                  <a:gd name="csX7" fmla="*/ 40356 w 248659"/>
                  <a:gd name="csY7" fmla="*/ 228120 h 2304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8659" h="230498">
                    <a:moveTo>
                      <a:pt x="40356" y="228120"/>
                    </a:moveTo>
                    <a:lnTo>
                      <a:pt x="244475" y="24387"/>
                    </a:lnTo>
                    <a:cubicBezTo>
                      <a:pt x="250054" y="18808"/>
                      <a:pt x="250054" y="9764"/>
                      <a:pt x="244475" y="4184"/>
                    </a:cubicBezTo>
                    <a:cubicBezTo>
                      <a:pt x="238895" y="-1395"/>
                      <a:pt x="229852" y="-1395"/>
                      <a:pt x="224272" y="4184"/>
                    </a:cubicBezTo>
                    <a:lnTo>
                      <a:pt x="37" y="227998"/>
                    </a:lnTo>
                    <a:cubicBezTo>
                      <a:pt x="-27" y="228062"/>
                      <a:pt x="-6" y="228120"/>
                      <a:pt x="87" y="228120"/>
                    </a:cubicBezTo>
                    <a:cubicBezTo>
                      <a:pt x="87" y="228120"/>
                      <a:pt x="1844" y="230498"/>
                      <a:pt x="19347" y="230498"/>
                    </a:cubicBezTo>
                    <a:cubicBezTo>
                      <a:pt x="36849" y="230498"/>
                      <a:pt x="40356" y="228120"/>
                      <a:pt x="40356" y="228120"/>
                    </a:cubicBezTo>
                    <a:close/>
                  </a:path>
                </a:pathLst>
              </a:custGeom>
              <a:solidFill>
                <a:srgbClr val="505050"/>
              </a:solidFill>
              <a:ln w="7144" cap="flat">
                <a:noFill/>
                <a:prstDash val="solid"/>
                <a:miter/>
              </a:ln>
            </p:spPr>
            <p:txBody>
              <a:bodyPr/>
              <a:lstStyle/>
              <a:p>
                <a:endParaRPr lang="zh-CN" altLang="en-US"/>
              </a:p>
            </p:txBody>
          </p:sp>
          <p:sp>
            <p:nvSpPr>
              <p:cNvPr id="123" name="任意多边形: 形状 122">
                <a:extLst>
                  <a:ext uri="{FF2B5EF4-FFF2-40B4-BE49-F238E27FC236}">
                    <a16:creationId xmlns:a16="http://schemas.microsoft.com/office/drawing/2014/main" id="{60ADE8FA-A1EA-20AE-23CC-41BC0C0BFC5F}"/>
                  </a:ext>
                </a:extLst>
              </p:cNvPr>
              <p:cNvSpPr/>
              <p:nvPr/>
            </p:nvSpPr>
            <p:spPr>
              <a:xfrm>
                <a:off x="5853112" y="1628788"/>
                <a:ext cx="1643025" cy="1528751"/>
              </a:xfrm>
              <a:custGeom>
                <a:avLst/>
                <a:gdLst>
                  <a:gd name="csX0" fmla="*/ 1081935 w 1643025"/>
                  <a:gd name="csY0" fmla="*/ 1076035 h 1528751"/>
                  <a:gd name="csX1" fmla="*/ 385763 w 1643025"/>
                  <a:gd name="csY1" fmla="*/ 154648 h 1528751"/>
                  <a:gd name="csX2" fmla="*/ 428382 w 1643025"/>
                  <a:gd name="csY2" fmla="*/ 122 h 1528751"/>
                  <a:gd name="csX3" fmla="*/ 428361 w 1643025"/>
                  <a:gd name="csY3" fmla="*/ 1 h 1528751"/>
                  <a:gd name="csX4" fmla="*/ 36 w 1643025"/>
                  <a:gd name="csY4" fmla="*/ 183259 h 1528751"/>
                  <a:gd name="csX5" fmla="*/ 28096 w 1643025"/>
                  <a:gd name="csY5" fmla="*/ 313840 h 1528751"/>
                  <a:gd name="csX6" fmla="*/ 0 w 1643025"/>
                  <a:gd name="csY6" fmla="*/ 485647 h 1528751"/>
                  <a:gd name="csX7" fmla="*/ 0 w 1643025"/>
                  <a:gd name="csY7" fmla="*/ 495755 h 1528751"/>
                  <a:gd name="csX8" fmla="*/ 901334 w 1643025"/>
                  <a:gd name="csY8" fmla="*/ 1098588 h 1528751"/>
                  <a:gd name="csX9" fmla="*/ 1046424 w 1643025"/>
                  <a:gd name="csY9" fmla="*/ 1099709 h 1528751"/>
                  <a:gd name="csX10" fmla="*/ 1311057 w 1643025"/>
                  <a:gd name="csY10" fmla="*/ 1451746 h 1528751"/>
                  <a:gd name="csX11" fmla="*/ 1643005 w 1643025"/>
                  <a:gd name="csY11" fmla="*/ 1462048 h 1528751"/>
                  <a:gd name="csX12" fmla="*/ 1642998 w 1643025"/>
                  <a:gd name="csY12" fmla="*/ 1461933 h 1528751"/>
                  <a:gd name="csX13" fmla="*/ 1081935 w 1643025"/>
                  <a:gd name="csY13" fmla="*/ 1076035 h 1528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43025" h="1528751">
                    <a:moveTo>
                      <a:pt x="1081935" y="1076035"/>
                    </a:moveTo>
                    <a:lnTo>
                      <a:pt x="385763" y="154648"/>
                    </a:lnTo>
                    <a:cubicBezTo>
                      <a:pt x="385763" y="154648"/>
                      <a:pt x="328705" y="54800"/>
                      <a:pt x="428382" y="122"/>
                    </a:cubicBezTo>
                    <a:cubicBezTo>
                      <a:pt x="428518" y="51"/>
                      <a:pt x="428518" y="-6"/>
                      <a:pt x="428361" y="1"/>
                    </a:cubicBezTo>
                    <a:cubicBezTo>
                      <a:pt x="416516" y="429"/>
                      <a:pt x="9051" y="16431"/>
                      <a:pt x="36" y="183259"/>
                    </a:cubicBezTo>
                    <a:cubicBezTo>
                      <a:pt x="-64" y="185124"/>
                      <a:pt x="30004" y="226215"/>
                      <a:pt x="28096" y="313840"/>
                    </a:cubicBezTo>
                    <a:cubicBezTo>
                      <a:pt x="25239" y="445421"/>
                      <a:pt x="0" y="485647"/>
                      <a:pt x="0" y="485647"/>
                    </a:cubicBezTo>
                    <a:lnTo>
                      <a:pt x="0" y="495755"/>
                    </a:lnTo>
                    <a:cubicBezTo>
                      <a:pt x="0" y="838655"/>
                      <a:pt x="535567" y="1096874"/>
                      <a:pt x="901334" y="1098588"/>
                    </a:cubicBezTo>
                    <a:lnTo>
                      <a:pt x="1046424" y="1099709"/>
                    </a:lnTo>
                    <a:lnTo>
                      <a:pt x="1311057" y="1451746"/>
                    </a:lnTo>
                    <a:cubicBezTo>
                      <a:pt x="1398068" y="1550201"/>
                      <a:pt x="1550072" y="1554909"/>
                      <a:pt x="1643005" y="1462048"/>
                    </a:cubicBezTo>
                    <a:cubicBezTo>
                      <a:pt x="1643034" y="1462019"/>
                      <a:pt x="1643034" y="1461962"/>
                      <a:pt x="1642998" y="1461933"/>
                    </a:cubicBezTo>
                    <a:lnTo>
                      <a:pt x="1081935" y="1076035"/>
                    </a:lnTo>
                    <a:close/>
                  </a:path>
                </a:pathLst>
              </a:custGeom>
              <a:solidFill>
                <a:schemeClr val="accent2">
                  <a:lumMod val="20000"/>
                  <a:lumOff val="80000"/>
                </a:schemeClr>
              </a:solidFill>
              <a:ln w="7144" cap="flat">
                <a:noFill/>
                <a:prstDash val="solid"/>
                <a:miter/>
              </a:ln>
            </p:spPr>
            <p:txBody>
              <a:bodyPr/>
              <a:lstStyle/>
              <a:p>
                <a:endParaRPr lang="zh-CN" altLang="en-US"/>
              </a:p>
            </p:txBody>
          </p:sp>
          <p:sp>
            <p:nvSpPr>
              <p:cNvPr id="124" name="任意多边形: 形状 123">
                <a:extLst>
                  <a:ext uri="{FF2B5EF4-FFF2-40B4-BE49-F238E27FC236}">
                    <a16:creationId xmlns:a16="http://schemas.microsoft.com/office/drawing/2014/main" id="{DC7D19F4-9E53-5EB0-6D3A-BC8312219C5B}"/>
                  </a:ext>
                </a:extLst>
              </p:cNvPr>
              <p:cNvSpPr/>
              <p:nvPr/>
            </p:nvSpPr>
            <p:spPr>
              <a:xfrm>
                <a:off x="6440027" y="2643184"/>
                <a:ext cx="241650" cy="231103"/>
              </a:xfrm>
              <a:custGeom>
                <a:avLst/>
                <a:gdLst>
                  <a:gd name="csX0" fmla="*/ 39706 w 241650"/>
                  <a:gd name="csY0" fmla="*/ 228603 h 231103"/>
                  <a:gd name="csX1" fmla="*/ 237231 w 241650"/>
                  <a:gd name="csY1" fmla="*/ 24756 h 231103"/>
                  <a:gd name="csX2" fmla="*/ 238995 w 241650"/>
                  <a:gd name="csY2" fmla="*/ 5826 h 231103"/>
                  <a:gd name="csX3" fmla="*/ 217214 w 241650"/>
                  <a:gd name="csY3" fmla="*/ 4347 h 231103"/>
                  <a:gd name="csX4" fmla="*/ 37 w 241650"/>
                  <a:gd name="csY4" fmla="*/ 228482 h 231103"/>
                  <a:gd name="csX5" fmla="*/ 87 w 241650"/>
                  <a:gd name="csY5" fmla="*/ 228603 h 231103"/>
                  <a:gd name="csX6" fmla="*/ 18882 w 241650"/>
                  <a:gd name="csY6" fmla="*/ 231104 h 231103"/>
                  <a:gd name="csX7" fmla="*/ 39706 w 241650"/>
                  <a:gd name="csY7" fmla="*/ 228603 h 2311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1650" h="231103">
                    <a:moveTo>
                      <a:pt x="39706" y="228603"/>
                    </a:moveTo>
                    <a:lnTo>
                      <a:pt x="237231" y="24756"/>
                    </a:lnTo>
                    <a:cubicBezTo>
                      <a:pt x="242182" y="19649"/>
                      <a:pt x="243260" y="11526"/>
                      <a:pt x="238995" y="5826"/>
                    </a:cubicBezTo>
                    <a:cubicBezTo>
                      <a:pt x="233559" y="-1440"/>
                      <a:pt x="223244" y="-1883"/>
                      <a:pt x="217214" y="4347"/>
                    </a:cubicBezTo>
                    <a:lnTo>
                      <a:pt x="37" y="228482"/>
                    </a:lnTo>
                    <a:cubicBezTo>
                      <a:pt x="-27" y="228546"/>
                      <a:pt x="-6" y="228603"/>
                      <a:pt x="87" y="228603"/>
                    </a:cubicBezTo>
                    <a:cubicBezTo>
                      <a:pt x="87" y="228603"/>
                      <a:pt x="2209" y="231104"/>
                      <a:pt x="18882" y="231104"/>
                    </a:cubicBezTo>
                    <a:cubicBezTo>
                      <a:pt x="35541" y="231104"/>
                      <a:pt x="39706" y="228603"/>
                      <a:pt x="39706" y="228603"/>
                    </a:cubicBezTo>
                    <a:close/>
                  </a:path>
                </a:pathLst>
              </a:custGeom>
              <a:solidFill>
                <a:srgbClr val="505050"/>
              </a:solidFill>
              <a:ln w="7144" cap="flat">
                <a:noFill/>
                <a:prstDash val="solid"/>
                <a:miter/>
              </a:ln>
            </p:spPr>
            <p:txBody>
              <a:bodyPr/>
              <a:lstStyle/>
              <a:p>
                <a:endParaRPr lang="zh-CN" altLang="en-US"/>
              </a:p>
            </p:txBody>
          </p:sp>
          <p:grpSp>
            <p:nvGrpSpPr>
              <p:cNvPr id="125" name="图形 11" descr="一辆装满原木的上面栖息了一只红雀鸟的雪橇">
                <a:extLst>
                  <a:ext uri="{FF2B5EF4-FFF2-40B4-BE49-F238E27FC236}">
                    <a16:creationId xmlns:a16="http://schemas.microsoft.com/office/drawing/2014/main" id="{CE0A585F-C83A-3BF8-3F86-67CE6C52AC57}"/>
                  </a:ext>
                </a:extLst>
              </p:cNvPr>
              <p:cNvGrpSpPr/>
              <p:nvPr/>
            </p:nvGrpSpPr>
            <p:grpSpPr>
              <a:xfrm>
                <a:off x="5710329" y="1812012"/>
                <a:ext cx="304467" cy="302476"/>
                <a:chOff x="5710329" y="1812012"/>
                <a:chExt cx="304467" cy="302476"/>
              </a:xfrm>
            </p:grpSpPr>
            <p:sp>
              <p:nvSpPr>
                <p:cNvPr id="126" name="任意多边形: 形状 125">
                  <a:extLst>
                    <a:ext uri="{FF2B5EF4-FFF2-40B4-BE49-F238E27FC236}">
                      <a16:creationId xmlns:a16="http://schemas.microsoft.com/office/drawing/2014/main" id="{7BD6935A-F5B9-B5C4-2E49-3249104E9E70}"/>
                    </a:ext>
                  </a:extLst>
                </p:cNvPr>
                <p:cNvSpPr/>
                <p:nvPr/>
              </p:nvSpPr>
              <p:spPr>
                <a:xfrm>
                  <a:off x="5853112" y="1812012"/>
                  <a:ext cx="161684" cy="302476"/>
                </a:xfrm>
                <a:custGeom>
                  <a:avLst/>
                  <a:gdLst>
                    <a:gd name="csX0" fmla="*/ 72 w 161684"/>
                    <a:gd name="csY0" fmla="*/ 0 h 302476"/>
                    <a:gd name="csX1" fmla="*/ 161684 w 161684"/>
                    <a:gd name="csY1" fmla="*/ 0 h 302476"/>
                    <a:gd name="csX2" fmla="*/ 161684 w 161684"/>
                    <a:gd name="csY2" fmla="*/ 10666 h 302476"/>
                    <a:gd name="csX3" fmla="*/ 114 w 161684"/>
                    <a:gd name="csY3" fmla="*/ 302466 h 302476"/>
                    <a:gd name="csX4" fmla="*/ 0 w 161684"/>
                    <a:gd name="csY4" fmla="*/ 302402 h 302476"/>
                    <a:gd name="csX5" fmla="*/ 0 w 161684"/>
                    <a:gd name="csY5" fmla="*/ 64 h 302476"/>
                    <a:gd name="csX6" fmla="*/ 72 w 161684"/>
                    <a:gd name="csY6" fmla="*/ 0 h 3024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684" h="302476">
                      <a:moveTo>
                        <a:pt x="72" y="0"/>
                      </a:moveTo>
                      <a:lnTo>
                        <a:pt x="161684" y="0"/>
                      </a:lnTo>
                      <a:lnTo>
                        <a:pt x="161684" y="10666"/>
                      </a:lnTo>
                      <a:cubicBezTo>
                        <a:pt x="161684" y="129273"/>
                        <a:pt x="100634" y="239523"/>
                        <a:pt x="114" y="302466"/>
                      </a:cubicBezTo>
                      <a:cubicBezTo>
                        <a:pt x="64" y="302495"/>
                        <a:pt x="0" y="302459"/>
                        <a:pt x="0" y="302402"/>
                      </a:cubicBezTo>
                      <a:lnTo>
                        <a:pt x="0" y="64"/>
                      </a:lnTo>
                      <a:cubicBezTo>
                        <a:pt x="0" y="29"/>
                        <a:pt x="29" y="0"/>
                        <a:pt x="72" y="0"/>
                      </a:cubicBezTo>
                      <a:close/>
                    </a:path>
                  </a:pathLst>
                </a:custGeom>
                <a:solidFill>
                  <a:srgbClr val="505050"/>
                </a:solidFill>
                <a:ln w="7144" cap="flat">
                  <a:noFill/>
                  <a:prstDash val="solid"/>
                  <a:miter/>
                </a:ln>
              </p:spPr>
              <p:txBody>
                <a:bodyPr/>
                <a:lstStyle/>
                <a:p>
                  <a:endParaRPr lang="zh-CN" altLang="en-US"/>
                </a:p>
              </p:txBody>
            </p:sp>
            <p:sp>
              <p:nvSpPr>
                <p:cNvPr id="127" name="椭圆 126">
                  <a:extLst>
                    <a:ext uri="{FF2B5EF4-FFF2-40B4-BE49-F238E27FC236}">
                      <a16:creationId xmlns:a16="http://schemas.microsoft.com/office/drawing/2014/main" id="{EBE59993-F7E1-29B3-A59A-A15519308921}"/>
                    </a:ext>
                  </a:extLst>
                </p:cNvPr>
                <p:cNvSpPr/>
                <p:nvPr/>
              </p:nvSpPr>
              <p:spPr>
                <a:xfrm>
                  <a:off x="5938837" y="1843087"/>
                  <a:ext cx="42862" cy="42862"/>
                </a:xfrm>
                <a:prstGeom prst="ellipse">
                  <a:avLst/>
                </a:prstGeom>
                <a:solidFill>
                  <a:srgbClr val="FFFFFF"/>
                </a:solidFill>
                <a:ln w="7144" cap="flat">
                  <a:noFill/>
                  <a:prstDash val="solid"/>
                  <a:miter/>
                </a:ln>
              </p:spPr>
              <p:txBody>
                <a:bodyPr/>
                <a:lstStyle/>
                <a:p>
                  <a:endParaRPr lang="zh-CN" altLang="en-US"/>
                </a:p>
              </p:txBody>
            </p:sp>
            <p:sp>
              <p:nvSpPr>
                <p:cNvPr id="128" name="任意多边形: 形状 127">
                  <a:extLst>
                    <a:ext uri="{FF2B5EF4-FFF2-40B4-BE49-F238E27FC236}">
                      <a16:creationId xmlns:a16="http://schemas.microsoft.com/office/drawing/2014/main" id="{129F39D1-CC83-BBBD-339D-8B1547CCC0A7}"/>
                    </a:ext>
                  </a:extLst>
                </p:cNvPr>
                <p:cNvSpPr/>
                <p:nvPr/>
              </p:nvSpPr>
              <p:spPr>
                <a:xfrm>
                  <a:off x="5710329" y="1840587"/>
                  <a:ext cx="199910" cy="142875"/>
                </a:xfrm>
                <a:custGeom>
                  <a:avLst/>
                  <a:gdLst>
                    <a:gd name="csX0" fmla="*/ 142783 w 199910"/>
                    <a:gd name="csY0" fmla="*/ 0 h 142875"/>
                    <a:gd name="csX1" fmla="*/ 44 w 199910"/>
                    <a:gd name="csY1" fmla="*/ 59593 h 142875"/>
                    <a:gd name="csX2" fmla="*/ 37 w 199910"/>
                    <a:gd name="csY2" fmla="*/ 59722 h 142875"/>
                    <a:gd name="csX3" fmla="*/ 142783 w 199910"/>
                    <a:gd name="csY3" fmla="*/ 142875 h 142875"/>
                    <a:gd name="csX4" fmla="*/ 199897 w 199910"/>
                    <a:gd name="csY4" fmla="*/ 59700 h 142875"/>
                    <a:gd name="csX5" fmla="*/ 199890 w 199910"/>
                    <a:gd name="csY5" fmla="*/ 59607 h 142875"/>
                    <a:gd name="csX6" fmla="*/ 142783 w 199910"/>
                    <a:gd name="csY6" fmla="*/ 0 h 1428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910" h="142875">
                      <a:moveTo>
                        <a:pt x="142783" y="0"/>
                      </a:moveTo>
                      <a:lnTo>
                        <a:pt x="44" y="59593"/>
                      </a:lnTo>
                      <a:cubicBezTo>
                        <a:pt x="-13" y="59615"/>
                        <a:pt x="-13" y="59693"/>
                        <a:pt x="37" y="59722"/>
                      </a:cubicBezTo>
                      <a:lnTo>
                        <a:pt x="142783" y="142875"/>
                      </a:lnTo>
                      <a:lnTo>
                        <a:pt x="199897" y="59700"/>
                      </a:lnTo>
                      <a:cubicBezTo>
                        <a:pt x="199919" y="59672"/>
                        <a:pt x="199912" y="59636"/>
                        <a:pt x="199890" y="59607"/>
                      </a:cubicBezTo>
                      <a:lnTo>
                        <a:pt x="142783" y="0"/>
                      </a:lnTo>
                      <a:close/>
                    </a:path>
                  </a:pathLst>
                </a:custGeom>
                <a:solidFill>
                  <a:schemeClr val="accent2">
                    <a:lumMod val="20000"/>
                    <a:lumOff val="80000"/>
                  </a:schemeClr>
                </a:solidFill>
                <a:ln w="7144" cap="flat">
                  <a:noFill/>
                  <a:prstDash val="solid"/>
                  <a:miter/>
                </a:ln>
              </p:spPr>
              <p:txBody>
                <a:bodyPr/>
                <a:lstStyle/>
                <a:p>
                  <a:endParaRPr lang="zh-CN" altLang="en-US"/>
                </a:p>
              </p:txBody>
            </p:sp>
            <p:sp>
              <p:nvSpPr>
                <p:cNvPr id="129" name="任意多边形: 形状 128">
                  <a:extLst>
                    <a:ext uri="{FF2B5EF4-FFF2-40B4-BE49-F238E27FC236}">
                      <a16:creationId xmlns:a16="http://schemas.microsoft.com/office/drawing/2014/main" id="{8EFECAAA-E2B5-1F7D-F3AE-92659D59E786}"/>
                    </a:ext>
                  </a:extLst>
                </p:cNvPr>
                <p:cNvSpPr/>
                <p:nvPr/>
              </p:nvSpPr>
              <p:spPr>
                <a:xfrm>
                  <a:off x="5736133" y="1897558"/>
                  <a:ext cx="191095" cy="5357"/>
                </a:xfrm>
                <a:custGeom>
                  <a:avLst/>
                  <a:gdLst>
                    <a:gd name="csX0" fmla="*/ 188416 w 191095"/>
                    <a:gd name="csY0" fmla="*/ 5358 h 5357"/>
                    <a:gd name="csX1" fmla="*/ 2679 w 191095"/>
                    <a:gd name="csY1" fmla="*/ 5358 h 5357"/>
                    <a:gd name="csX2" fmla="*/ 0 w 191095"/>
                    <a:gd name="csY2" fmla="*/ 2679 h 5357"/>
                    <a:gd name="csX3" fmla="*/ 2679 w 191095"/>
                    <a:gd name="csY3" fmla="*/ 0 h 5357"/>
                    <a:gd name="csX4" fmla="*/ 188416 w 191095"/>
                    <a:gd name="csY4" fmla="*/ 0 h 5357"/>
                    <a:gd name="csX5" fmla="*/ 191095 w 191095"/>
                    <a:gd name="csY5" fmla="*/ 2679 h 5357"/>
                    <a:gd name="csX6" fmla="*/ 188416 w 191095"/>
                    <a:gd name="csY6" fmla="*/ 5358 h 53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1095" h="5357">
                      <a:moveTo>
                        <a:pt x="188416" y="5358"/>
                      </a:moveTo>
                      <a:lnTo>
                        <a:pt x="2679" y="5358"/>
                      </a:lnTo>
                      <a:cubicBezTo>
                        <a:pt x="1200" y="5358"/>
                        <a:pt x="0" y="4158"/>
                        <a:pt x="0" y="2679"/>
                      </a:cubicBezTo>
                      <a:cubicBezTo>
                        <a:pt x="0" y="1200"/>
                        <a:pt x="1200" y="0"/>
                        <a:pt x="2679" y="0"/>
                      </a:cubicBezTo>
                      <a:lnTo>
                        <a:pt x="188416" y="0"/>
                      </a:lnTo>
                      <a:cubicBezTo>
                        <a:pt x="189895" y="0"/>
                        <a:pt x="191095" y="1200"/>
                        <a:pt x="191095" y="2679"/>
                      </a:cubicBezTo>
                      <a:cubicBezTo>
                        <a:pt x="191095" y="4158"/>
                        <a:pt x="189895" y="5358"/>
                        <a:pt x="188416" y="5358"/>
                      </a:cubicBezTo>
                      <a:close/>
                    </a:path>
                  </a:pathLst>
                </a:custGeom>
                <a:solidFill>
                  <a:srgbClr val="505050"/>
                </a:solidFill>
                <a:ln w="7144" cap="flat">
                  <a:noFill/>
                  <a:prstDash val="solid"/>
                  <a:miter/>
                </a:ln>
              </p:spPr>
              <p:txBody>
                <a:bodyPr/>
                <a:lstStyle/>
                <a:p>
                  <a:endParaRPr lang="zh-CN" altLang="en-US"/>
                </a:p>
              </p:txBody>
            </p:sp>
          </p:grpSp>
          <p:sp>
            <p:nvSpPr>
              <p:cNvPr id="130" name="任意多边形: 形状 129">
                <a:extLst>
                  <a:ext uri="{FF2B5EF4-FFF2-40B4-BE49-F238E27FC236}">
                    <a16:creationId xmlns:a16="http://schemas.microsoft.com/office/drawing/2014/main" id="{3F9302BA-57D6-62F8-6E6E-AD623DC65BFA}"/>
                  </a:ext>
                </a:extLst>
              </p:cNvPr>
              <p:cNvSpPr/>
              <p:nvPr/>
            </p:nvSpPr>
            <p:spPr>
              <a:xfrm>
                <a:off x="6105247" y="2104618"/>
                <a:ext cx="784099" cy="460408"/>
              </a:xfrm>
              <a:custGeom>
                <a:avLst/>
                <a:gdLst>
                  <a:gd name="csX0" fmla="*/ 461447 w 784099"/>
                  <a:gd name="csY0" fmla="*/ 134155 h 460408"/>
                  <a:gd name="csX1" fmla="*/ 126 w 784099"/>
                  <a:gd name="csY1" fmla="*/ 15097 h 460408"/>
                  <a:gd name="csX2" fmla="*/ 4 w 784099"/>
                  <a:gd name="csY2" fmla="*/ 15218 h 460408"/>
                  <a:gd name="csX3" fmla="*/ 9391 w 784099"/>
                  <a:gd name="csY3" fmla="*/ 48137 h 460408"/>
                  <a:gd name="csX4" fmla="*/ 713272 w 784099"/>
                  <a:gd name="csY4" fmla="*/ 445551 h 460408"/>
                  <a:gd name="csX5" fmla="*/ 784038 w 784099"/>
                  <a:gd name="csY5" fmla="*/ 436099 h 460408"/>
                  <a:gd name="csX6" fmla="*/ 784074 w 784099"/>
                  <a:gd name="csY6" fmla="*/ 435978 h 460408"/>
                  <a:gd name="csX7" fmla="*/ 461447 w 784099"/>
                  <a:gd name="csY7" fmla="*/ 134155 h 4604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4099" h="460408">
                    <a:moveTo>
                      <a:pt x="461447" y="134155"/>
                    </a:moveTo>
                    <a:cubicBezTo>
                      <a:pt x="337918" y="18597"/>
                      <a:pt x="164125" y="-26251"/>
                      <a:pt x="126" y="15097"/>
                    </a:cubicBezTo>
                    <a:cubicBezTo>
                      <a:pt x="47" y="15118"/>
                      <a:pt x="-17" y="15140"/>
                      <a:pt x="4" y="15218"/>
                    </a:cubicBezTo>
                    <a:cubicBezTo>
                      <a:pt x="397" y="16690"/>
                      <a:pt x="6019" y="37507"/>
                      <a:pt x="9391" y="48137"/>
                    </a:cubicBezTo>
                    <a:cubicBezTo>
                      <a:pt x="102960" y="343045"/>
                      <a:pt x="411420" y="513452"/>
                      <a:pt x="713272" y="445551"/>
                    </a:cubicBezTo>
                    <a:lnTo>
                      <a:pt x="784038" y="436099"/>
                    </a:lnTo>
                    <a:cubicBezTo>
                      <a:pt x="784095" y="436092"/>
                      <a:pt x="784123" y="436021"/>
                      <a:pt x="784074" y="435978"/>
                    </a:cubicBezTo>
                    <a:lnTo>
                      <a:pt x="461447" y="134155"/>
                    </a:lnTo>
                    <a:close/>
                  </a:path>
                </a:pathLst>
              </a:custGeom>
              <a:solidFill>
                <a:srgbClr val="737373"/>
              </a:solidFill>
              <a:ln w="7144" cap="flat">
                <a:noFill/>
                <a:prstDash val="solid"/>
                <a:miter/>
              </a:ln>
            </p:spPr>
            <p:txBody>
              <a:bodyPr/>
              <a:lstStyle/>
              <a:p>
                <a:endParaRPr lang="zh-CN" altLang="en-US"/>
              </a:p>
            </p:txBody>
          </p:sp>
        </p:grpSp>
        <p:grpSp>
          <p:nvGrpSpPr>
            <p:cNvPr id="131" name="图形 11" descr="一辆装满原木的上面栖息了一只红雀鸟的雪橇">
              <a:extLst>
                <a:ext uri="{FF2B5EF4-FFF2-40B4-BE49-F238E27FC236}">
                  <a16:creationId xmlns:a16="http://schemas.microsoft.com/office/drawing/2014/main" id="{00DE5A42-9339-67A2-E669-7877C33DF0E5}"/>
                </a:ext>
              </a:extLst>
            </p:cNvPr>
            <p:cNvGrpSpPr/>
            <p:nvPr/>
          </p:nvGrpSpPr>
          <p:grpSpPr>
            <a:xfrm>
              <a:off x="5060156" y="2971800"/>
              <a:ext cx="2564606" cy="1835943"/>
              <a:chOff x="5060156" y="2971800"/>
              <a:chExt cx="2564606" cy="1835943"/>
            </a:xfrm>
            <a:solidFill>
              <a:srgbClr val="FFFFFF"/>
            </a:solidFill>
          </p:grpSpPr>
          <p:sp>
            <p:nvSpPr>
              <p:cNvPr id="132" name="椭圆 131">
                <a:extLst>
                  <a:ext uri="{FF2B5EF4-FFF2-40B4-BE49-F238E27FC236}">
                    <a16:creationId xmlns:a16="http://schemas.microsoft.com/office/drawing/2014/main" id="{EFD2E3C4-1592-63F5-03FA-7B3687246597}"/>
                  </a:ext>
                </a:extLst>
              </p:cNvPr>
              <p:cNvSpPr/>
              <p:nvPr/>
            </p:nvSpPr>
            <p:spPr>
              <a:xfrm>
                <a:off x="5795962" y="2971800"/>
                <a:ext cx="100012" cy="100012"/>
              </a:xfrm>
              <a:prstGeom prst="ellipse">
                <a:avLst/>
              </a:prstGeom>
              <a:solidFill>
                <a:srgbClr val="FFFFFF"/>
              </a:solidFill>
              <a:ln w="7144" cap="flat">
                <a:noFill/>
                <a:prstDash val="solid"/>
                <a:miter/>
              </a:ln>
            </p:spPr>
            <p:txBody>
              <a:bodyPr/>
              <a:lstStyle/>
              <a:p>
                <a:endParaRPr lang="zh-CN" altLang="en-US"/>
              </a:p>
            </p:txBody>
          </p:sp>
          <p:sp>
            <p:nvSpPr>
              <p:cNvPr id="133" name="椭圆 132">
                <a:extLst>
                  <a:ext uri="{FF2B5EF4-FFF2-40B4-BE49-F238E27FC236}">
                    <a16:creationId xmlns:a16="http://schemas.microsoft.com/office/drawing/2014/main" id="{BD73DD8B-F490-71C0-1BA8-8DC733376EDB}"/>
                  </a:ext>
                </a:extLst>
              </p:cNvPr>
              <p:cNvSpPr/>
              <p:nvPr/>
            </p:nvSpPr>
            <p:spPr>
              <a:xfrm>
                <a:off x="5160168" y="3593306"/>
                <a:ext cx="57150" cy="57150"/>
              </a:xfrm>
              <a:prstGeom prst="ellipse">
                <a:avLst/>
              </a:prstGeom>
              <a:solidFill>
                <a:srgbClr val="FFFFFF"/>
              </a:solidFill>
              <a:ln w="7144" cap="flat">
                <a:noFill/>
                <a:prstDash val="solid"/>
                <a:miter/>
              </a:ln>
            </p:spPr>
            <p:txBody>
              <a:bodyPr/>
              <a:lstStyle/>
              <a:p>
                <a:endParaRPr lang="zh-CN" altLang="en-US"/>
              </a:p>
            </p:txBody>
          </p:sp>
          <p:sp>
            <p:nvSpPr>
              <p:cNvPr id="134" name="椭圆 133">
                <a:extLst>
                  <a:ext uri="{FF2B5EF4-FFF2-40B4-BE49-F238E27FC236}">
                    <a16:creationId xmlns:a16="http://schemas.microsoft.com/office/drawing/2014/main" id="{59EBC6A3-4453-421C-406E-565F9F945E82}"/>
                  </a:ext>
                </a:extLst>
              </p:cNvPr>
              <p:cNvSpPr/>
              <p:nvPr/>
            </p:nvSpPr>
            <p:spPr>
              <a:xfrm>
                <a:off x="6388893" y="4036218"/>
                <a:ext cx="57150" cy="57150"/>
              </a:xfrm>
              <a:prstGeom prst="ellipse">
                <a:avLst/>
              </a:prstGeom>
              <a:solidFill>
                <a:srgbClr val="FFFFFF"/>
              </a:solidFill>
              <a:ln w="7144" cap="flat">
                <a:noFill/>
                <a:prstDash val="solid"/>
                <a:miter/>
              </a:ln>
            </p:spPr>
            <p:txBody>
              <a:bodyPr/>
              <a:lstStyle/>
              <a:p>
                <a:endParaRPr lang="zh-CN" altLang="en-US"/>
              </a:p>
            </p:txBody>
          </p:sp>
          <p:sp>
            <p:nvSpPr>
              <p:cNvPr id="135" name="椭圆 134">
                <a:extLst>
                  <a:ext uri="{FF2B5EF4-FFF2-40B4-BE49-F238E27FC236}">
                    <a16:creationId xmlns:a16="http://schemas.microsoft.com/office/drawing/2014/main" id="{C15236CE-9AF5-9F88-8C00-65C1A1C92C24}"/>
                  </a:ext>
                </a:extLst>
              </p:cNvPr>
              <p:cNvSpPr/>
              <p:nvPr/>
            </p:nvSpPr>
            <p:spPr>
              <a:xfrm>
                <a:off x="5060156" y="4157662"/>
                <a:ext cx="100012" cy="100012"/>
              </a:xfrm>
              <a:prstGeom prst="ellipse">
                <a:avLst/>
              </a:prstGeom>
              <a:solidFill>
                <a:srgbClr val="FFFFFF"/>
              </a:solidFill>
              <a:ln w="7144" cap="flat">
                <a:noFill/>
                <a:prstDash val="solid"/>
                <a:miter/>
              </a:ln>
            </p:spPr>
            <p:txBody>
              <a:bodyPr/>
              <a:lstStyle/>
              <a:p>
                <a:endParaRPr lang="zh-CN" altLang="en-US"/>
              </a:p>
            </p:txBody>
          </p:sp>
          <p:sp>
            <p:nvSpPr>
              <p:cNvPr id="136" name="椭圆 135">
                <a:extLst>
                  <a:ext uri="{FF2B5EF4-FFF2-40B4-BE49-F238E27FC236}">
                    <a16:creationId xmlns:a16="http://schemas.microsoft.com/office/drawing/2014/main" id="{19132AD7-0FAC-F739-7BE9-11F33C2F359D}"/>
                  </a:ext>
                </a:extLst>
              </p:cNvPr>
              <p:cNvSpPr/>
              <p:nvPr/>
            </p:nvSpPr>
            <p:spPr>
              <a:xfrm>
                <a:off x="5545931" y="4707731"/>
                <a:ext cx="100012" cy="100012"/>
              </a:xfrm>
              <a:prstGeom prst="ellipse">
                <a:avLst/>
              </a:prstGeom>
              <a:solidFill>
                <a:srgbClr val="FFFFFF"/>
              </a:solidFill>
              <a:ln w="7144" cap="flat">
                <a:noFill/>
                <a:prstDash val="solid"/>
                <a:miter/>
              </a:ln>
            </p:spPr>
            <p:txBody>
              <a:bodyPr/>
              <a:lstStyle/>
              <a:p>
                <a:endParaRPr lang="zh-CN" altLang="en-US"/>
              </a:p>
            </p:txBody>
          </p:sp>
          <p:sp>
            <p:nvSpPr>
              <p:cNvPr id="137" name="椭圆 136">
                <a:extLst>
                  <a:ext uri="{FF2B5EF4-FFF2-40B4-BE49-F238E27FC236}">
                    <a16:creationId xmlns:a16="http://schemas.microsoft.com/office/drawing/2014/main" id="{F989F28F-CF97-8CDC-E8CF-EF5D682E6580}"/>
                  </a:ext>
                </a:extLst>
              </p:cNvPr>
              <p:cNvSpPr/>
              <p:nvPr/>
            </p:nvSpPr>
            <p:spPr>
              <a:xfrm>
                <a:off x="5095875" y="4693443"/>
                <a:ext cx="57150" cy="57150"/>
              </a:xfrm>
              <a:prstGeom prst="ellipse">
                <a:avLst/>
              </a:prstGeom>
              <a:solidFill>
                <a:srgbClr val="FFFFFF"/>
              </a:solidFill>
              <a:ln w="7144" cap="flat">
                <a:noFill/>
                <a:prstDash val="solid"/>
                <a:miter/>
              </a:ln>
            </p:spPr>
            <p:txBody>
              <a:bodyPr/>
              <a:lstStyle/>
              <a:p>
                <a:endParaRPr lang="zh-CN" altLang="en-US"/>
              </a:p>
            </p:txBody>
          </p:sp>
          <p:sp>
            <p:nvSpPr>
              <p:cNvPr id="138" name="椭圆 137">
                <a:extLst>
                  <a:ext uri="{FF2B5EF4-FFF2-40B4-BE49-F238E27FC236}">
                    <a16:creationId xmlns:a16="http://schemas.microsoft.com/office/drawing/2014/main" id="{5FC9E1B5-373F-EB3E-A60E-F8E313A53C2A}"/>
                  </a:ext>
                </a:extLst>
              </p:cNvPr>
              <p:cNvSpPr/>
              <p:nvPr/>
            </p:nvSpPr>
            <p:spPr>
              <a:xfrm>
                <a:off x="6346031" y="4672012"/>
                <a:ext cx="100012" cy="100012"/>
              </a:xfrm>
              <a:prstGeom prst="ellipse">
                <a:avLst/>
              </a:prstGeom>
              <a:solidFill>
                <a:srgbClr val="FFFFFF"/>
              </a:solidFill>
              <a:ln w="7144" cap="flat">
                <a:noFill/>
                <a:prstDash val="solid"/>
                <a:miter/>
              </a:ln>
            </p:spPr>
            <p:txBody>
              <a:bodyPr/>
              <a:lstStyle/>
              <a:p>
                <a:endParaRPr lang="zh-CN" altLang="en-US"/>
              </a:p>
            </p:txBody>
          </p:sp>
          <p:sp>
            <p:nvSpPr>
              <p:cNvPr id="139" name="椭圆 138">
                <a:extLst>
                  <a:ext uri="{FF2B5EF4-FFF2-40B4-BE49-F238E27FC236}">
                    <a16:creationId xmlns:a16="http://schemas.microsoft.com/office/drawing/2014/main" id="{4087D59E-1605-F03C-59D1-4488694D03B9}"/>
                  </a:ext>
                </a:extLst>
              </p:cNvPr>
              <p:cNvSpPr/>
              <p:nvPr/>
            </p:nvSpPr>
            <p:spPr>
              <a:xfrm>
                <a:off x="6524625" y="4014787"/>
                <a:ext cx="100012" cy="100012"/>
              </a:xfrm>
              <a:prstGeom prst="ellipse">
                <a:avLst/>
              </a:prstGeom>
              <a:solidFill>
                <a:srgbClr val="FFFFFF"/>
              </a:solidFill>
              <a:ln w="7144" cap="flat">
                <a:noFill/>
                <a:prstDash val="solid"/>
                <a:miter/>
              </a:ln>
            </p:spPr>
            <p:txBody>
              <a:bodyPr/>
              <a:lstStyle/>
              <a:p>
                <a:endParaRPr lang="zh-CN" altLang="en-US"/>
              </a:p>
            </p:txBody>
          </p:sp>
          <p:sp>
            <p:nvSpPr>
              <p:cNvPr id="140" name="椭圆 139">
                <a:extLst>
                  <a:ext uri="{FF2B5EF4-FFF2-40B4-BE49-F238E27FC236}">
                    <a16:creationId xmlns:a16="http://schemas.microsoft.com/office/drawing/2014/main" id="{9EA87E32-E51B-2709-5B75-417534672E60}"/>
                  </a:ext>
                </a:extLst>
              </p:cNvPr>
              <p:cNvSpPr/>
              <p:nvPr/>
            </p:nvSpPr>
            <p:spPr>
              <a:xfrm>
                <a:off x="7524750" y="4557712"/>
                <a:ext cx="100012" cy="100012"/>
              </a:xfrm>
              <a:prstGeom prst="ellipse">
                <a:avLst/>
              </a:prstGeom>
              <a:solidFill>
                <a:srgbClr val="FFFFFF"/>
              </a:solidFill>
              <a:ln w="7144" cap="flat">
                <a:noFill/>
                <a:prstDash val="solid"/>
                <a:miter/>
              </a:ln>
            </p:spPr>
            <p:txBody>
              <a:bodyPr/>
              <a:lstStyle/>
              <a:p>
                <a:endParaRPr lang="zh-CN" altLang="en-US"/>
              </a:p>
            </p:txBody>
          </p:sp>
          <p:sp>
            <p:nvSpPr>
              <p:cNvPr id="141" name="椭圆 140">
                <a:extLst>
                  <a:ext uri="{FF2B5EF4-FFF2-40B4-BE49-F238E27FC236}">
                    <a16:creationId xmlns:a16="http://schemas.microsoft.com/office/drawing/2014/main" id="{0F7D9210-6B53-200F-5E5C-89F9ABCF6CE9}"/>
                  </a:ext>
                </a:extLst>
              </p:cNvPr>
              <p:cNvSpPr/>
              <p:nvPr/>
            </p:nvSpPr>
            <p:spPr>
              <a:xfrm>
                <a:off x="5974556" y="3136106"/>
                <a:ext cx="57150" cy="57150"/>
              </a:xfrm>
              <a:prstGeom prst="ellipse">
                <a:avLst/>
              </a:prstGeom>
              <a:solidFill>
                <a:srgbClr val="FFFFFF"/>
              </a:solidFill>
              <a:ln w="7144" cap="flat">
                <a:noFill/>
                <a:prstDash val="solid"/>
                <a:miter/>
              </a:ln>
            </p:spPr>
            <p:txBody>
              <a:bodyPr/>
              <a:lstStyle/>
              <a:p>
                <a:endParaRPr lang="zh-CN" altLang="en-US"/>
              </a:p>
            </p:txBody>
          </p:sp>
        </p:grpSp>
      </p:grpSp>
      <p:sp>
        <p:nvSpPr>
          <p:cNvPr id="143" name="文本框 142">
            <a:extLst>
              <a:ext uri="{FF2B5EF4-FFF2-40B4-BE49-F238E27FC236}">
                <a16:creationId xmlns:a16="http://schemas.microsoft.com/office/drawing/2014/main" id="{7FA6B735-0476-D79A-D9C9-5F5048B6740F}"/>
              </a:ext>
            </a:extLst>
          </p:cNvPr>
          <p:cNvSpPr txBox="1"/>
          <p:nvPr/>
        </p:nvSpPr>
        <p:spPr>
          <a:xfrm>
            <a:off x="695325" y="5853508"/>
            <a:ext cx="3881191" cy="461665"/>
          </a:xfrm>
          <a:prstGeom prst="rect">
            <a:avLst/>
          </a:prstGeom>
          <a:noFill/>
        </p:spPr>
        <p:txBody>
          <a:bodyPr wrap="none" rtlCol="0">
            <a:spAutoFit/>
          </a:bodyPr>
          <a:lstStyle/>
          <a:p>
            <a:r>
              <a:rPr lang="en-US" altLang="zh-CN" sz="2400" dirty="0">
                <a:solidFill>
                  <a:srgbClr val="6262B2"/>
                </a:solidFill>
              </a:rPr>
              <a:t>Improvement skill available</a:t>
            </a:r>
            <a:endParaRPr lang="zh-CN" altLang="en-US" sz="2400" dirty="0">
              <a:solidFill>
                <a:srgbClr val="6262B2"/>
              </a:solidFill>
            </a:endParaRPr>
          </a:p>
        </p:txBody>
      </p:sp>
    </p:spTree>
    <p:extLst>
      <p:ext uri="{BB962C8B-B14F-4D97-AF65-F5344CB8AC3E}">
        <p14:creationId xmlns:p14="http://schemas.microsoft.com/office/powerpoint/2010/main" val="36965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0CCA7D-11EF-0479-9F06-F13E8E79C278}"/>
              </a:ext>
            </a:extLst>
          </p:cNvPr>
          <p:cNvSpPr>
            <a:spLocks noGrp="1"/>
          </p:cNvSpPr>
          <p:nvPr>
            <p:ph type="title"/>
          </p:nvPr>
        </p:nvSpPr>
        <p:spPr/>
        <p:txBody>
          <a:bodyPr/>
          <a:lstStyle/>
          <a:p>
            <a:r>
              <a:rPr lang="en-US" altLang="zh-CN" dirty="0"/>
              <a:t>Scope and Limitations</a:t>
            </a:r>
            <a:endParaRPr lang="zh-CN" altLang="en-US" dirty="0"/>
          </a:p>
        </p:txBody>
      </p:sp>
      <p:sp>
        <p:nvSpPr>
          <p:cNvPr id="3" name="内容占位符 2">
            <a:extLst>
              <a:ext uri="{FF2B5EF4-FFF2-40B4-BE49-F238E27FC236}">
                <a16:creationId xmlns:a16="http://schemas.microsoft.com/office/drawing/2014/main" id="{DC451A88-00B5-81C9-58FD-A9666826E044}"/>
              </a:ext>
            </a:extLst>
          </p:cNvPr>
          <p:cNvSpPr>
            <a:spLocks noGrp="1"/>
          </p:cNvSpPr>
          <p:nvPr>
            <p:ph idx="1"/>
          </p:nvPr>
        </p:nvSpPr>
        <p:spPr>
          <a:xfrm>
            <a:off x="696000" y="1533130"/>
            <a:ext cx="10800000" cy="576000"/>
          </a:xfrm>
        </p:spPr>
        <p:txBody>
          <a:bodyPr>
            <a:normAutofit/>
          </a:bodyPr>
          <a:lstStyle/>
          <a:p>
            <a:pPr marL="0" indent="0">
              <a:buNone/>
            </a:pPr>
            <a:r>
              <a:rPr lang="en-US" altLang="zh-CN" sz="2400" dirty="0"/>
              <a:t>The skill series introduced in the following sections will be applied to scenarios</a:t>
            </a:r>
            <a:endParaRPr lang="zh-CN" altLang="en-US" sz="2400" dirty="0"/>
          </a:p>
        </p:txBody>
      </p:sp>
      <p:sp>
        <p:nvSpPr>
          <p:cNvPr id="6" name="矩形: 圆角 5">
            <a:extLst>
              <a:ext uri="{FF2B5EF4-FFF2-40B4-BE49-F238E27FC236}">
                <a16:creationId xmlns:a16="http://schemas.microsoft.com/office/drawing/2014/main" id="{F3F3356B-244F-DE44-975D-2F3857FDDF74}"/>
              </a:ext>
            </a:extLst>
          </p:cNvPr>
          <p:cNvSpPr/>
          <p:nvPr/>
        </p:nvSpPr>
        <p:spPr>
          <a:xfrm>
            <a:off x="696000" y="2376275"/>
            <a:ext cx="3240000" cy="3600000"/>
          </a:xfrm>
          <a:prstGeom prst="roundRect">
            <a:avLst>
              <a:gd name="adj" fmla="val 11813"/>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tIns="2160000" bIns="144000" rtlCol="0" anchor="t"/>
          <a:lstStyle/>
          <a:p>
            <a:pPr algn="ctr"/>
            <a:r>
              <a:rPr lang="en-US" altLang="zh-CN" sz="2400" dirty="0">
                <a:solidFill>
                  <a:schemeClr val="tx1"/>
                </a:solidFill>
              </a:rPr>
              <a:t>Long</a:t>
            </a:r>
            <a:br>
              <a:rPr lang="en-US" altLang="zh-CN" sz="2400" dirty="0">
                <a:solidFill>
                  <a:schemeClr val="tx1"/>
                </a:solidFill>
              </a:rPr>
            </a:br>
            <a:r>
              <a:rPr lang="en-US" altLang="zh-CN" sz="2400" dirty="0">
                <a:solidFill>
                  <a:schemeClr val="tx1"/>
                </a:solidFill>
              </a:rPr>
              <a:t>workflows</a:t>
            </a:r>
            <a:endParaRPr lang="zh-CN" altLang="en-US" sz="2400" dirty="0">
              <a:solidFill>
                <a:schemeClr val="tx1"/>
              </a:solidFill>
            </a:endParaRPr>
          </a:p>
        </p:txBody>
      </p:sp>
      <p:sp>
        <p:nvSpPr>
          <p:cNvPr id="8" name="矩形: 圆角 7">
            <a:extLst>
              <a:ext uri="{FF2B5EF4-FFF2-40B4-BE49-F238E27FC236}">
                <a16:creationId xmlns:a16="http://schemas.microsoft.com/office/drawing/2014/main" id="{96F19D06-9793-7A54-AD73-9D78C2F252E3}"/>
              </a:ext>
            </a:extLst>
          </p:cNvPr>
          <p:cNvSpPr/>
          <p:nvPr/>
        </p:nvSpPr>
        <p:spPr>
          <a:xfrm>
            <a:off x="4476000" y="2376275"/>
            <a:ext cx="3240000" cy="3600000"/>
          </a:xfrm>
          <a:prstGeom prst="roundRect">
            <a:avLst>
              <a:gd name="adj" fmla="val 11813"/>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tIns="2160000" bIns="144000" rtlCol="0" anchor="t"/>
          <a:lstStyle/>
          <a:p>
            <a:pPr algn="ctr"/>
            <a:r>
              <a:rPr lang="en-US" altLang="zh-CN" sz="2400" dirty="0">
                <a:solidFill>
                  <a:schemeClr val="tx1"/>
                </a:solidFill>
              </a:rPr>
              <a:t>Multiple chained</a:t>
            </a:r>
            <a:br>
              <a:rPr lang="en-US" altLang="zh-CN" sz="2400" dirty="0">
                <a:solidFill>
                  <a:schemeClr val="tx1"/>
                </a:solidFill>
              </a:rPr>
            </a:br>
            <a:r>
              <a:rPr lang="en-US" altLang="zh-CN" sz="2400" dirty="0">
                <a:solidFill>
                  <a:schemeClr val="tx1"/>
                </a:solidFill>
              </a:rPr>
              <a:t>API calls</a:t>
            </a:r>
            <a:endParaRPr lang="zh-CN" altLang="en-US" sz="2400" dirty="0">
              <a:solidFill>
                <a:schemeClr val="tx1"/>
              </a:solidFill>
            </a:endParaRPr>
          </a:p>
        </p:txBody>
      </p:sp>
      <p:sp>
        <p:nvSpPr>
          <p:cNvPr id="10" name="矩形: 圆角 9">
            <a:extLst>
              <a:ext uri="{FF2B5EF4-FFF2-40B4-BE49-F238E27FC236}">
                <a16:creationId xmlns:a16="http://schemas.microsoft.com/office/drawing/2014/main" id="{1C72C027-E933-42B1-1D5D-74DF4595ADF9}"/>
              </a:ext>
            </a:extLst>
          </p:cNvPr>
          <p:cNvSpPr/>
          <p:nvPr/>
        </p:nvSpPr>
        <p:spPr>
          <a:xfrm>
            <a:off x="8256000" y="2376275"/>
            <a:ext cx="3240000" cy="3600000"/>
          </a:xfrm>
          <a:prstGeom prst="roundRect">
            <a:avLst>
              <a:gd name="adj" fmla="val 11813"/>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tIns="2160000" bIns="144000" rtlCol="0" anchor="t"/>
          <a:lstStyle/>
          <a:p>
            <a:pPr algn="ctr"/>
            <a:r>
              <a:rPr lang="en-US" altLang="zh-CN" sz="2400" dirty="0">
                <a:solidFill>
                  <a:schemeClr val="tx1"/>
                </a:solidFill>
              </a:rPr>
              <a:t>Stable and</a:t>
            </a:r>
            <a:br>
              <a:rPr lang="en-US" altLang="zh-CN" sz="2400" dirty="0">
                <a:solidFill>
                  <a:schemeClr val="tx1"/>
                </a:solidFill>
              </a:rPr>
            </a:br>
            <a:r>
              <a:rPr lang="en-US" altLang="zh-CN" sz="2400" dirty="0">
                <a:solidFill>
                  <a:schemeClr val="tx1"/>
                </a:solidFill>
              </a:rPr>
              <a:t>Reusability</a:t>
            </a:r>
            <a:endParaRPr lang="zh-CN" altLang="en-US" sz="2400" dirty="0">
              <a:solidFill>
                <a:schemeClr val="tx1"/>
              </a:solidFill>
            </a:endParaRPr>
          </a:p>
        </p:txBody>
      </p:sp>
      <p:pic>
        <p:nvPicPr>
          <p:cNvPr id="14" name="图形 13" descr="垃圾桶 轮廓">
            <a:extLst>
              <a:ext uri="{FF2B5EF4-FFF2-40B4-BE49-F238E27FC236}">
                <a16:creationId xmlns:a16="http://schemas.microsoft.com/office/drawing/2014/main" id="{AF04B998-FE15-176B-17BA-7E51708CE7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36000" y="3096275"/>
            <a:ext cx="1080000" cy="1080000"/>
          </a:xfrm>
          <a:prstGeom prst="rect">
            <a:avLst/>
          </a:prstGeom>
        </p:spPr>
      </p:pic>
      <p:pic>
        <p:nvPicPr>
          <p:cNvPr id="16" name="图形 15" descr="物联网 轮廓">
            <a:extLst>
              <a:ext uri="{FF2B5EF4-FFF2-40B4-BE49-F238E27FC236}">
                <a16:creationId xmlns:a16="http://schemas.microsoft.com/office/drawing/2014/main" id="{DF17F2AC-8A69-474F-8E71-E2AC02302E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56000" y="3096275"/>
            <a:ext cx="1080000" cy="1080000"/>
          </a:xfrm>
          <a:prstGeom prst="rect">
            <a:avLst/>
          </a:prstGeom>
        </p:spPr>
      </p:pic>
      <p:pic>
        <p:nvPicPr>
          <p:cNvPr id="18" name="图形 17" descr="持续改进 轮廓">
            <a:extLst>
              <a:ext uri="{FF2B5EF4-FFF2-40B4-BE49-F238E27FC236}">
                <a16:creationId xmlns:a16="http://schemas.microsoft.com/office/drawing/2014/main" id="{2C8325F4-C7EA-659F-D263-F7601D2DAE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76000" y="3096275"/>
            <a:ext cx="1080000" cy="1080000"/>
          </a:xfrm>
          <a:prstGeom prst="rect">
            <a:avLst/>
          </a:prstGeom>
        </p:spPr>
      </p:pic>
    </p:spTree>
    <p:extLst>
      <p:ext uri="{BB962C8B-B14F-4D97-AF65-F5344CB8AC3E}">
        <p14:creationId xmlns:p14="http://schemas.microsoft.com/office/powerpoint/2010/main" val="2534025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5E02FA-F196-65F9-5895-A2DAE7C5B363}"/>
              </a:ext>
            </a:extLst>
          </p:cNvPr>
          <p:cNvSpPr>
            <a:spLocks noGrp="1"/>
          </p:cNvSpPr>
          <p:nvPr>
            <p:ph type="title"/>
          </p:nvPr>
        </p:nvSpPr>
        <p:spPr/>
        <p:txBody>
          <a:bodyPr/>
          <a:lstStyle/>
          <a:p>
            <a:r>
              <a:rPr lang="en-US" altLang="zh-CN" dirty="0"/>
              <a:t>Example</a:t>
            </a:r>
            <a:endParaRPr lang="zh-CN" altLang="en-US" dirty="0"/>
          </a:p>
        </p:txBody>
      </p:sp>
      <p:sp>
        <p:nvSpPr>
          <p:cNvPr id="3" name="内容占位符 2">
            <a:extLst>
              <a:ext uri="{FF2B5EF4-FFF2-40B4-BE49-F238E27FC236}">
                <a16:creationId xmlns:a16="http://schemas.microsoft.com/office/drawing/2014/main" id="{3F297D5E-2562-EB22-45F3-D19DA0C4726D}"/>
              </a:ext>
            </a:extLst>
          </p:cNvPr>
          <p:cNvSpPr>
            <a:spLocks noGrp="1"/>
          </p:cNvSpPr>
          <p:nvPr>
            <p:ph idx="1"/>
          </p:nvPr>
        </p:nvSpPr>
        <p:spPr>
          <a:xfrm>
            <a:off x="696000" y="1533130"/>
            <a:ext cx="4320000" cy="1008000"/>
          </a:xfrm>
        </p:spPr>
        <p:txBody>
          <a:bodyPr>
            <a:normAutofit/>
          </a:bodyPr>
          <a:lstStyle/>
          <a:p>
            <a:pPr marL="0" indent="0">
              <a:buNone/>
            </a:pPr>
            <a:r>
              <a:rPr lang="en-US" altLang="zh-CN" sz="2400" dirty="0"/>
              <a:t>Let’s start with a real-world example!</a:t>
            </a:r>
            <a:endParaRPr lang="zh-CN" altLang="en-US" sz="2400" dirty="0"/>
          </a:p>
        </p:txBody>
      </p:sp>
      <p:pic>
        <p:nvPicPr>
          <p:cNvPr id="5" name="图片 4">
            <a:extLst>
              <a:ext uri="{FF2B5EF4-FFF2-40B4-BE49-F238E27FC236}">
                <a16:creationId xmlns:a16="http://schemas.microsoft.com/office/drawing/2014/main" id="{07FAAE05-1C1E-05D8-9070-EA1A9F5671F3}"/>
              </a:ext>
            </a:extLst>
          </p:cNvPr>
          <p:cNvPicPr>
            <a:picLocks noChangeAspect="1"/>
          </p:cNvPicPr>
          <p:nvPr/>
        </p:nvPicPr>
        <p:blipFill>
          <a:blip r:embed="rId3"/>
          <a:stretch>
            <a:fillRect/>
          </a:stretch>
        </p:blipFill>
        <p:spPr>
          <a:xfrm>
            <a:off x="5316000" y="0"/>
            <a:ext cx="6876000" cy="6876000"/>
          </a:xfrm>
          <a:prstGeom prst="rect">
            <a:avLst/>
          </a:prstGeom>
        </p:spPr>
      </p:pic>
      <p:sp>
        <p:nvSpPr>
          <p:cNvPr id="6" name="箭头: V 形 5">
            <a:extLst>
              <a:ext uri="{FF2B5EF4-FFF2-40B4-BE49-F238E27FC236}">
                <a16:creationId xmlns:a16="http://schemas.microsoft.com/office/drawing/2014/main" id="{6380DFCE-373D-04B7-6458-8E5FDFD392B4}"/>
              </a:ext>
            </a:extLst>
          </p:cNvPr>
          <p:cNvSpPr/>
          <p:nvPr/>
        </p:nvSpPr>
        <p:spPr>
          <a:xfrm>
            <a:off x="695999" y="2682688"/>
            <a:ext cx="4860000" cy="720000"/>
          </a:xfrm>
          <a:prstGeom prst="chevron">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Recruitment Weekly</a:t>
            </a:r>
            <a:endParaRPr lang="zh-CN" altLang="en-US" sz="2400" dirty="0">
              <a:solidFill>
                <a:schemeClr val="tx1"/>
              </a:solidFill>
            </a:endParaRPr>
          </a:p>
        </p:txBody>
      </p:sp>
      <p:sp>
        <p:nvSpPr>
          <p:cNvPr id="7" name="内容占位符 2">
            <a:extLst>
              <a:ext uri="{FF2B5EF4-FFF2-40B4-BE49-F238E27FC236}">
                <a16:creationId xmlns:a16="http://schemas.microsoft.com/office/drawing/2014/main" id="{AACCA210-A9EE-266E-187D-4BC66C47A45F}"/>
              </a:ext>
            </a:extLst>
          </p:cNvPr>
          <p:cNvSpPr txBox="1">
            <a:spLocks/>
          </p:cNvSpPr>
          <p:nvPr/>
        </p:nvSpPr>
        <p:spPr>
          <a:xfrm>
            <a:off x="695999" y="3897572"/>
            <a:ext cx="4320000" cy="216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ADD7"/>
              </a:buClr>
            </a:pPr>
            <a:r>
              <a:rPr lang="en-US" altLang="zh-CN" sz="2400" dirty="0"/>
              <a:t>Data statistics</a:t>
            </a:r>
          </a:p>
          <a:p>
            <a:pPr>
              <a:buClr>
                <a:srgbClr val="C0ADD7"/>
              </a:buClr>
            </a:pPr>
            <a:r>
              <a:rPr lang="en-US" altLang="zh-CN" sz="2400" dirty="0"/>
              <a:t>Status analysis</a:t>
            </a:r>
          </a:p>
          <a:p>
            <a:pPr>
              <a:buClr>
                <a:srgbClr val="C0ADD7"/>
              </a:buClr>
            </a:pPr>
            <a:r>
              <a:rPr lang="en-US" altLang="zh-CN" sz="2400" dirty="0"/>
              <a:t>Notifications</a:t>
            </a:r>
          </a:p>
          <a:p>
            <a:pPr>
              <a:buClr>
                <a:srgbClr val="C0ADD7"/>
              </a:buClr>
            </a:pPr>
            <a:r>
              <a:rPr lang="en-US" altLang="zh-CN" sz="2400" dirty="0"/>
              <a:t>Service integration</a:t>
            </a:r>
          </a:p>
        </p:txBody>
      </p:sp>
      <p:sp>
        <p:nvSpPr>
          <p:cNvPr id="4" name="矩形 3">
            <a:extLst>
              <a:ext uri="{FF2B5EF4-FFF2-40B4-BE49-F238E27FC236}">
                <a16:creationId xmlns:a16="http://schemas.microsoft.com/office/drawing/2014/main" id="{4E37066C-D1A0-A5CD-7851-D4D055AD6B87}"/>
              </a:ext>
            </a:extLst>
          </p:cNvPr>
          <p:cNvSpPr/>
          <p:nvPr/>
        </p:nvSpPr>
        <p:spPr>
          <a:xfrm>
            <a:off x="6266329" y="5015753"/>
            <a:ext cx="1080000" cy="1080000"/>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60702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B3696-25F3-7BF9-CBFF-52AAADC1963C}"/>
              </a:ext>
            </a:extLst>
          </p:cNvPr>
          <p:cNvSpPr>
            <a:spLocks noGrp="1"/>
          </p:cNvSpPr>
          <p:nvPr>
            <p:ph type="title"/>
          </p:nvPr>
        </p:nvSpPr>
        <p:spPr/>
        <p:txBody>
          <a:bodyPr/>
          <a:lstStyle/>
          <a:p>
            <a:r>
              <a:rPr lang="en-US" altLang="zh-CN" dirty="0"/>
              <a:t>Chat to Implement</a:t>
            </a:r>
            <a:endParaRPr lang="zh-CN" altLang="en-US" dirty="0"/>
          </a:p>
        </p:txBody>
      </p:sp>
      <p:pic>
        <p:nvPicPr>
          <p:cNvPr id="5" name="内容占位符 4">
            <a:extLst>
              <a:ext uri="{FF2B5EF4-FFF2-40B4-BE49-F238E27FC236}">
                <a16:creationId xmlns:a16="http://schemas.microsoft.com/office/drawing/2014/main" id="{E4299B5E-8362-FD86-1F80-8162A851394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4333" y="1533525"/>
            <a:ext cx="7920491" cy="5040313"/>
          </a:xfrm>
          <a:prstGeom prst="rect">
            <a:avLst/>
          </a:prstGeom>
          <a:effectLst>
            <a:outerShdw blurRad="127000" algn="ctr" rotWithShape="0">
              <a:srgbClr val="8C6644">
                <a:alpha val="40000"/>
              </a:srgbClr>
            </a:outerShdw>
          </a:effectLst>
        </p:spPr>
      </p:pic>
      <p:sp>
        <p:nvSpPr>
          <p:cNvPr id="8" name="对话气泡: 圆角矩形 7">
            <a:extLst>
              <a:ext uri="{FF2B5EF4-FFF2-40B4-BE49-F238E27FC236}">
                <a16:creationId xmlns:a16="http://schemas.microsoft.com/office/drawing/2014/main" id="{7CE96A49-4912-43C7-6CBD-75F3950D76A5}"/>
              </a:ext>
            </a:extLst>
          </p:cNvPr>
          <p:cNvSpPr/>
          <p:nvPr/>
        </p:nvSpPr>
        <p:spPr>
          <a:xfrm>
            <a:off x="697176" y="3966283"/>
            <a:ext cx="5040000" cy="2160000"/>
          </a:xfrm>
          <a:prstGeom prst="wedgeRoundRectCallout">
            <a:avLst>
              <a:gd name="adj1" fmla="val 55760"/>
              <a:gd name="adj2" fmla="val 36297"/>
              <a:gd name="adj3" fmla="val 16667"/>
            </a:avLst>
          </a:prstGeom>
          <a:solidFill>
            <a:srgbClr val="181818"/>
          </a:solidFill>
          <a:ln w="28575">
            <a:solidFill>
              <a:srgbClr val="F5E9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Generate a Lark/Teams interactive card notification to me, that summarizes</a:t>
            </a:r>
            <a:br>
              <a:rPr lang="en-US" altLang="zh-CN" dirty="0">
                <a:solidFill>
                  <a:schemeClr val="bg1"/>
                </a:solidFill>
              </a:rPr>
            </a:br>
            <a:r>
              <a:rPr lang="en-US" altLang="zh-CN" dirty="0">
                <a:solidFill>
                  <a:schemeClr val="bg1"/>
                </a:solidFill>
              </a:rPr>
              <a:t>interview, offer, and onboarding data</a:t>
            </a:r>
            <a:br>
              <a:rPr lang="en-US" altLang="zh-CN" dirty="0">
                <a:solidFill>
                  <a:schemeClr val="bg1"/>
                </a:solidFill>
              </a:rPr>
            </a:br>
            <a:r>
              <a:rPr lang="en-US" altLang="zh-CN" dirty="0">
                <a:solidFill>
                  <a:schemeClr val="bg1"/>
                </a:solidFill>
              </a:rPr>
              <a:t>from the past week,</a:t>
            </a:r>
            <a:br>
              <a:rPr lang="en-US" altLang="zh-CN" dirty="0">
                <a:solidFill>
                  <a:schemeClr val="bg1"/>
                </a:solidFill>
              </a:rPr>
            </a:br>
            <a:r>
              <a:rPr lang="en-US" altLang="zh-CN" dirty="0">
                <a:solidFill>
                  <a:schemeClr val="bg1"/>
                </a:solidFill>
              </a:rPr>
              <a:t>along with an overview of key roles.</a:t>
            </a:r>
            <a:endParaRPr lang="zh-CN" altLang="en-US" dirty="0">
              <a:solidFill>
                <a:schemeClr val="bg1"/>
              </a:solidFill>
            </a:endParaRPr>
          </a:p>
        </p:txBody>
      </p:sp>
      <p:sp>
        <p:nvSpPr>
          <p:cNvPr id="9" name="文本框 8">
            <a:extLst>
              <a:ext uri="{FF2B5EF4-FFF2-40B4-BE49-F238E27FC236}">
                <a16:creationId xmlns:a16="http://schemas.microsoft.com/office/drawing/2014/main" id="{6587316E-C2BD-1599-0B3A-214DA64D83F1}"/>
              </a:ext>
            </a:extLst>
          </p:cNvPr>
          <p:cNvSpPr txBox="1"/>
          <p:nvPr/>
        </p:nvSpPr>
        <p:spPr>
          <a:xfrm>
            <a:off x="697176" y="1533525"/>
            <a:ext cx="2226892" cy="1015663"/>
          </a:xfrm>
          <a:prstGeom prst="rect">
            <a:avLst/>
          </a:prstGeom>
          <a:noFill/>
        </p:spPr>
        <p:txBody>
          <a:bodyPr wrap="none" rtlCol="0">
            <a:spAutoFit/>
          </a:bodyPr>
          <a:lstStyle/>
          <a:p>
            <a:r>
              <a:rPr lang="en-US" altLang="zh-CN" sz="2000" dirty="0">
                <a:solidFill>
                  <a:srgbClr val="6262B2"/>
                </a:solidFill>
              </a:rPr>
              <a:t>What do you think</a:t>
            </a:r>
            <a:br>
              <a:rPr lang="en-US" altLang="zh-CN" sz="2000" dirty="0">
                <a:solidFill>
                  <a:srgbClr val="6262B2"/>
                </a:solidFill>
              </a:rPr>
            </a:br>
            <a:r>
              <a:rPr lang="en-US" altLang="zh-CN" sz="2000" dirty="0">
                <a:solidFill>
                  <a:srgbClr val="6262B2"/>
                </a:solidFill>
              </a:rPr>
              <a:t>about this kind of</a:t>
            </a:r>
            <a:br>
              <a:rPr lang="en-US" altLang="zh-CN" sz="2000" dirty="0">
                <a:solidFill>
                  <a:srgbClr val="6262B2"/>
                </a:solidFill>
              </a:rPr>
            </a:br>
            <a:r>
              <a:rPr lang="en-US" altLang="zh-CN" sz="2000" dirty="0">
                <a:solidFill>
                  <a:srgbClr val="6262B2"/>
                </a:solidFill>
              </a:rPr>
              <a:t>conversation?</a:t>
            </a:r>
            <a:endParaRPr lang="zh-CN" altLang="en-US" sz="2000" dirty="0">
              <a:solidFill>
                <a:srgbClr val="6262B2"/>
              </a:solidFill>
            </a:endParaRPr>
          </a:p>
        </p:txBody>
      </p:sp>
    </p:spTree>
    <p:extLst>
      <p:ext uri="{BB962C8B-B14F-4D97-AF65-F5344CB8AC3E}">
        <p14:creationId xmlns:p14="http://schemas.microsoft.com/office/powerpoint/2010/main" val="3879421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87FA-C67F-D86B-8A6D-08FF8E7B4BE8}"/>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AA38017B-5456-6F23-B85B-2C778600C064}"/>
              </a:ext>
            </a:extLst>
          </p:cNvPr>
          <p:cNvSpPr/>
          <p:nvPr/>
        </p:nvSpPr>
        <p:spPr>
          <a:xfrm>
            <a:off x="0" y="1008000"/>
            <a:ext cx="8640000" cy="1296000"/>
          </a:xfrm>
          <a:prstGeom prst="rect">
            <a:avLst/>
          </a:prstGeom>
          <a:gradFill flip="none" rotWithShape="1">
            <a:gsLst>
              <a:gs pos="50000">
                <a:srgbClr val="F4E7DA"/>
              </a:gs>
              <a:gs pos="100000">
                <a:srgbClr val="F4E7DA">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0" tIns="216000" rIns="360000" bIns="360000" rtlCol="0" anchor="ctr"/>
          <a:lstStyle/>
          <a:p>
            <a:r>
              <a:rPr lang="en-US" altLang="zh-CN" sz="3600" dirty="0">
                <a:solidFill>
                  <a:srgbClr val="8C6644"/>
                </a:solidFill>
              </a:rPr>
              <a:t>Solid Soft Skill</a:t>
            </a:r>
            <a:endParaRPr lang="zh-CN" altLang="en-US" sz="3600" dirty="0">
              <a:solidFill>
                <a:srgbClr val="8C6644"/>
              </a:solidFill>
            </a:endParaRPr>
          </a:p>
        </p:txBody>
      </p:sp>
      <p:sp>
        <p:nvSpPr>
          <p:cNvPr id="6" name="矩形: 圆角 5">
            <a:extLst>
              <a:ext uri="{FF2B5EF4-FFF2-40B4-BE49-F238E27FC236}">
                <a16:creationId xmlns:a16="http://schemas.microsoft.com/office/drawing/2014/main" id="{A431618D-5303-C387-51F1-4DCCB080F8D7}"/>
              </a:ext>
            </a:extLst>
          </p:cNvPr>
          <p:cNvSpPr/>
          <p:nvPr/>
        </p:nvSpPr>
        <p:spPr>
          <a:xfrm>
            <a:off x="1776000" y="2015998"/>
            <a:ext cx="8640000" cy="180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Engineering</a:t>
            </a:r>
            <a:endParaRPr lang="zh-CN" altLang="en-US" sz="3200" dirty="0">
              <a:solidFill>
                <a:schemeClr val="tx1"/>
              </a:solidFill>
            </a:endParaRPr>
          </a:p>
        </p:txBody>
      </p:sp>
      <p:sp>
        <p:nvSpPr>
          <p:cNvPr id="13" name="文本占位符 12">
            <a:extLst>
              <a:ext uri="{FF2B5EF4-FFF2-40B4-BE49-F238E27FC236}">
                <a16:creationId xmlns:a16="http://schemas.microsoft.com/office/drawing/2014/main" id="{A428B9F9-AE68-B6DE-983D-66A548D5044F}"/>
              </a:ext>
            </a:extLst>
          </p:cNvPr>
          <p:cNvSpPr>
            <a:spLocks noGrp="1"/>
          </p:cNvSpPr>
          <p:nvPr>
            <p:ph type="body" sz="quarter" idx="10"/>
          </p:nvPr>
        </p:nvSpPr>
        <p:spPr/>
        <p:txBody>
          <a:bodyPr lIns="1800000"/>
          <a:lstStyle/>
          <a:p>
            <a:r>
              <a:rPr lang="en-US" altLang="zh-CN" dirty="0"/>
              <a:t>Solid Soft Skill</a:t>
            </a:r>
            <a:endParaRPr lang="zh-CN" altLang="en-US" dirty="0"/>
          </a:p>
        </p:txBody>
      </p:sp>
      <p:sp>
        <p:nvSpPr>
          <p:cNvPr id="16" name="文本占位符 15">
            <a:extLst>
              <a:ext uri="{FF2B5EF4-FFF2-40B4-BE49-F238E27FC236}">
                <a16:creationId xmlns:a16="http://schemas.microsoft.com/office/drawing/2014/main" id="{1B23B06C-B402-047E-72B8-EE8A1B0F2ADC}"/>
              </a:ext>
            </a:extLst>
          </p:cNvPr>
          <p:cNvSpPr>
            <a:spLocks noGrp="1"/>
          </p:cNvSpPr>
          <p:nvPr>
            <p:ph type="body" idx="1"/>
          </p:nvPr>
        </p:nvSpPr>
        <p:spPr/>
        <p:txBody>
          <a:bodyPr anchor="ctr">
            <a:normAutofit/>
          </a:bodyPr>
          <a:lstStyle/>
          <a:p>
            <a:pPr algn="ctr"/>
            <a:r>
              <a:rPr lang="en-US" altLang="zh-CN" sz="2800" dirty="0"/>
              <a:t>Use a more rigorous and comprehensive prompt to ensure that the output meets expectations</a:t>
            </a:r>
            <a:endParaRPr lang="zh-CN" altLang="en-US" sz="2800" dirty="0"/>
          </a:p>
        </p:txBody>
      </p:sp>
      <p:sp>
        <p:nvSpPr>
          <p:cNvPr id="14" name="标题 13">
            <a:extLst>
              <a:ext uri="{FF2B5EF4-FFF2-40B4-BE49-F238E27FC236}">
                <a16:creationId xmlns:a16="http://schemas.microsoft.com/office/drawing/2014/main" id="{71A6C306-D168-2880-7E96-1FCB1C45F01B}"/>
              </a:ext>
            </a:extLst>
          </p:cNvPr>
          <p:cNvSpPr>
            <a:spLocks noGrp="1"/>
          </p:cNvSpPr>
          <p:nvPr>
            <p:ph type="title"/>
          </p:nvPr>
        </p:nvSpPr>
        <p:spPr/>
        <p:txBody>
          <a:bodyPr/>
          <a:lstStyle/>
          <a:p>
            <a:r>
              <a:rPr lang="en-US" altLang="zh-CN" dirty="0"/>
              <a:t>Prompt Engineering</a:t>
            </a:r>
            <a:endParaRPr lang="zh-CN" altLang="en-US" dirty="0"/>
          </a:p>
        </p:txBody>
      </p:sp>
      <p:sp>
        <p:nvSpPr>
          <p:cNvPr id="17" name="椭圆 16">
            <a:extLst>
              <a:ext uri="{FF2B5EF4-FFF2-40B4-BE49-F238E27FC236}">
                <a16:creationId xmlns:a16="http://schemas.microsoft.com/office/drawing/2014/main" id="{63E6C4A3-FD32-E34E-B5D5-B3991EB1044A}"/>
              </a:ext>
            </a:extLst>
          </p:cNvPr>
          <p:cNvSpPr/>
          <p:nvPr/>
        </p:nvSpPr>
        <p:spPr>
          <a:xfrm>
            <a:off x="795128" y="1078277"/>
            <a:ext cx="720000" cy="720000"/>
          </a:xfrm>
          <a:prstGeom prst="ellipse">
            <a:avLst/>
          </a:prstGeom>
          <a:solidFill>
            <a:schemeClr val="bg1"/>
          </a:solidFill>
          <a:ln>
            <a:solidFill>
              <a:srgbClr val="D7C1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8C6644"/>
                </a:solidFill>
              </a:rPr>
              <a:t>1</a:t>
            </a:r>
            <a:endParaRPr lang="zh-CN" altLang="en-US" sz="3200" dirty="0">
              <a:solidFill>
                <a:srgbClr val="8C6644"/>
              </a:solidFill>
            </a:endParaRPr>
          </a:p>
        </p:txBody>
      </p:sp>
    </p:spTree>
    <p:extLst>
      <p:ext uri="{BB962C8B-B14F-4D97-AF65-F5344CB8AC3E}">
        <p14:creationId xmlns:p14="http://schemas.microsoft.com/office/powerpoint/2010/main" val="4181726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62A53F0-06A3-7A8E-4132-F074D4C74872}"/>
              </a:ext>
            </a:extLst>
          </p:cNvPr>
          <p:cNvSpPr>
            <a:spLocks noGrp="1"/>
          </p:cNvSpPr>
          <p:nvPr>
            <p:ph type="title"/>
          </p:nvPr>
        </p:nvSpPr>
        <p:spPr/>
        <p:txBody>
          <a:bodyPr/>
          <a:lstStyle/>
          <a:p>
            <a:r>
              <a:rPr lang="en-US" altLang="zh-CN" dirty="0"/>
              <a:t>Descriptive Guidelines</a:t>
            </a:r>
            <a:endParaRPr lang="zh-CN" altLang="en-US" dirty="0"/>
          </a:p>
        </p:txBody>
      </p:sp>
      <p:graphicFrame>
        <p:nvGraphicFramePr>
          <p:cNvPr id="2" name="内容占位符 1">
            <a:extLst>
              <a:ext uri="{FF2B5EF4-FFF2-40B4-BE49-F238E27FC236}">
                <a16:creationId xmlns:a16="http://schemas.microsoft.com/office/drawing/2014/main" id="{04A76B21-15C8-DADF-C499-2444FAA00D02}"/>
              </a:ext>
            </a:extLst>
          </p:cNvPr>
          <p:cNvGraphicFramePr>
            <a:graphicFrameLocks noGrp="1"/>
          </p:cNvGraphicFramePr>
          <p:nvPr>
            <p:ph idx="1"/>
            <p:extLst>
              <p:ext uri="{D42A27DB-BD31-4B8C-83A1-F6EECF244321}">
                <p14:modId xmlns:p14="http://schemas.microsoft.com/office/powerpoint/2010/main" val="4204337091"/>
              </p:ext>
            </p:extLst>
          </p:nvPr>
        </p:nvGraphicFramePr>
        <p:xfrm>
          <a:off x="695325" y="1533525"/>
          <a:ext cx="10801350" cy="46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8049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24472D-18AC-8A90-DB22-0B873E8C0FDA}"/>
              </a:ext>
            </a:extLst>
          </p:cNvPr>
          <p:cNvSpPr>
            <a:spLocks noGrp="1"/>
          </p:cNvSpPr>
          <p:nvPr>
            <p:ph type="title"/>
          </p:nvPr>
        </p:nvSpPr>
        <p:spPr/>
        <p:txBody>
          <a:bodyPr>
            <a:normAutofit fontScale="90000"/>
          </a:bodyPr>
          <a:lstStyle/>
          <a:p>
            <a:r>
              <a:rPr lang="en-US" altLang="zh-CN" dirty="0"/>
              <a:t>Clear Objective and Output Specification</a:t>
            </a:r>
            <a:endParaRPr lang="zh-CN" altLang="en-US" dirty="0"/>
          </a:p>
        </p:txBody>
      </p:sp>
      <p:sp>
        <p:nvSpPr>
          <p:cNvPr id="3" name="内容占位符 2">
            <a:extLst>
              <a:ext uri="{FF2B5EF4-FFF2-40B4-BE49-F238E27FC236}">
                <a16:creationId xmlns:a16="http://schemas.microsoft.com/office/drawing/2014/main" id="{5376DAB4-E463-1E43-2599-4B6A82EF4885}"/>
              </a:ext>
            </a:extLst>
          </p:cNvPr>
          <p:cNvSpPr>
            <a:spLocks noGrp="1"/>
          </p:cNvSpPr>
          <p:nvPr>
            <p:ph idx="1"/>
          </p:nvPr>
        </p:nvSpPr>
        <p:spPr>
          <a:xfrm>
            <a:off x="696000" y="1533130"/>
            <a:ext cx="10800000" cy="1152000"/>
          </a:xfrm>
        </p:spPr>
        <p:txBody>
          <a:bodyPr>
            <a:normAutofit/>
          </a:bodyPr>
          <a:lstStyle/>
          <a:p>
            <a:pPr marL="360363" indent="-360363">
              <a:buClr>
                <a:srgbClr val="C0ADD7"/>
              </a:buClr>
              <a:buFont typeface="Wingdings" panose="05000000000000000000" pitchFamily="2" charset="2"/>
              <a:buChar char="ü"/>
            </a:pPr>
            <a:r>
              <a:rPr lang="zh-CN" altLang="zh-CN" sz="2400" dirty="0"/>
              <a:t>State exactly what the </a:t>
            </a:r>
            <a:r>
              <a:rPr lang="en-US" altLang="zh-CN" sz="2400" dirty="0"/>
              <a:t>AI task</a:t>
            </a:r>
            <a:r>
              <a:rPr lang="zh-CN" altLang="zh-CN" sz="2400" dirty="0"/>
              <a:t> is expected to accomplish.</a:t>
            </a:r>
          </a:p>
          <a:p>
            <a:pPr marL="360363" indent="-360363">
              <a:buClr>
                <a:srgbClr val="C0ADD7"/>
              </a:buClr>
              <a:buFont typeface="Wingdings" panose="05000000000000000000" pitchFamily="2" charset="2"/>
              <a:buChar char="ü"/>
            </a:pPr>
            <a:r>
              <a:rPr lang="zh-CN" altLang="zh-CN" sz="2400" dirty="0"/>
              <a:t>Define the expected output structure, tone, length, format, and level of detail.</a:t>
            </a:r>
          </a:p>
        </p:txBody>
      </p:sp>
      <p:sp>
        <p:nvSpPr>
          <p:cNvPr id="5" name="对话气泡: 圆角矩形 4">
            <a:extLst>
              <a:ext uri="{FF2B5EF4-FFF2-40B4-BE49-F238E27FC236}">
                <a16:creationId xmlns:a16="http://schemas.microsoft.com/office/drawing/2014/main" id="{4C28D3C4-4A0B-4E73-DC19-9AFAB69F6064}"/>
              </a:ext>
            </a:extLst>
          </p:cNvPr>
          <p:cNvSpPr/>
          <p:nvPr/>
        </p:nvSpPr>
        <p:spPr>
          <a:xfrm>
            <a:off x="2856000" y="2685130"/>
            <a:ext cx="8640000" cy="3456000"/>
          </a:xfrm>
          <a:prstGeom prst="wedgeRoundRectCallout">
            <a:avLst>
              <a:gd name="adj1" fmla="val 35066"/>
              <a:gd name="adj2" fmla="val 58305"/>
              <a:gd name="adj3" fmla="val 16667"/>
            </a:avLst>
          </a:prstGeom>
          <a:solidFill>
            <a:srgbClr val="181818"/>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360000" bIns="72000" rtlCol="0" anchor="ctr"/>
          <a:lstStyle/>
          <a:p>
            <a:r>
              <a:rPr lang="en-US" altLang="zh-CN" dirty="0">
                <a:solidFill>
                  <a:schemeClr val="bg1"/>
                </a:solidFill>
                <a:highlight>
                  <a:srgbClr val="800000"/>
                </a:highlight>
              </a:rPr>
              <a:t>Gen a Lark/Teams interactive card notification to me to summarize following.</a:t>
            </a:r>
          </a:p>
          <a:p>
            <a:pPr marL="342900" indent="-342900">
              <a:buFont typeface="Arial" panose="020B0604020202020204" pitchFamily="34" charset="0"/>
              <a:buChar char="•"/>
            </a:pPr>
            <a:r>
              <a:rPr lang="en-US" altLang="zh-CN" dirty="0">
                <a:solidFill>
                  <a:schemeClr val="bg1"/>
                </a:solidFill>
              </a:rPr>
              <a:t>Start with a </a:t>
            </a:r>
            <a:r>
              <a:rPr lang="en-US" altLang="zh-CN" dirty="0">
                <a:solidFill>
                  <a:schemeClr val="bg1"/>
                </a:solidFill>
                <a:highlight>
                  <a:srgbClr val="008080"/>
                </a:highlight>
              </a:rPr>
              <a:t>one-</a:t>
            </a:r>
            <a:r>
              <a:rPr lang="en-US" altLang="zh-CN" dirty="0">
                <a:solidFill>
                  <a:schemeClr val="bg1"/>
                </a:solidFill>
                <a:highlight>
                  <a:srgbClr val="800080"/>
                </a:highlight>
              </a:rPr>
              <a:t>sentence</a:t>
            </a:r>
            <a:r>
              <a:rPr lang="en-US" altLang="zh-CN" dirty="0">
                <a:solidFill>
                  <a:schemeClr val="bg1"/>
                </a:solidFill>
              </a:rPr>
              <a:t> </a:t>
            </a:r>
            <a:r>
              <a:rPr lang="en-US" altLang="zh-CN" dirty="0">
                <a:solidFill>
                  <a:schemeClr val="bg1"/>
                </a:solidFill>
                <a:highlight>
                  <a:srgbClr val="008000"/>
                </a:highlight>
              </a:rPr>
              <a:t>overview</a:t>
            </a:r>
            <a:r>
              <a:rPr lang="en-US" altLang="zh-CN" dirty="0">
                <a:solidFill>
                  <a:schemeClr val="bg1"/>
                </a:solidFill>
              </a:rPr>
              <a:t>.</a:t>
            </a:r>
            <a:endParaRPr lang="zh-CN" altLang="en-US" dirty="0">
              <a:solidFill>
                <a:schemeClr val="bg1"/>
              </a:solidFill>
            </a:endParaRPr>
          </a:p>
          <a:p>
            <a:pPr marL="342900" indent="-342900">
              <a:buFont typeface="Arial" panose="020B0604020202020204" pitchFamily="34" charset="0"/>
              <a:buChar char="•"/>
            </a:pPr>
            <a:r>
              <a:rPr lang="en-US" altLang="zh-CN" dirty="0">
                <a:solidFill>
                  <a:schemeClr val="bg1"/>
                </a:solidFill>
                <a:highlight>
                  <a:srgbClr val="008000"/>
                </a:highlight>
              </a:rPr>
              <a:t>Week’s Interview Activity</a:t>
            </a:r>
            <a:br>
              <a:rPr lang="en-US" altLang="zh-CN" dirty="0">
                <a:solidFill>
                  <a:schemeClr val="bg1"/>
                </a:solidFill>
              </a:rPr>
            </a:br>
            <a:r>
              <a:rPr lang="en-US" altLang="zh-CN" dirty="0">
                <a:solidFill>
                  <a:schemeClr val="bg1"/>
                </a:solidFill>
              </a:rPr>
              <a:t>Summarize using </a:t>
            </a:r>
            <a:r>
              <a:rPr lang="en-US" altLang="zh-CN" dirty="0">
                <a:solidFill>
                  <a:schemeClr val="bg1"/>
                </a:solidFill>
                <a:highlight>
                  <a:srgbClr val="800080"/>
                </a:highlight>
              </a:rPr>
              <a:t>blocks with number figures and titles</a:t>
            </a:r>
            <a:r>
              <a:rPr lang="en-US" altLang="zh-CN" dirty="0">
                <a:solidFill>
                  <a:schemeClr val="bg1"/>
                </a:solidFill>
              </a:rPr>
              <a:t> of interview sessions, candidates, rejections, and interviews with AI evaluations.</a:t>
            </a:r>
            <a:endParaRPr lang="zh-CN" altLang="en-US" dirty="0">
              <a:solidFill>
                <a:schemeClr val="bg1"/>
              </a:solidFill>
            </a:endParaRPr>
          </a:p>
          <a:p>
            <a:pPr marL="342900" indent="-342900">
              <a:buFont typeface="Arial" panose="020B0604020202020204" pitchFamily="34" charset="0"/>
              <a:buChar char="•"/>
            </a:pPr>
            <a:r>
              <a:rPr lang="en-US" altLang="zh-CN" dirty="0">
                <a:solidFill>
                  <a:schemeClr val="bg1"/>
                </a:solidFill>
                <a:highlight>
                  <a:srgbClr val="008000"/>
                </a:highlight>
              </a:rPr>
              <a:t>Onboarding Progress</a:t>
            </a:r>
            <a:br>
              <a:rPr lang="en-US" altLang="zh-CN" dirty="0">
                <a:solidFill>
                  <a:schemeClr val="bg1"/>
                </a:solidFill>
              </a:rPr>
            </a:br>
            <a:r>
              <a:rPr lang="en-US" altLang="zh-CN" dirty="0">
                <a:solidFill>
                  <a:schemeClr val="bg1"/>
                </a:solidFill>
              </a:rPr>
              <a:t>Present in </a:t>
            </a:r>
            <a:r>
              <a:rPr lang="en-US" altLang="zh-CN" dirty="0">
                <a:solidFill>
                  <a:schemeClr val="bg1"/>
                </a:solidFill>
                <a:highlight>
                  <a:srgbClr val="008080"/>
                </a:highlight>
              </a:rPr>
              <a:t>a</a:t>
            </a:r>
            <a:r>
              <a:rPr lang="en-US" altLang="zh-CN" dirty="0">
                <a:solidFill>
                  <a:schemeClr val="bg1"/>
                </a:solidFill>
              </a:rPr>
              <a:t> </a:t>
            </a:r>
            <a:r>
              <a:rPr lang="en-US" altLang="zh-CN" dirty="0">
                <a:solidFill>
                  <a:schemeClr val="bg1"/>
                </a:solidFill>
                <a:highlight>
                  <a:srgbClr val="800080"/>
                </a:highlight>
              </a:rPr>
              <a:t>table</a:t>
            </a:r>
            <a:r>
              <a:rPr lang="en-US" altLang="zh-CN" dirty="0">
                <a:solidFill>
                  <a:schemeClr val="bg1"/>
                </a:solidFill>
              </a:rPr>
              <a:t> including weekly and historical cumulative </a:t>
            </a:r>
            <a:r>
              <a:rPr lang="en-US" altLang="zh-CN" dirty="0">
                <a:solidFill>
                  <a:schemeClr val="bg1"/>
                </a:solidFill>
                <a:highlight>
                  <a:srgbClr val="008080"/>
                </a:highlight>
              </a:rPr>
              <a:t>headcounts</a:t>
            </a:r>
            <a:r>
              <a:rPr lang="en-US" altLang="zh-CN" dirty="0">
                <a:solidFill>
                  <a:schemeClr val="bg1"/>
                </a:solidFill>
              </a:rPr>
              <a:t>, with separate </a:t>
            </a:r>
            <a:r>
              <a:rPr lang="en-US" altLang="zh-CN" dirty="0">
                <a:solidFill>
                  <a:schemeClr val="bg1"/>
                </a:solidFill>
                <a:highlight>
                  <a:srgbClr val="008080"/>
                </a:highlight>
              </a:rPr>
              <a:t>rows for the 3</a:t>
            </a:r>
            <a:r>
              <a:rPr lang="en-US" altLang="zh-CN" dirty="0">
                <a:solidFill>
                  <a:schemeClr val="bg1"/>
                </a:solidFill>
              </a:rPr>
              <a:t> stages: Offer Communication, Pending Onboarding, and New Hires.</a:t>
            </a:r>
          </a:p>
          <a:p>
            <a:pPr marL="342900" indent="-342900">
              <a:buFont typeface="Arial" panose="020B0604020202020204" pitchFamily="34" charset="0"/>
              <a:buChar char="•"/>
            </a:pPr>
            <a:r>
              <a:rPr lang="en-US" altLang="zh-CN" dirty="0">
                <a:solidFill>
                  <a:schemeClr val="bg1"/>
                </a:solidFill>
                <a:highlight>
                  <a:srgbClr val="008000"/>
                </a:highlight>
              </a:rPr>
              <a:t>Key Roles</a:t>
            </a:r>
            <a:br>
              <a:rPr lang="en-US" altLang="zh-CN" dirty="0">
                <a:solidFill>
                  <a:schemeClr val="bg1"/>
                </a:solidFill>
              </a:rPr>
            </a:br>
            <a:r>
              <a:rPr lang="en-US" altLang="zh-CN" dirty="0">
                <a:solidFill>
                  <a:schemeClr val="bg1"/>
                </a:solidFill>
                <a:highlight>
                  <a:srgbClr val="800080"/>
                </a:highlight>
              </a:rPr>
              <a:t>List</a:t>
            </a:r>
            <a:r>
              <a:rPr lang="en-US" altLang="zh-CN" dirty="0">
                <a:solidFill>
                  <a:schemeClr val="bg1"/>
                </a:solidFill>
              </a:rPr>
              <a:t> </a:t>
            </a:r>
            <a:r>
              <a:rPr lang="en-US" altLang="zh-CN" dirty="0">
                <a:solidFill>
                  <a:schemeClr val="bg1"/>
                </a:solidFill>
                <a:highlight>
                  <a:srgbClr val="008080"/>
                </a:highlight>
              </a:rPr>
              <a:t>3-5 lines</a:t>
            </a:r>
            <a:r>
              <a:rPr lang="en-US" altLang="zh-CN" dirty="0">
                <a:solidFill>
                  <a:schemeClr val="bg1"/>
                </a:solidFill>
              </a:rPr>
              <a:t> to provide updates on interview or onboarding progress.</a:t>
            </a:r>
            <a:endParaRPr lang="zh-CN" altLang="en-US" dirty="0">
              <a:solidFill>
                <a:schemeClr val="bg1"/>
              </a:solidFill>
            </a:endParaRPr>
          </a:p>
        </p:txBody>
      </p:sp>
      <p:sp>
        <p:nvSpPr>
          <p:cNvPr id="14" name="矩形: 圆角 13">
            <a:extLst>
              <a:ext uri="{FF2B5EF4-FFF2-40B4-BE49-F238E27FC236}">
                <a16:creationId xmlns:a16="http://schemas.microsoft.com/office/drawing/2014/main" id="{3300FE7B-CCAC-BB8A-D35B-1440C396B0CB}"/>
              </a:ext>
            </a:extLst>
          </p:cNvPr>
          <p:cNvSpPr/>
          <p:nvPr/>
        </p:nvSpPr>
        <p:spPr>
          <a:xfrm>
            <a:off x="696000" y="3308870"/>
            <a:ext cx="1296000" cy="432000"/>
          </a:xfrm>
          <a:prstGeom prst="roundRect">
            <a:avLst/>
          </a:prstGeom>
          <a:solidFill>
            <a:srgbClr val="8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Goal</a:t>
            </a:r>
            <a:endParaRPr lang="zh-CN" altLang="en-US" dirty="0"/>
          </a:p>
        </p:txBody>
      </p:sp>
      <p:sp>
        <p:nvSpPr>
          <p:cNvPr id="16" name="矩形: 圆角 15">
            <a:extLst>
              <a:ext uri="{FF2B5EF4-FFF2-40B4-BE49-F238E27FC236}">
                <a16:creationId xmlns:a16="http://schemas.microsoft.com/office/drawing/2014/main" id="{70BB9BAD-7EFB-F23B-F173-36A93BAA526A}"/>
              </a:ext>
            </a:extLst>
          </p:cNvPr>
          <p:cNvSpPr/>
          <p:nvPr/>
        </p:nvSpPr>
        <p:spPr>
          <a:xfrm>
            <a:off x="696000" y="4892870"/>
            <a:ext cx="1296000" cy="432000"/>
          </a:xfrm>
          <a:prstGeom prst="roundRect">
            <a:avLst/>
          </a:prstGeom>
          <a:solidFill>
            <a:srgbClr val="800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Format</a:t>
            </a:r>
            <a:endParaRPr lang="zh-CN" altLang="en-US" dirty="0"/>
          </a:p>
        </p:txBody>
      </p:sp>
      <p:sp>
        <p:nvSpPr>
          <p:cNvPr id="18" name="矩形: 圆角 17">
            <a:extLst>
              <a:ext uri="{FF2B5EF4-FFF2-40B4-BE49-F238E27FC236}">
                <a16:creationId xmlns:a16="http://schemas.microsoft.com/office/drawing/2014/main" id="{761F2621-353B-8E3F-7E25-C9F84F72CEA2}"/>
              </a:ext>
            </a:extLst>
          </p:cNvPr>
          <p:cNvSpPr/>
          <p:nvPr/>
        </p:nvSpPr>
        <p:spPr>
          <a:xfrm>
            <a:off x="696000" y="3836740"/>
            <a:ext cx="1296000" cy="432000"/>
          </a:xfrm>
          <a:prstGeom prst="roundRect">
            <a:avLst/>
          </a:prstGeom>
          <a:solidFill>
            <a:srgbClr val="008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Structure</a:t>
            </a:r>
            <a:endParaRPr lang="zh-CN" altLang="en-US" dirty="0"/>
          </a:p>
        </p:txBody>
      </p:sp>
      <p:sp>
        <p:nvSpPr>
          <p:cNvPr id="20" name="矩形: 圆角 19">
            <a:extLst>
              <a:ext uri="{FF2B5EF4-FFF2-40B4-BE49-F238E27FC236}">
                <a16:creationId xmlns:a16="http://schemas.microsoft.com/office/drawing/2014/main" id="{3D21C81A-9BDA-05DC-17E7-9D0C9E70FDEB}"/>
              </a:ext>
            </a:extLst>
          </p:cNvPr>
          <p:cNvSpPr/>
          <p:nvPr/>
        </p:nvSpPr>
        <p:spPr>
          <a:xfrm>
            <a:off x="697835" y="4364610"/>
            <a:ext cx="1296000" cy="432000"/>
          </a:xfrm>
          <a:prstGeom prst="roundRect">
            <a:avLst/>
          </a:pr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Length</a:t>
            </a:r>
            <a:endParaRPr lang="zh-CN" altLang="en-US" dirty="0"/>
          </a:p>
        </p:txBody>
      </p:sp>
      <p:cxnSp>
        <p:nvCxnSpPr>
          <p:cNvPr id="22" name="直接箭头连接符 21">
            <a:extLst>
              <a:ext uri="{FF2B5EF4-FFF2-40B4-BE49-F238E27FC236}">
                <a16:creationId xmlns:a16="http://schemas.microsoft.com/office/drawing/2014/main" id="{1BCBD429-6360-82EB-5E50-0E12B772481A}"/>
              </a:ext>
            </a:extLst>
          </p:cNvPr>
          <p:cNvCxnSpPr>
            <a:cxnSpLocks/>
            <a:stCxn id="14" idx="3"/>
          </p:cNvCxnSpPr>
          <p:nvPr/>
        </p:nvCxnSpPr>
        <p:spPr>
          <a:xfrm flipV="1">
            <a:off x="1992000" y="3052605"/>
            <a:ext cx="1363041" cy="472265"/>
          </a:xfrm>
          <a:prstGeom prst="straightConnector1">
            <a:avLst/>
          </a:prstGeom>
          <a:ln>
            <a:solidFill>
              <a:srgbClr val="8C6644"/>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接箭头连接符 23">
            <a:extLst>
              <a:ext uri="{FF2B5EF4-FFF2-40B4-BE49-F238E27FC236}">
                <a16:creationId xmlns:a16="http://schemas.microsoft.com/office/drawing/2014/main" id="{880591E7-7D89-E6A0-8E5F-55F874762350}"/>
              </a:ext>
            </a:extLst>
          </p:cNvPr>
          <p:cNvCxnSpPr>
            <a:cxnSpLocks/>
            <a:stCxn id="16" idx="3"/>
          </p:cNvCxnSpPr>
          <p:nvPr/>
        </p:nvCxnSpPr>
        <p:spPr>
          <a:xfrm>
            <a:off x="1992000" y="5108870"/>
            <a:ext cx="1685771" cy="639748"/>
          </a:xfrm>
          <a:prstGeom prst="straightConnector1">
            <a:avLst/>
          </a:prstGeom>
          <a:ln>
            <a:solidFill>
              <a:srgbClr val="8C6644"/>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91810861-3F98-7CFC-4317-CADE4B7DF504}"/>
              </a:ext>
            </a:extLst>
          </p:cNvPr>
          <p:cNvCxnSpPr>
            <a:cxnSpLocks/>
            <a:stCxn id="18" idx="3"/>
          </p:cNvCxnSpPr>
          <p:nvPr/>
        </p:nvCxnSpPr>
        <p:spPr>
          <a:xfrm flipV="1">
            <a:off x="1992000" y="3610631"/>
            <a:ext cx="1685771" cy="442109"/>
          </a:xfrm>
          <a:prstGeom prst="straightConnector1">
            <a:avLst/>
          </a:prstGeom>
          <a:ln>
            <a:solidFill>
              <a:srgbClr val="8C6644"/>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接箭头连接符 29">
            <a:extLst>
              <a:ext uri="{FF2B5EF4-FFF2-40B4-BE49-F238E27FC236}">
                <a16:creationId xmlns:a16="http://schemas.microsoft.com/office/drawing/2014/main" id="{90D1DC57-A367-4931-10E1-D42D21FFACEF}"/>
              </a:ext>
            </a:extLst>
          </p:cNvPr>
          <p:cNvCxnSpPr>
            <a:cxnSpLocks/>
            <a:stCxn id="20" idx="3"/>
          </p:cNvCxnSpPr>
          <p:nvPr/>
        </p:nvCxnSpPr>
        <p:spPr>
          <a:xfrm>
            <a:off x="1993835" y="4580610"/>
            <a:ext cx="3116047" cy="311870"/>
          </a:xfrm>
          <a:prstGeom prst="straightConnector1">
            <a:avLst/>
          </a:prstGeom>
          <a:ln>
            <a:solidFill>
              <a:srgbClr val="8C6644"/>
            </a:solidFill>
            <a:tailEnd type="triangle"/>
          </a:ln>
        </p:spPr>
        <p:style>
          <a:lnRef idx="2">
            <a:schemeClr val="accent1"/>
          </a:lnRef>
          <a:fillRef idx="0">
            <a:schemeClr val="accent1"/>
          </a:fillRef>
          <a:effectRef idx="1">
            <a:schemeClr val="accent1"/>
          </a:effectRef>
          <a:fontRef idx="minor">
            <a:schemeClr val="tx1"/>
          </a:fontRef>
        </p:style>
      </p:cxnSp>
      <p:sp>
        <p:nvSpPr>
          <p:cNvPr id="36" name="文本框 35">
            <a:extLst>
              <a:ext uri="{FF2B5EF4-FFF2-40B4-BE49-F238E27FC236}">
                <a16:creationId xmlns:a16="http://schemas.microsoft.com/office/drawing/2014/main" id="{901775A1-E29B-0B85-72C0-651BA3C3794C}"/>
              </a:ext>
            </a:extLst>
          </p:cNvPr>
          <p:cNvSpPr txBox="1"/>
          <p:nvPr/>
        </p:nvSpPr>
        <p:spPr>
          <a:xfrm>
            <a:off x="696000" y="2683273"/>
            <a:ext cx="1452642" cy="369332"/>
          </a:xfrm>
          <a:prstGeom prst="rect">
            <a:avLst/>
          </a:prstGeom>
          <a:noFill/>
        </p:spPr>
        <p:txBody>
          <a:bodyPr wrap="none" rtlCol="0">
            <a:spAutoFit/>
          </a:bodyPr>
          <a:lstStyle/>
          <a:p>
            <a:r>
              <a:rPr lang="en-US" altLang="zh-CN" dirty="0"/>
              <a:t>For example,</a:t>
            </a:r>
            <a:endParaRPr lang="zh-CN" altLang="en-US" dirty="0"/>
          </a:p>
        </p:txBody>
      </p:sp>
    </p:spTree>
    <p:extLst>
      <p:ext uri="{BB962C8B-B14F-4D97-AF65-F5344CB8AC3E}">
        <p14:creationId xmlns:p14="http://schemas.microsoft.com/office/powerpoint/2010/main" val="1703637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89C9964-13D7-2AB6-27E8-122FAAEA1451}"/>
              </a:ext>
            </a:extLst>
          </p:cNvPr>
          <p:cNvSpPr/>
          <p:nvPr/>
        </p:nvSpPr>
        <p:spPr>
          <a:xfrm>
            <a:off x="1776000" y="3986099"/>
            <a:ext cx="8640000" cy="1080000"/>
          </a:xfrm>
          <a:prstGeom prst="rect">
            <a:avLst/>
          </a:prstGeom>
          <a:solidFill>
            <a:srgbClr val="E3DA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FA222546-4F89-0181-F592-1CD54B2B2FF5}"/>
              </a:ext>
            </a:extLst>
          </p:cNvPr>
          <p:cNvSpPr>
            <a:spLocks noGrp="1"/>
          </p:cNvSpPr>
          <p:nvPr>
            <p:ph type="title"/>
          </p:nvPr>
        </p:nvSpPr>
        <p:spPr/>
        <p:txBody>
          <a:bodyPr>
            <a:normAutofit/>
          </a:bodyPr>
          <a:lstStyle/>
          <a:p>
            <a:r>
              <a:rPr lang="en-US" altLang="zh-CN" dirty="0"/>
              <a:t>Context and Background</a:t>
            </a:r>
            <a:endParaRPr lang="zh-CN" altLang="en-US" dirty="0"/>
          </a:p>
        </p:txBody>
      </p:sp>
      <p:sp>
        <p:nvSpPr>
          <p:cNvPr id="3" name="内容占位符 2">
            <a:extLst>
              <a:ext uri="{FF2B5EF4-FFF2-40B4-BE49-F238E27FC236}">
                <a16:creationId xmlns:a16="http://schemas.microsoft.com/office/drawing/2014/main" id="{791394D9-A3A6-5A8D-7C49-827417A82B16}"/>
              </a:ext>
            </a:extLst>
          </p:cNvPr>
          <p:cNvSpPr>
            <a:spLocks noGrp="1"/>
          </p:cNvSpPr>
          <p:nvPr>
            <p:ph idx="1"/>
          </p:nvPr>
        </p:nvSpPr>
        <p:spPr>
          <a:xfrm>
            <a:off x="696000" y="1533130"/>
            <a:ext cx="10800000" cy="1008000"/>
          </a:xfrm>
          <a:prstGeom prst="downArrowCallout">
            <a:avLst>
              <a:gd name="adj1" fmla="val 155389"/>
              <a:gd name="adj2" fmla="val 127942"/>
              <a:gd name="adj3" fmla="val 25000"/>
              <a:gd name="adj4" fmla="val 64977"/>
            </a:avLst>
          </a:prstGeom>
          <a:solidFill>
            <a:schemeClr val="bg1"/>
          </a:solidFill>
          <a:ln>
            <a:solidFill>
              <a:srgbClr val="6262B2"/>
            </a:solidFill>
          </a:ln>
          <a:effectLst>
            <a:outerShdw blurRad="76200" dist="38100" dir="5400000" algn="t" rotWithShape="0">
              <a:srgbClr val="6262B2">
                <a:alpha val="40000"/>
              </a:srgbClr>
            </a:outerShdw>
          </a:effectLst>
        </p:spPr>
        <p:txBody>
          <a:bodyPr anchor="ctr">
            <a:normAutofit/>
          </a:bodyPr>
          <a:lstStyle/>
          <a:p>
            <a:pPr marL="0" indent="0" algn="ctr">
              <a:buNone/>
            </a:pPr>
            <a:r>
              <a:rPr lang="zh-CN" altLang="zh-CN" sz="2400" dirty="0"/>
              <a:t>Provide the necessary information</a:t>
            </a:r>
          </a:p>
        </p:txBody>
      </p:sp>
      <p:sp>
        <p:nvSpPr>
          <p:cNvPr id="4" name="椭圆 3">
            <a:extLst>
              <a:ext uri="{FF2B5EF4-FFF2-40B4-BE49-F238E27FC236}">
                <a16:creationId xmlns:a16="http://schemas.microsoft.com/office/drawing/2014/main" id="{DCE93922-F92A-BCFC-9CC9-704034827718}"/>
              </a:ext>
            </a:extLst>
          </p:cNvPr>
          <p:cNvSpPr/>
          <p:nvPr/>
        </p:nvSpPr>
        <p:spPr>
          <a:xfrm>
            <a:off x="696000" y="3086099"/>
            <a:ext cx="2880000" cy="2880000"/>
          </a:xfrm>
          <a:prstGeom prst="ellipse">
            <a:avLst/>
          </a:prstGeom>
          <a:gradFill>
            <a:gsLst>
              <a:gs pos="0">
                <a:schemeClr val="accent3">
                  <a:lumMod val="40000"/>
                  <a:lumOff val="60000"/>
                </a:schemeClr>
              </a:gs>
              <a:gs pos="100000">
                <a:schemeClr val="accent4">
                  <a:lumMod val="40000"/>
                  <a:lumOff val="60000"/>
                </a:schemeClr>
              </a:gs>
              <a:gs pos="70000">
                <a:schemeClr val="accent4">
                  <a:lumMod val="20000"/>
                  <a:lumOff val="80000"/>
                </a:schemeClr>
              </a:gs>
            </a:gsLst>
            <a:lin ang="5400000" scaled="1"/>
          </a:gradFill>
          <a:ln w="25400">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Business</a:t>
            </a:r>
            <a:br>
              <a:rPr lang="en-US" altLang="zh-CN" sz="2800" dirty="0">
                <a:solidFill>
                  <a:schemeClr val="tx1"/>
                </a:solidFill>
              </a:rPr>
            </a:br>
            <a:r>
              <a:rPr lang="en-US" altLang="zh-CN" sz="2800" dirty="0">
                <a:solidFill>
                  <a:schemeClr val="tx1"/>
                </a:solidFill>
              </a:rPr>
              <a:t>Context</a:t>
            </a:r>
            <a:endParaRPr lang="zh-CN" altLang="en-US" sz="2800" dirty="0">
              <a:solidFill>
                <a:schemeClr val="tx1"/>
              </a:solidFill>
            </a:endParaRPr>
          </a:p>
        </p:txBody>
      </p:sp>
      <p:sp>
        <p:nvSpPr>
          <p:cNvPr id="6" name="椭圆 5">
            <a:extLst>
              <a:ext uri="{FF2B5EF4-FFF2-40B4-BE49-F238E27FC236}">
                <a16:creationId xmlns:a16="http://schemas.microsoft.com/office/drawing/2014/main" id="{F357E775-043D-EA2E-98F2-4A7500EC0D48}"/>
              </a:ext>
            </a:extLst>
          </p:cNvPr>
          <p:cNvSpPr/>
          <p:nvPr/>
        </p:nvSpPr>
        <p:spPr>
          <a:xfrm>
            <a:off x="4656000" y="3086099"/>
            <a:ext cx="2880000" cy="2880000"/>
          </a:xfrm>
          <a:prstGeom prst="ellipse">
            <a:avLst/>
          </a:prstGeom>
          <a:gradFill>
            <a:gsLst>
              <a:gs pos="0">
                <a:schemeClr val="accent5">
                  <a:lumMod val="40000"/>
                  <a:lumOff val="60000"/>
                </a:schemeClr>
              </a:gs>
              <a:gs pos="100000">
                <a:schemeClr val="accent4">
                  <a:lumMod val="40000"/>
                  <a:lumOff val="60000"/>
                </a:schemeClr>
              </a:gs>
              <a:gs pos="70000">
                <a:schemeClr val="accent4">
                  <a:lumMod val="20000"/>
                  <a:lumOff val="80000"/>
                </a:schemeClr>
              </a:gs>
            </a:gsLst>
            <a:lin ang="5400000" scaled="1"/>
          </a:gradFill>
          <a:ln w="25400">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U</a:t>
            </a:r>
            <a:r>
              <a:rPr lang="zh-CN" altLang="zh-CN" sz="2800" dirty="0">
                <a:solidFill>
                  <a:schemeClr val="tx1"/>
                </a:solidFill>
              </a:rPr>
              <a:t>ser</a:t>
            </a:r>
            <a:br>
              <a:rPr lang="en-US" altLang="zh-CN" sz="2800" dirty="0">
                <a:solidFill>
                  <a:schemeClr val="tx1"/>
                </a:solidFill>
              </a:rPr>
            </a:br>
            <a:r>
              <a:rPr lang="en-US" altLang="zh-CN" sz="2800" dirty="0">
                <a:solidFill>
                  <a:schemeClr val="tx1"/>
                </a:solidFill>
              </a:rPr>
              <a:t>S</a:t>
            </a:r>
            <a:r>
              <a:rPr lang="zh-CN" altLang="zh-CN" sz="2800" dirty="0">
                <a:solidFill>
                  <a:schemeClr val="tx1"/>
                </a:solidFill>
              </a:rPr>
              <a:t>cenario</a:t>
            </a:r>
            <a:endParaRPr lang="zh-CN" altLang="en-US" sz="2800" dirty="0">
              <a:solidFill>
                <a:schemeClr val="tx1"/>
              </a:solidFill>
            </a:endParaRPr>
          </a:p>
        </p:txBody>
      </p:sp>
      <p:sp>
        <p:nvSpPr>
          <p:cNvPr id="8" name="椭圆 7">
            <a:extLst>
              <a:ext uri="{FF2B5EF4-FFF2-40B4-BE49-F238E27FC236}">
                <a16:creationId xmlns:a16="http://schemas.microsoft.com/office/drawing/2014/main" id="{A5CAAB30-18C5-F576-88CF-1EF59D684401}"/>
              </a:ext>
            </a:extLst>
          </p:cNvPr>
          <p:cNvSpPr/>
          <p:nvPr/>
        </p:nvSpPr>
        <p:spPr>
          <a:xfrm>
            <a:off x="8616000" y="3020871"/>
            <a:ext cx="2880000" cy="2880000"/>
          </a:xfrm>
          <a:prstGeom prst="ellipse">
            <a:avLst/>
          </a:prstGeom>
          <a:gradFill>
            <a:gsLst>
              <a:gs pos="0">
                <a:schemeClr val="accent2">
                  <a:lumMod val="40000"/>
                  <a:lumOff val="60000"/>
                </a:schemeClr>
              </a:gs>
              <a:gs pos="100000">
                <a:schemeClr val="accent4">
                  <a:lumMod val="40000"/>
                  <a:lumOff val="60000"/>
                </a:schemeClr>
              </a:gs>
              <a:gs pos="70000">
                <a:schemeClr val="accent4">
                  <a:lumMod val="20000"/>
                  <a:lumOff val="80000"/>
                </a:schemeClr>
              </a:gs>
            </a:gsLst>
            <a:lin ang="5400000" scaled="1"/>
          </a:gradFill>
          <a:ln w="25400">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R</a:t>
            </a:r>
            <a:r>
              <a:rPr lang="zh-CN" altLang="zh-CN" sz="2800" dirty="0">
                <a:solidFill>
                  <a:schemeClr val="tx1"/>
                </a:solidFill>
              </a:rPr>
              <a:t>elevan</a:t>
            </a:r>
            <a:r>
              <a:rPr lang="en-US" altLang="zh-CN" sz="2800" dirty="0">
                <a:solidFill>
                  <a:schemeClr val="tx1"/>
                </a:solidFill>
              </a:rPr>
              <a:t>t</a:t>
            </a:r>
            <a:br>
              <a:rPr lang="en-US" altLang="zh-CN" sz="2800" dirty="0">
                <a:solidFill>
                  <a:schemeClr val="tx1"/>
                </a:solidFill>
              </a:rPr>
            </a:br>
            <a:r>
              <a:rPr lang="en-US" altLang="zh-CN" sz="2800" dirty="0">
                <a:solidFill>
                  <a:schemeClr val="tx1"/>
                </a:solidFill>
              </a:rPr>
              <a:t>B</a:t>
            </a:r>
            <a:r>
              <a:rPr lang="zh-CN" altLang="zh-CN" sz="2800" dirty="0">
                <a:solidFill>
                  <a:schemeClr val="tx1"/>
                </a:solidFill>
              </a:rPr>
              <a:t>ackground</a:t>
            </a:r>
            <a:endParaRPr lang="zh-CN" altLang="en-US" sz="2800" dirty="0">
              <a:solidFill>
                <a:schemeClr val="tx1"/>
              </a:solidFill>
            </a:endParaRPr>
          </a:p>
        </p:txBody>
      </p:sp>
      <p:sp>
        <p:nvSpPr>
          <p:cNvPr id="10" name="椭圆 9">
            <a:extLst>
              <a:ext uri="{FF2B5EF4-FFF2-40B4-BE49-F238E27FC236}">
                <a16:creationId xmlns:a16="http://schemas.microsoft.com/office/drawing/2014/main" id="{5084EE6B-E686-279D-5474-3D65A7F9FCF0}"/>
              </a:ext>
            </a:extLst>
          </p:cNvPr>
          <p:cNvSpPr/>
          <p:nvPr/>
        </p:nvSpPr>
        <p:spPr>
          <a:xfrm>
            <a:off x="1416000" y="3209717"/>
            <a:ext cx="1440000" cy="1080000"/>
          </a:xfrm>
          <a:prstGeom prst="ellipse">
            <a:avLst/>
          </a:prstGeom>
          <a:gradFill>
            <a:gsLst>
              <a:gs pos="0">
                <a:srgbClr val="FAF7F3">
                  <a:alpha val="40000"/>
                </a:srgbClr>
              </a:gs>
              <a:gs pos="5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B986E99D-1248-003D-A610-093DE93A89B6}"/>
              </a:ext>
            </a:extLst>
          </p:cNvPr>
          <p:cNvSpPr/>
          <p:nvPr/>
        </p:nvSpPr>
        <p:spPr>
          <a:xfrm>
            <a:off x="5376000" y="3209717"/>
            <a:ext cx="1440000" cy="1080000"/>
          </a:xfrm>
          <a:prstGeom prst="ellipse">
            <a:avLst/>
          </a:prstGeom>
          <a:gradFill>
            <a:gsLst>
              <a:gs pos="0">
                <a:srgbClr val="FAF7F3">
                  <a:alpha val="40000"/>
                </a:srgbClr>
              </a:gs>
              <a:gs pos="5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5802E328-8C01-F068-9D02-A7D96B1378F1}"/>
              </a:ext>
            </a:extLst>
          </p:cNvPr>
          <p:cNvSpPr/>
          <p:nvPr/>
        </p:nvSpPr>
        <p:spPr>
          <a:xfrm>
            <a:off x="9336000" y="3206229"/>
            <a:ext cx="1440000" cy="1080000"/>
          </a:xfrm>
          <a:prstGeom prst="ellipse">
            <a:avLst/>
          </a:prstGeom>
          <a:gradFill>
            <a:gsLst>
              <a:gs pos="0">
                <a:srgbClr val="FAF7F3">
                  <a:alpha val="40000"/>
                </a:srgbClr>
              </a:gs>
              <a:gs pos="5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04480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5C3DC-2650-EBF0-EA60-63FCCCB6A808}"/>
              </a:ext>
            </a:extLst>
          </p:cNvPr>
          <p:cNvSpPr>
            <a:spLocks noGrp="1"/>
          </p:cNvSpPr>
          <p:nvPr>
            <p:ph type="title"/>
          </p:nvPr>
        </p:nvSpPr>
        <p:spPr/>
        <p:txBody>
          <a:bodyPr>
            <a:normAutofit/>
          </a:bodyPr>
          <a:lstStyle/>
          <a:p>
            <a:r>
              <a:rPr lang="en-US" altLang="zh-CN" dirty="0"/>
              <a:t>Data and Input Specification</a:t>
            </a:r>
            <a:endParaRPr lang="zh-CN" altLang="en-US" dirty="0"/>
          </a:p>
        </p:txBody>
      </p:sp>
      <p:sp>
        <p:nvSpPr>
          <p:cNvPr id="3" name="内容占位符 2">
            <a:extLst>
              <a:ext uri="{FF2B5EF4-FFF2-40B4-BE49-F238E27FC236}">
                <a16:creationId xmlns:a16="http://schemas.microsoft.com/office/drawing/2014/main" id="{69D444A3-B2FD-0DC4-97BC-7D600C60458B}"/>
              </a:ext>
            </a:extLst>
          </p:cNvPr>
          <p:cNvSpPr>
            <a:spLocks noGrp="1"/>
          </p:cNvSpPr>
          <p:nvPr>
            <p:ph idx="1"/>
          </p:nvPr>
        </p:nvSpPr>
        <p:spPr>
          <a:xfrm>
            <a:off x="696000" y="1533130"/>
            <a:ext cx="10800000" cy="1080000"/>
          </a:xfrm>
        </p:spPr>
        <p:txBody>
          <a:bodyPr>
            <a:normAutofit/>
          </a:bodyPr>
          <a:lstStyle/>
          <a:p>
            <a:pPr marL="355600" indent="-355600">
              <a:buClr>
                <a:srgbClr val="D7C1AD"/>
              </a:buClr>
              <a:buFont typeface="Wingdings" panose="05000000000000000000" pitchFamily="2" charset="2"/>
              <a:buChar char="ü"/>
            </a:pPr>
            <a:r>
              <a:rPr lang="zh-CN" altLang="zh-CN" sz="2400" dirty="0"/>
              <a:t>Clearly describe the expected inputs</a:t>
            </a:r>
            <a:endParaRPr lang="en-US" altLang="zh-CN" sz="2400" dirty="0"/>
          </a:p>
          <a:p>
            <a:pPr marL="355600" indent="-355600">
              <a:buClr>
                <a:srgbClr val="D7C1AD"/>
              </a:buClr>
              <a:buFont typeface="Wingdings" panose="05000000000000000000" pitchFamily="2" charset="2"/>
              <a:buChar char="ü"/>
            </a:pPr>
            <a:r>
              <a:rPr lang="en-US" altLang="zh-CN" sz="2400" dirty="0"/>
              <a:t>Specify the external data when and how they should be used</a:t>
            </a:r>
            <a:endParaRPr lang="zh-CN" altLang="zh-CN" sz="2400" dirty="0"/>
          </a:p>
        </p:txBody>
      </p:sp>
      <p:sp>
        <p:nvSpPr>
          <p:cNvPr id="4" name="矩形: 圆角 3">
            <a:extLst>
              <a:ext uri="{FF2B5EF4-FFF2-40B4-BE49-F238E27FC236}">
                <a16:creationId xmlns:a16="http://schemas.microsoft.com/office/drawing/2014/main" id="{4902C486-FBE1-6F23-B1EA-DABC5E5F1BF3}"/>
              </a:ext>
            </a:extLst>
          </p:cNvPr>
          <p:cNvSpPr/>
          <p:nvPr/>
        </p:nvSpPr>
        <p:spPr>
          <a:xfrm>
            <a:off x="4656000" y="2613130"/>
            <a:ext cx="2880000" cy="1080000"/>
          </a:xfrm>
          <a:prstGeom prst="roundRect">
            <a:avLst>
              <a:gd name="adj" fmla="val 50000"/>
            </a:avLst>
          </a:prstGeom>
          <a:solidFill>
            <a:schemeClr val="accent6">
              <a:lumMod val="20000"/>
              <a:lumOff val="80000"/>
            </a:schemeClr>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Job Application</a:t>
            </a:r>
            <a:endParaRPr lang="zh-CN" altLang="en-US" sz="2400" dirty="0">
              <a:solidFill>
                <a:schemeClr val="tx1"/>
              </a:solidFill>
            </a:endParaRPr>
          </a:p>
        </p:txBody>
      </p:sp>
      <p:sp>
        <p:nvSpPr>
          <p:cNvPr id="6" name="矩形: 圆角 5">
            <a:extLst>
              <a:ext uri="{FF2B5EF4-FFF2-40B4-BE49-F238E27FC236}">
                <a16:creationId xmlns:a16="http://schemas.microsoft.com/office/drawing/2014/main" id="{7521D04F-3F36-9E39-3E71-9597B0218D57}"/>
              </a:ext>
            </a:extLst>
          </p:cNvPr>
          <p:cNvSpPr/>
          <p:nvPr/>
        </p:nvSpPr>
        <p:spPr>
          <a:xfrm>
            <a:off x="3396000" y="5049000"/>
            <a:ext cx="2520000" cy="1080000"/>
          </a:xfrm>
          <a:prstGeom prst="roundRect">
            <a:avLst>
              <a:gd name="adj" fmla="val 50000"/>
            </a:avLst>
          </a:prstGeom>
          <a:solidFill>
            <a:schemeClr val="accent1">
              <a:lumMod val="20000"/>
              <a:lumOff val="80000"/>
            </a:schemeClr>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Candidate</a:t>
            </a:r>
            <a:endParaRPr lang="zh-CN" altLang="en-US" sz="2400" dirty="0">
              <a:solidFill>
                <a:schemeClr val="tx1"/>
              </a:solidFill>
            </a:endParaRPr>
          </a:p>
        </p:txBody>
      </p:sp>
      <p:sp>
        <p:nvSpPr>
          <p:cNvPr id="8" name="矩形: 圆角 7">
            <a:extLst>
              <a:ext uri="{FF2B5EF4-FFF2-40B4-BE49-F238E27FC236}">
                <a16:creationId xmlns:a16="http://schemas.microsoft.com/office/drawing/2014/main" id="{591F3AB5-D414-145E-F1E7-A1C00603C22D}"/>
              </a:ext>
            </a:extLst>
          </p:cNvPr>
          <p:cNvSpPr/>
          <p:nvPr/>
        </p:nvSpPr>
        <p:spPr>
          <a:xfrm>
            <a:off x="6276000" y="5049000"/>
            <a:ext cx="2520000" cy="1080000"/>
          </a:xfrm>
          <a:prstGeom prst="roundRect">
            <a:avLst>
              <a:gd name="adj" fmla="val 50000"/>
            </a:avLst>
          </a:prstGeom>
          <a:solidFill>
            <a:srgbClr val="F4CEDC"/>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Interview</a:t>
            </a:r>
            <a:endParaRPr lang="zh-CN" altLang="en-US" sz="2400" dirty="0">
              <a:solidFill>
                <a:schemeClr val="tx1"/>
              </a:solidFill>
            </a:endParaRPr>
          </a:p>
        </p:txBody>
      </p:sp>
      <p:sp>
        <p:nvSpPr>
          <p:cNvPr id="10" name="矩形: 圆角 9">
            <a:extLst>
              <a:ext uri="{FF2B5EF4-FFF2-40B4-BE49-F238E27FC236}">
                <a16:creationId xmlns:a16="http://schemas.microsoft.com/office/drawing/2014/main" id="{C5FC0C93-DC24-4D09-FA36-E7D117453CA9}"/>
              </a:ext>
            </a:extLst>
          </p:cNvPr>
          <p:cNvSpPr/>
          <p:nvPr/>
        </p:nvSpPr>
        <p:spPr>
          <a:xfrm>
            <a:off x="8976002" y="3969000"/>
            <a:ext cx="2520000" cy="1080000"/>
          </a:xfrm>
          <a:prstGeom prst="roundRect">
            <a:avLst>
              <a:gd name="adj" fmla="val 50000"/>
            </a:avLst>
          </a:prstGeom>
          <a:solidFill>
            <a:srgbClr val="FAF7C2"/>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Job</a:t>
            </a:r>
            <a:endParaRPr lang="zh-CN" altLang="en-US" sz="2400" dirty="0">
              <a:solidFill>
                <a:schemeClr val="tx1"/>
              </a:solidFill>
            </a:endParaRPr>
          </a:p>
        </p:txBody>
      </p:sp>
      <p:sp>
        <p:nvSpPr>
          <p:cNvPr id="12" name="矩形: 圆角 11">
            <a:extLst>
              <a:ext uri="{FF2B5EF4-FFF2-40B4-BE49-F238E27FC236}">
                <a16:creationId xmlns:a16="http://schemas.microsoft.com/office/drawing/2014/main" id="{B69D05AD-46A9-3E2F-D2C1-00514DFDD1D5}"/>
              </a:ext>
            </a:extLst>
          </p:cNvPr>
          <p:cNvSpPr/>
          <p:nvPr/>
        </p:nvSpPr>
        <p:spPr>
          <a:xfrm>
            <a:off x="695998" y="3969000"/>
            <a:ext cx="2520000" cy="1080000"/>
          </a:xfrm>
          <a:prstGeom prst="roundRect">
            <a:avLst>
              <a:gd name="adj" fmla="val 50000"/>
            </a:avLst>
          </a:prstGeom>
          <a:solidFill>
            <a:srgbClr val="E4D6F6"/>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Employee</a:t>
            </a:r>
            <a:endParaRPr lang="zh-CN" altLang="en-US" sz="2400" dirty="0">
              <a:solidFill>
                <a:schemeClr val="tx1"/>
              </a:solidFill>
            </a:endParaRPr>
          </a:p>
        </p:txBody>
      </p:sp>
      <p:cxnSp>
        <p:nvCxnSpPr>
          <p:cNvPr id="14" name="直接箭头连接符 13">
            <a:extLst>
              <a:ext uri="{FF2B5EF4-FFF2-40B4-BE49-F238E27FC236}">
                <a16:creationId xmlns:a16="http://schemas.microsoft.com/office/drawing/2014/main" id="{775CBE57-EB02-E68D-8402-FC49782CADD0}"/>
              </a:ext>
            </a:extLst>
          </p:cNvPr>
          <p:cNvCxnSpPr>
            <a:stCxn id="4" idx="2"/>
            <a:endCxn id="12" idx="3"/>
          </p:cNvCxnSpPr>
          <p:nvPr/>
        </p:nvCxnSpPr>
        <p:spPr>
          <a:xfrm flipH="1">
            <a:off x="3215998" y="3693130"/>
            <a:ext cx="2880002" cy="815870"/>
          </a:xfrm>
          <a:prstGeom prst="straightConnector1">
            <a:avLst/>
          </a:prstGeom>
          <a:ln>
            <a:solidFill>
              <a:schemeClr val="bg2">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6" name="直接箭头连接符 15">
            <a:extLst>
              <a:ext uri="{FF2B5EF4-FFF2-40B4-BE49-F238E27FC236}">
                <a16:creationId xmlns:a16="http://schemas.microsoft.com/office/drawing/2014/main" id="{441DE786-B60E-09D3-6E13-63A28F0D531C}"/>
              </a:ext>
            </a:extLst>
          </p:cNvPr>
          <p:cNvCxnSpPr>
            <a:stCxn id="4" idx="2"/>
            <a:endCxn id="6" idx="0"/>
          </p:cNvCxnSpPr>
          <p:nvPr/>
        </p:nvCxnSpPr>
        <p:spPr>
          <a:xfrm flipH="1">
            <a:off x="4656000" y="3693130"/>
            <a:ext cx="1440000" cy="1355870"/>
          </a:xfrm>
          <a:prstGeom prst="straightConnector1">
            <a:avLst/>
          </a:prstGeom>
          <a:ln>
            <a:solidFill>
              <a:schemeClr val="bg2">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8" name="直接箭头连接符 17">
            <a:extLst>
              <a:ext uri="{FF2B5EF4-FFF2-40B4-BE49-F238E27FC236}">
                <a16:creationId xmlns:a16="http://schemas.microsoft.com/office/drawing/2014/main" id="{E9463180-8130-288D-F22D-0DCBE8AA98D3}"/>
              </a:ext>
            </a:extLst>
          </p:cNvPr>
          <p:cNvCxnSpPr>
            <a:stCxn id="4" idx="2"/>
            <a:endCxn id="8" idx="0"/>
          </p:cNvCxnSpPr>
          <p:nvPr/>
        </p:nvCxnSpPr>
        <p:spPr>
          <a:xfrm>
            <a:off x="6096000" y="3693130"/>
            <a:ext cx="1440000" cy="1355870"/>
          </a:xfrm>
          <a:prstGeom prst="straightConnector1">
            <a:avLst/>
          </a:prstGeom>
          <a:ln>
            <a:solidFill>
              <a:schemeClr val="bg2">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0" name="直接箭头连接符 19">
            <a:extLst>
              <a:ext uri="{FF2B5EF4-FFF2-40B4-BE49-F238E27FC236}">
                <a16:creationId xmlns:a16="http://schemas.microsoft.com/office/drawing/2014/main" id="{F251E8FC-DF95-492C-18CD-D64F88C4FAF5}"/>
              </a:ext>
            </a:extLst>
          </p:cNvPr>
          <p:cNvCxnSpPr>
            <a:stCxn id="4" idx="2"/>
            <a:endCxn id="10" idx="1"/>
          </p:cNvCxnSpPr>
          <p:nvPr/>
        </p:nvCxnSpPr>
        <p:spPr>
          <a:xfrm>
            <a:off x="6096000" y="3693130"/>
            <a:ext cx="2880002" cy="815870"/>
          </a:xfrm>
          <a:prstGeom prst="straightConnector1">
            <a:avLst/>
          </a:prstGeom>
          <a:ln>
            <a:solidFill>
              <a:schemeClr val="bg2">
                <a:lumMod val="75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9482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9D55F2-E0E7-D44F-D5D3-758E6BA043F9}"/>
              </a:ext>
            </a:extLst>
          </p:cNvPr>
          <p:cNvSpPr>
            <a:spLocks noGrp="1"/>
          </p:cNvSpPr>
          <p:nvPr>
            <p:ph type="title"/>
          </p:nvPr>
        </p:nvSpPr>
        <p:spPr/>
        <p:txBody>
          <a:bodyPr>
            <a:normAutofit/>
          </a:bodyPr>
          <a:lstStyle/>
          <a:p>
            <a:r>
              <a:rPr lang="en-US" altLang="zh-CN" dirty="0"/>
              <a:t>Task Instructions and Edge Cases</a:t>
            </a:r>
            <a:endParaRPr lang="zh-CN" altLang="en-US" dirty="0"/>
          </a:p>
        </p:txBody>
      </p:sp>
      <p:sp>
        <p:nvSpPr>
          <p:cNvPr id="3" name="内容占位符 2">
            <a:extLst>
              <a:ext uri="{FF2B5EF4-FFF2-40B4-BE49-F238E27FC236}">
                <a16:creationId xmlns:a16="http://schemas.microsoft.com/office/drawing/2014/main" id="{CD065B73-95D3-A61E-2F59-52CABA60BC27}"/>
              </a:ext>
            </a:extLst>
          </p:cNvPr>
          <p:cNvSpPr>
            <a:spLocks noGrp="1"/>
          </p:cNvSpPr>
          <p:nvPr>
            <p:ph idx="1"/>
          </p:nvPr>
        </p:nvSpPr>
        <p:spPr>
          <a:xfrm>
            <a:off x="696000" y="1533130"/>
            <a:ext cx="10800000" cy="1800000"/>
          </a:xfrm>
        </p:spPr>
        <p:txBody>
          <a:bodyPr>
            <a:normAutofit/>
          </a:bodyPr>
          <a:lstStyle/>
          <a:p>
            <a:pPr marL="355600" indent="-355600">
              <a:buClr>
                <a:srgbClr val="C0ADD7"/>
              </a:buClr>
              <a:buFont typeface="Wingdings" panose="05000000000000000000" pitchFamily="2" charset="2"/>
              <a:buChar char="ü"/>
            </a:pPr>
            <a:r>
              <a:rPr lang="en-US" altLang="zh-CN" sz="2400" dirty="0"/>
              <a:t>Break down the task into explicit, actionable steps and clarify how different situations should be handled.</a:t>
            </a:r>
          </a:p>
          <a:p>
            <a:pPr marL="355600" indent="-355600">
              <a:buClr>
                <a:srgbClr val="C0ADD7"/>
              </a:buClr>
              <a:buFont typeface="Wingdings" panose="05000000000000000000" pitchFamily="2" charset="2"/>
              <a:buChar char="ü"/>
            </a:pPr>
            <a:r>
              <a:rPr lang="en-US" altLang="zh-CN" sz="2400" dirty="0"/>
              <a:t>Explain how the AI should respond when information is missing, contradictory, invalid, or outside the supported scope.</a:t>
            </a:r>
            <a:endParaRPr lang="zh-CN" altLang="en-US" sz="2400" dirty="0"/>
          </a:p>
        </p:txBody>
      </p:sp>
      <p:sp>
        <p:nvSpPr>
          <p:cNvPr id="7" name="对话气泡: 圆角矩形 6">
            <a:extLst>
              <a:ext uri="{FF2B5EF4-FFF2-40B4-BE49-F238E27FC236}">
                <a16:creationId xmlns:a16="http://schemas.microsoft.com/office/drawing/2014/main" id="{F8C5903A-CB31-2D83-7792-18777F11B9A5}"/>
              </a:ext>
            </a:extLst>
          </p:cNvPr>
          <p:cNvSpPr/>
          <p:nvPr/>
        </p:nvSpPr>
        <p:spPr>
          <a:xfrm>
            <a:off x="696000" y="4604870"/>
            <a:ext cx="1800000" cy="1440000"/>
          </a:xfrm>
          <a:prstGeom prst="wedgeRoundRectCallout">
            <a:avLst>
              <a:gd name="adj1" fmla="val 35650"/>
              <a:gd name="adj2" fmla="val 67176"/>
              <a:gd name="adj3" fmla="val 16667"/>
            </a:avLst>
          </a:prstGeom>
          <a:solidFill>
            <a:srgbClr val="181818"/>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360000" bIns="72000" rtlCol="0" anchor="ctr"/>
          <a:lstStyle/>
          <a:p>
            <a:r>
              <a:rPr lang="en-US" altLang="zh-CN" sz="3600" dirty="0">
                <a:solidFill>
                  <a:schemeClr val="bg1">
                    <a:lumMod val="50000"/>
                  </a:schemeClr>
                </a:solidFill>
              </a:rPr>
              <a:t>A</a:t>
            </a:r>
            <a:endParaRPr lang="zh-CN" altLang="en-US" sz="3600" dirty="0">
              <a:solidFill>
                <a:schemeClr val="bg1">
                  <a:lumMod val="50000"/>
                </a:schemeClr>
              </a:solidFill>
            </a:endParaRPr>
          </a:p>
        </p:txBody>
      </p:sp>
      <p:sp>
        <p:nvSpPr>
          <p:cNvPr id="10" name="矩形: 圆角 9">
            <a:extLst>
              <a:ext uri="{FF2B5EF4-FFF2-40B4-BE49-F238E27FC236}">
                <a16:creationId xmlns:a16="http://schemas.microsoft.com/office/drawing/2014/main" id="{002D2FF9-3A45-D7B8-6163-AE9052FE38CF}"/>
              </a:ext>
            </a:extLst>
          </p:cNvPr>
          <p:cNvSpPr/>
          <p:nvPr/>
        </p:nvSpPr>
        <p:spPr>
          <a:xfrm>
            <a:off x="2856000" y="4105197"/>
            <a:ext cx="8640000" cy="864000"/>
          </a:xfrm>
          <a:prstGeom prst="roundRect">
            <a:avLst>
              <a:gd name="adj" fmla="val 13641"/>
            </a:avLst>
          </a:prstGeom>
          <a:solidFill>
            <a:schemeClr val="bg1"/>
          </a:solidFill>
          <a:ln>
            <a:solidFill>
              <a:srgbClr val="6262B2"/>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pPr>
              <a:buClr>
                <a:srgbClr val="D7C1AD"/>
              </a:buClr>
            </a:pPr>
            <a:r>
              <a:rPr lang="en-US" altLang="zh-CN" sz="2000" dirty="0">
                <a:solidFill>
                  <a:schemeClr val="tx1"/>
                </a:solidFill>
              </a:rPr>
              <a:t>Leave the total number of new hires blank, as this concept does not apply.</a:t>
            </a:r>
            <a:br>
              <a:rPr lang="en-US" altLang="zh-CN" sz="2000" dirty="0">
                <a:solidFill>
                  <a:schemeClr val="tx1"/>
                </a:solidFill>
              </a:rPr>
            </a:br>
            <a:r>
              <a:rPr lang="en-US" altLang="zh-CN" sz="2000" dirty="0">
                <a:solidFill>
                  <a:schemeClr val="tx1"/>
                </a:solidFill>
              </a:rPr>
              <a:t>If the weekly count is zero, remove the entire row.</a:t>
            </a:r>
            <a:endParaRPr lang="zh-CN" altLang="en-US" sz="2000" dirty="0">
              <a:solidFill>
                <a:schemeClr val="tx1"/>
              </a:solidFill>
            </a:endParaRPr>
          </a:p>
        </p:txBody>
      </p:sp>
      <p:sp>
        <p:nvSpPr>
          <p:cNvPr id="12" name="矩形: 圆角 11">
            <a:extLst>
              <a:ext uri="{FF2B5EF4-FFF2-40B4-BE49-F238E27FC236}">
                <a16:creationId xmlns:a16="http://schemas.microsoft.com/office/drawing/2014/main" id="{004A129B-FDC2-8AA5-C7BC-C55FB1EF492C}"/>
              </a:ext>
            </a:extLst>
          </p:cNvPr>
          <p:cNvSpPr/>
          <p:nvPr/>
        </p:nvSpPr>
        <p:spPr>
          <a:xfrm>
            <a:off x="2856000" y="3333130"/>
            <a:ext cx="8640000" cy="576000"/>
          </a:xfrm>
          <a:prstGeom prst="roundRect">
            <a:avLst>
              <a:gd name="adj" fmla="val 21207"/>
            </a:avLst>
          </a:prstGeom>
          <a:solidFill>
            <a:schemeClr val="bg1"/>
          </a:solidFill>
          <a:ln>
            <a:solidFill>
              <a:srgbClr val="6262B2"/>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pPr>
              <a:buClr>
                <a:srgbClr val="D7C1AD"/>
              </a:buClr>
            </a:pPr>
            <a:r>
              <a:rPr lang="en-US" altLang="zh-CN" sz="2000" dirty="0">
                <a:solidFill>
                  <a:schemeClr val="tx1"/>
                </a:solidFill>
              </a:rPr>
              <a:t>List applications and interviews firstly to group the counts by status.</a:t>
            </a:r>
            <a:endParaRPr lang="zh-CN" altLang="en-US" sz="2000" dirty="0">
              <a:solidFill>
                <a:schemeClr val="tx1"/>
              </a:solidFill>
            </a:endParaRPr>
          </a:p>
        </p:txBody>
      </p:sp>
      <p:sp>
        <p:nvSpPr>
          <p:cNvPr id="14" name="文本框 13">
            <a:extLst>
              <a:ext uri="{FF2B5EF4-FFF2-40B4-BE49-F238E27FC236}">
                <a16:creationId xmlns:a16="http://schemas.microsoft.com/office/drawing/2014/main" id="{27C405BF-B7CC-4463-99C7-AFC1E0BEA740}"/>
              </a:ext>
            </a:extLst>
          </p:cNvPr>
          <p:cNvSpPr txBox="1"/>
          <p:nvPr/>
        </p:nvSpPr>
        <p:spPr>
          <a:xfrm>
            <a:off x="696000" y="4235538"/>
            <a:ext cx="1452642" cy="369332"/>
          </a:xfrm>
          <a:prstGeom prst="rect">
            <a:avLst/>
          </a:prstGeom>
          <a:noFill/>
        </p:spPr>
        <p:txBody>
          <a:bodyPr wrap="none" rtlCol="0">
            <a:spAutoFit/>
          </a:bodyPr>
          <a:lstStyle/>
          <a:p>
            <a:r>
              <a:rPr lang="en-US" altLang="zh-CN" dirty="0">
                <a:solidFill>
                  <a:srgbClr val="8C6644"/>
                </a:solidFill>
              </a:rPr>
              <a:t>For example,</a:t>
            </a:r>
            <a:endParaRPr lang="zh-CN" altLang="en-US" dirty="0">
              <a:solidFill>
                <a:srgbClr val="8C6644"/>
              </a:solidFill>
            </a:endParaRPr>
          </a:p>
        </p:txBody>
      </p:sp>
      <p:sp>
        <p:nvSpPr>
          <p:cNvPr id="16" name="矩形: 圆角 15">
            <a:extLst>
              <a:ext uri="{FF2B5EF4-FFF2-40B4-BE49-F238E27FC236}">
                <a16:creationId xmlns:a16="http://schemas.microsoft.com/office/drawing/2014/main" id="{22FBA7C6-8FA1-0B68-B4EA-BF587B1F94D3}"/>
              </a:ext>
            </a:extLst>
          </p:cNvPr>
          <p:cNvSpPr/>
          <p:nvPr/>
        </p:nvSpPr>
        <p:spPr>
          <a:xfrm>
            <a:off x="2856000" y="5165264"/>
            <a:ext cx="8640000" cy="1152000"/>
          </a:xfrm>
          <a:prstGeom prst="roundRect">
            <a:avLst>
              <a:gd name="adj" fmla="val 10702"/>
            </a:avLst>
          </a:prstGeom>
          <a:solidFill>
            <a:schemeClr val="bg1"/>
          </a:solidFill>
          <a:ln>
            <a:solidFill>
              <a:srgbClr val="6262B2"/>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pPr>
              <a:buClr>
                <a:srgbClr val="D7C1AD"/>
              </a:buClr>
            </a:pPr>
            <a:r>
              <a:rPr lang="en-US" altLang="zh-CN" sz="2000" dirty="0">
                <a:solidFill>
                  <a:schemeClr val="tx1"/>
                </a:solidFill>
              </a:rPr>
              <a:t>Key roles are defined as: </a:t>
            </a:r>
            <a:r>
              <a:rPr lang="zh-CN" altLang="en-US" sz="2000" dirty="0">
                <a:solidFill>
                  <a:schemeClr val="tx1"/>
                </a:solidFill>
              </a:rPr>
              <a:t>①</a:t>
            </a:r>
            <a:r>
              <a:rPr lang="en-US" altLang="zh-CN" sz="2000" dirty="0">
                <a:solidFill>
                  <a:schemeClr val="tx1"/>
                </a:solidFill>
              </a:rPr>
              <a:t> roles with a high volume of recent interviews, </a:t>
            </a:r>
            <a:r>
              <a:rPr lang="zh-CN" altLang="en-US" sz="2000" dirty="0">
                <a:solidFill>
                  <a:schemeClr val="tx1"/>
                </a:solidFill>
              </a:rPr>
              <a:t>②</a:t>
            </a:r>
            <a:r>
              <a:rPr lang="en-US" altLang="zh-CN" sz="2000" dirty="0">
                <a:solidFill>
                  <a:schemeClr val="tx1"/>
                </a:solidFill>
              </a:rPr>
              <a:t> senior-level roles, or </a:t>
            </a:r>
            <a:r>
              <a:rPr lang="zh-CN" altLang="en-US" sz="2000" dirty="0">
                <a:solidFill>
                  <a:schemeClr val="tx1"/>
                </a:solidFill>
              </a:rPr>
              <a:t>③</a:t>
            </a:r>
            <a:r>
              <a:rPr lang="en-US" altLang="zh-CN" sz="2000" dirty="0">
                <a:solidFill>
                  <a:schemeClr val="tx1"/>
                </a:solidFill>
              </a:rPr>
              <a:t> roles with significant business impact.</a:t>
            </a:r>
            <a:br>
              <a:rPr lang="en-US" altLang="zh-CN" sz="2000" dirty="0">
                <a:solidFill>
                  <a:schemeClr val="tx1"/>
                </a:solidFill>
              </a:rPr>
            </a:br>
            <a:r>
              <a:rPr lang="en-US" altLang="zh-CN" sz="2000" dirty="0">
                <a:solidFill>
                  <a:schemeClr val="tx1"/>
                </a:solidFill>
              </a:rPr>
              <a:t>Consolidate roles within the same functional area and job category.</a:t>
            </a:r>
            <a:endParaRPr lang="zh-CN" altLang="en-US" sz="2000" dirty="0">
              <a:solidFill>
                <a:schemeClr val="tx1"/>
              </a:solidFill>
            </a:endParaRPr>
          </a:p>
        </p:txBody>
      </p:sp>
      <p:cxnSp>
        <p:nvCxnSpPr>
          <p:cNvPr id="18" name="直接连接符 17">
            <a:extLst>
              <a:ext uri="{FF2B5EF4-FFF2-40B4-BE49-F238E27FC236}">
                <a16:creationId xmlns:a16="http://schemas.microsoft.com/office/drawing/2014/main" id="{EB466351-FCA1-C384-6A2E-E5BB9EDBFF3D}"/>
              </a:ext>
            </a:extLst>
          </p:cNvPr>
          <p:cNvCxnSpPr>
            <a:cxnSpLocks/>
            <a:endCxn id="12" idx="1"/>
          </p:cNvCxnSpPr>
          <p:nvPr/>
        </p:nvCxnSpPr>
        <p:spPr>
          <a:xfrm flipV="1">
            <a:off x="2043953" y="3621130"/>
            <a:ext cx="812047" cy="1230100"/>
          </a:xfrm>
          <a:prstGeom prst="line">
            <a:avLst/>
          </a:prstGeom>
          <a:ln>
            <a:solidFill>
              <a:srgbClr val="6262B2"/>
            </a:solidFill>
            <a:prstDash val="lgDash"/>
          </a:ln>
        </p:spPr>
        <p:style>
          <a:lnRef idx="2">
            <a:schemeClr val="accent1"/>
          </a:lnRef>
          <a:fillRef idx="0">
            <a:schemeClr val="accent1"/>
          </a:fillRef>
          <a:effectRef idx="1">
            <a:schemeClr val="accent1"/>
          </a:effectRef>
          <a:fontRef idx="minor">
            <a:schemeClr val="tx1"/>
          </a:fontRef>
        </p:style>
      </p:cxnSp>
      <p:cxnSp>
        <p:nvCxnSpPr>
          <p:cNvPr id="21" name="直接连接符 20">
            <a:extLst>
              <a:ext uri="{FF2B5EF4-FFF2-40B4-BE49-F238E27FC236}">
                <a16:creationId xmlns:a16="http://schemas.microsoft.com/office/drawing/2014/main" id="{98DC4235-97E2-1C36-81C0-2D7FF14F95BE}"/>
              </a:ext>
            </a:extLst>
          </p:cNvPr>
          <p:cNvCxnSpPr>
            <a:cxnSpLocks/>
            <a:stCxn id="10" idx="1"/>
          </p:cNvCxnSpPr>
          <p:nvPr/>
        </p:nvCxnSpPr>
        <p:spPr>
          <a:xfrm flipH="1">
            <a:off x="2148642" y="4537197"/>
            <a:ext cx="707358" cy="682081"/>
          </a:xfrm>
          <a:prstGeom prst="line">
            <a:avLst/>
          </a:prstGeom>
          <a:ln>
            <a:solidFill>
              <a:srgbClr val="6262B2"/>
            </a:solidFill>
            <a:prstDash val="lgDash"/>
          </a:ln>
        </p:spPr>
        <p:style>
          <a:lnRef idx="2">
            <a:schemeClr val="accent1"/>
          </a:lnRef>
          <a:fillRef idx="0">
            <a:schemeClr val="accent1"/>
          </a:fillRef>
          <a:effectRef idx="1">
            <a:schemeClr val="accent1"/>
          </a:effectRef>
          <a:fontRef idx="minor">
            <a:schemeClr val="tx1"/>
          </a:fontRef>
        </p:style>
      </p:cxnSp>
      <p:cxnSp>
        <p:nvCxnSpPr>
          <p:cNvPr id="24" name="直接连接符 23">
            <a:extLst>
              <a:ext uri="{FF2B5EF4-FFF2-40B4-BE49-F238E27FC236}">
                <a16:creationId xmlns:a16="http://schemas.microsoft.com/office/drawing/2014/main" id="{895CD426-069C-59A7-5C82-44F0E9A13E67}"/>
              </a:ext>
            </a:extLst>
          </p:cNvPr>
          <p:cNvCxnSpPr>
            <a:stCxn id="16" idx="1"/>
          </p:cNvCxnSpPr>
          <p:nvPr/>
        </p:nvCxnSpPr>
        <p:spPr>
          <a:xfrm flipH="1" flipV="1">
            <a:off x="2148642" y="5567082"/>
            <a:ext cx="707358" cy="174182"/>
          </a:xfrm>
          <a:prstGeom prst="line">
            <a:avLst/>
          </a:prstGeom>
          <a:ln>
            <a:solidFill>
              <a:srgbClr val="6262B2"/>
            </a:solidFill>
            <a:prstDash val="lgDash"/>
          </a:ln>
        </p:spPr>
        <p:style>
          <a:lnRef idx="2">
            <a:schemeClr val="accent1"/>
          </a:lnRef>
          <a:fillRef idx="0">
            <a:schemeClr val="accent1"/>
          </a:fillRef>
          <a:effectRef idx="1">
            <a:schemeClr val="accent1"/>
          </a:effectRef>
          <a:fontRef idx="minor">
            <a:schemeClr val="tx1"/>
          </a:fontRef>
        </p:style>
      </p:cxnSp>
      <p:sp>
        <p:nvSpPr>
          <p:cNvPr id="28" name="矩形: 圆角 27">
            <a:extLst>
              <a:ext uri="{FF2B5EF4-FFF2-40B4-BE49-F238E27FC236}">
                <a16:creationId xmlns:a16="http://schemas.microsoft.com/office/drawing/2014/main" id="{63DB1754-5936-CBD1-AD54-011BCCA16CCF}"/>
              </a:ext>
            </a:extLst>
          </p:cNvPr>
          <p:cNvSpPr/>
          <p:nvPr/>
        </p:nvSpPr>
        <p:spPr>
          <a:xfrm>
            <a:off x="2802000" y="3477130"/>
            <a:ext cx="108000" cy="288000"/>
          </a:xfrm>
          <a:prstGeom prst="roundRect">
            <a:avLst>
              <a:gd name="adj" fmla="val 50000"/>
            </a:avLst>
          </a:prstGeom>
          <a:solidFill>
            <a:srgbClr val="6262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a:extLst>
              <a:ext uri="{FF2B5EF4-FFF2-40B4-BE49-F238E27FC236}">
                <a16:creationId xmlns:a16="http://schemas.microsoft.com/office/drawing/2014/main" id="{7B58DCCD-801A-C36D-C867-AD611EBE1D9C}"/>
              </a:ext>
            </a:extLst>
          </p:cNvPr>
          <p:cNvSpPr/>
          <p:nvPr/>
        </p:nvSpPr>
        <p:spPr>
          <a:xfrm>
            <a:off x="2795679" y="4393197"/>
            <a:ext cx="108000" cy="288000"/>
          </a:xfrm>
          <a:prstGeom prst="roundRect">
            <a:avLst>
              <a:gd name="adj" fmla="val 50000"/>
            </a:avLst>
          </a:prstGeom>
          <a:solidFill>
            <a:srgbClr val="6262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a:extLst>
              <a:ext uri="{FF2B5EF4-FFF2-40B4-BE49-F238E27FC236}">
                <a16:creationId xmlns:a16="http://schemas.microsoft.com/office/drawing/2014/main" id="{CF4A4E05-B559-385C-5D58-08D2870C2B76}"/>
              </a:ext>
            </a:extLst>
          </p:cNvPr>
          <p:cNvSpPr/>
          <p:nvPr/>
        </p:nvSpPr>
        <p:spPr>
          <a:xfrm>
            <a:off x="2795679" y="5597264"/>
            <a:ext cx="108000" cy="288000"/>
          </a:xfrm>
          <a:prstGeom prst="roundRect">
            <a:avLst>
              <a:gd name="adj" fmla="val 50000"/>
            </a:avLst>
          </a:prstGeom>
          <a:solidFill>
            <a:srgbClr val="6262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5387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30FBC8-A2C8-C464-6542-CD4E13811750}"/>
              </a:ext>
            </a:extLst>
          </p:cNvPr>
          <p:cNvSpPr>
            <a:spLocks noGrp="1"/>
          </p:cNvSpPr>
          <p:nvPr>
            <p:ph type="title"/>
          </p:nvPr>
        </p:nvSpPr>
        <p:spPr/>
        <p:txBody>
          <a:bodyPr/>
          <a:lstStyle/>
          <a:p>
            <a:r>
              <a:rPr lang="en-US" altLang="zh-CN" dirty="0"/>
              <a:t>Additional Info</a:t>
            </a:r>
            <a:endParaRPr lang="zh-CN" altLang="en-US" dirty="0"/>
          </a:p>
        </p:txBody>
      </p:sp>
      <p:sp>
        <p:nvSpPr>
          <p:cNvPr id="3" name="内容占位符 2">
            <a:extLst>
              <a:ext uri="{FF2B5EF4-FFF2-40B4-BE49-F238E27FC236}">
                <a16:creationId xmlns:a16="http://schemas.microsoft.com/office/drawing/2014/main" id="{1DC8157D-6B99-C10A-7B01-608AEEFF2772}"/>
              </a:ext>
            </a:extLst>
          </p:cNvPr>
          <p:cNvSpPr>
            <a:spLocks noGrp="1"/>
          </p:cNvSpPr>
          <p:nvPr>
            <p:ph idx="1"/>
          </p:nvPr>
        </p:nvSpPr>
        <p:spPr>
          <a:xfrm>
            <a:off x="696000" y="1533130"/>
            <a:ext cx="10800000" cy="576000"/>
          </a:xfrm>
        </p:spPr>
        <p:txBody>
          <a:bodyPr>
            <a:normAutofit/>
          </a:bodyPr>
          <a:lstStyle/>
          <a:p>
            <a:pPr marL="0" indent="0">
              <a:buNone/>
            </a:pPr>
            <a:r>
              <a:rPr lang="en-US" altLang="zh-CN" sz="2400" dirty="0"/>
              <a:t>For more complex situations, additional information can also be provided.</a:t>
            </a:r>
            <a:endParaRPr lang="zh-CN" altLang="en-US" sz="2400" dirty="0"/>
          </a:p>
        </p:txBody>
      </p:sp>
      <p:sp>
        <p:nvSpPr>
          <p:cNvPr id="4" name="矩形: 圆角 3">
            <a:extLst>
              <a:ext uri="{FF2B5EF4-FFF2-40B4-BE49-F238E27FC236}">
                <a16:creationId xmlns:a16="http://schemas.microsoft.com/office/drawing/2014/main" id="{4D2727D1-7431-73C8-FDAE-6B4396A27882}"/>
              </a:ext>
            </a:extLst>
          </p:cNvPr>
          <p:cNvSpPr/>
          <p:nvPr/>
        </p:nvSpPr>
        <p:spPr>
          <a:xfrm>
            <a:off x="695998" y="2469130"/>
            <a:ext cx="10800000" cy="72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080000" tIns="36000" rIns="360000" bIns="36000" rtlCol="0" anchor="ctr"/>
          <a:lstStyle/>
          <a:p>
            <a:pPr>
              <a:buClr>
                <a:srgbClr val="D7C1AD"/>
              </a:buClr>
            </a:pPr>
            <a:r>
              <a:rPr lang="en-US" altLang="zh-CN" sz="2400" dirty="0">
                <a:solidFill>
                  <a:schemeClr val="tx1"/>
                </a:solidFill>
              </a:rPr>
              <a:t>Special Notes</a:t>
            </a:r>
            <a:endParaRPr lang="zh-CN" altLang="en-US" sz="2400" dirty="0">
              <a:solidFill>
                <a:schemeClr val="tx1"/>
              </a:solidFill>
            </a:endParaRPr>
          </a:p>
        </p:txBody>
      </p:sp>
      <p:sp>
        <p:nvSpPr>
          <p:cNvPr id="6" name="矩形: 圆角 5">
            <a:extLst>
              <a:ext uri="{FF2B5EF4-FFF2-40B4-BE49-F238E27FC236}">
                <a16:creationId xmlns:a16="http://schemas.microsoft.com/office/drawing/2014/main" id="{5F51C37E-40D2-30EB-327F-5747B7B8FDF7}"/>
              </a:ext>
            </a:extLst>
          </p:cNvPr>
          <p:cNvSpPr/>
          <p:nvPr/>
        </p:nvSpPr>
        <p:spPr>
          <a:xfrm>
            <a:off x="695998" y="3549130"/>
            <a:ext cx="10800000" cy="72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080000" tIns="36000" rIns="360000" bIns="36000" rtlCol="0" anchor="ctr"/>
          <a:lstStyle/>
          <a:p>
            <a:pPr>
              <a:buClr>
                <a:srgbClr val="D7C1AD"/>
              </a:buClr>
            </a:pPr>
            <a:r>
              <a:rPr lang="en-US" altLang="zh-CN" sz="2400" dirty="0">
                <a:solidFill>
                  <a:schemeClr val="tx1"/>
                </a:solidFill>
              </a:rPr>
              <a:t>Examples</a:t>
            </a:r>
            <a:endParaRPr lang="zh-CN" altLang="en-US" sz="2400" dirty="0">
              <a:solidFill>
                <a:schemeClr val="tx1"/>
              </a:solidFill>
            </a:endParaRPr>
          </a:p>
        </p:txBody>
      </p:sp>
      <p:sp>
        <p:nvSpPr>
          <p:cNvPr id="9" name="矩形: 圆角 8">
            <a:extLst>
              <a:ext uri="{FF2B5EF4-FFF2-40B4-BE49-F238E27FC236}">
                <a16:creationId xmlns:a16="http://schemas.microsoft.com/office/drawing/2014/main" id="{E810947E-3F1F-365E-B43F-F42268DDE779}"/>
              </a:ext>
            </a:extLst>
          </p:cNvPr>
          <p:cNvSpPr/>
          <p:nvPr/>
        </p:nvSpPr>
        <p:spPr>
          <a:xfrm>
            <a:off x="695998" y="4629130"/>
            <a:ext cx="10800000" cy="72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080000" tIns="36000" rIns="360000" bIns="36000" rtlCol="0" anchor="ctr"/>
          <a:lstStyle/>
          <a:p>
            <a:pPr>
              <a:buClr>
                <a:srgbClr val="D7C1AD"/>
              </a:buClr>
            </a:pPr>
            <a:r>
              <a:rPr lang="en-US" altLang="zh-CN" sz="2400" dirty="0">
                <a:solidFill>
                  <a:schemeClr val="tx1"/>
                </a:solidFill>
              </a:rPr>
              <a:t>Verification Checklist</a:t>
            </a:r>
            <a:endParaRPr lang="zh-CN" altLang="en-US" sz="2400" dirty="0">
              <a:solidFill>
                <a:schemeClr val="tx1"/>
              </a:solidFill>
            </a:endParaRPr>
          </a:p>
        </p:txBody>
      </p:sp>
      <p:pic>
        <p:nvPicPr>
          <p:cNvPr id="11" name="图形 10" descr="混在一起的剪贴板 轮廓">
            <a:extLst>
              <a:ext uri="{FF2B5EF4-FFF2-40B4-BE49-F238E27FC236}">
                <a16:creationId xmlns:a16="http://schemas.microsoft.com/office/drawing/2014/main" id="{FE8ECB77-6AB8-E7E3-B63C-80EA303F2B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6494" y="4629130"/>
            <a:ext cx="720000" cy="720000"/>
          </a:xfrm>
          <a:prstGeom prst="rect">
            <a:avLst/>
          </a:prstGeom>
        </p:spPr>
      </p:pic>
      <p:pic>
        <p:nvPicPr>
          <p:cNvPr id="13" name="图形 12" descr="推车 轮廓">
            <a:extLst>
              <a:ext uri="{FF2B5EF4-FFF2-40B4-BE49-F238E27FC236}">
                <a16:creationId xmlns:a16="http://schemas.microsoft.com/office/drawing/2014/main" id="{88922394-B462-7953-9381-101FAB9AAA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6494" y="3549130"/>
            <a:ext cx="720000" cy="720000"/>
          </a:xfrm>
          <a:prstGeom prst="rect">
            <a:avLst/>
          </a:prstGeom>
        </p:spPr>
      </p:pic>
      <p:pic>
        <p:nvPicPr>
          <p:cNvPr id="15" name="图形 14" descr="评论重要 轮廓">
            <a:extLst>
              <a:ext uri="{FF2B5EF4-FFF2-40B4-BE49-F238E27FC236}">
                <a16:creationId xmlns:a16="http://schemas.microsoft.com/office/drawing/2014/main" id="{72A080B3-1CB0-3688-3230-582BC71FDF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6494" y="2469130"/>
            <a:ext cx="720000" cy="720000"/>
          </a:xfrm>
          <a:prstGeom prst="rect">
            <a:avLst/>
          </a:prstGeom>
        </p:spPr>
      </p:pic>
    </p:spTree>
    <p:extLst>
      <p:ext uri="{BB962C8B-B14F-4D97-AF65-F5344CB8AC3E}">
        <p14:creationId xmlns:p14="http://schemas.microsoft.com/office/powerpoint/2010/main" val="277829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30EB8-9BF9-4E03-B5B8-5DF5401E2616}"/>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86D34282-EB7C-CDD5-E732-5421DC7DDB2F}"/>
              </a:ext>
            </a:extLst>
          </p:cNvPr>
          <p:cNvSpPr/>
          <p:nvPr/>
        </p:nvSpPr>
        <p:spPr>
          <a:xfrm>
            <a:off x="0" y="1008000"/>
            <a:ext cx="8640000" cy="1296000"/>
          </a:xfrm>
          <a:prstGeom prst="rect">
            <a:avLst/>
          </a:prstGeom>
          <a:gradFill flip="none" rotWithShape="1">
            <a:gsLst>
              <a:gs pos="50000">
                <a:srgbClr val="F4E7DA"/>
              </a:gs>
              <a:gs pos="100000">
                <a:srgbClr val="F4E7DA">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0" tIns="216000" rIns="360000" bIns="360000" rtlCol="0" anchor="ctr"/>
          <a:lstStyle/>
          <a:p>
            <a:r>
              <a:rPr lang="en-US" altLang="zh-CN" sz="3600" dirty="0">
                <a:solidFill>
                  <a:srgbClr val="8C6644"/>
                </a:solidFill>
              </a:rPr>
              <a:t>Solid Soft Skill</a:t>
            </a:r>
            <a:endParaRPr lang="zh-CN" altLang="en-US" sz="3600" dirty="0">
              <a:solidFill>
                <a:srgbClr val="8C6644"/>
              </a:solidFill>
            </a:endParaRPr>
          </a:p>
        </p:txBody>
      </p:sp>
      <p:sp>
        <p:nvSpPr>
          <p:cNvPr id="6" name="矩形: 圆角 5">
            <a:extLst>
              <a:ext uri="{FF2B5EF4-FFF2-40B4-BE49-F238E27FC236}">
                <a16:creationId xmlns:a16="http://schemas.microsoft.com/office/drawing/2014/main" id="{74C4E9FD-5D13-04D4-3F62-12D2F6732813}"/>
              </a:ext>
            </a:extLst>
          </p:cNvPr>
          <p:cNvSpPr/>
          <p:nvPr/>
        </p:nvSpPr>
        <p:spPr>
          <a:xfrm>
            <a:off x="1776000" y="2015998"/>
            <a:ext cx="8640000" cy="180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Engineering</a:t>
            </a:r>
            <a:endParaRPr lang="zh-CN" altLang="en-US" sz="3200" dirty="0">
              <a:solidFill>
                <a:schemeClr val="tx1"/>
              </a:solidFill>
            </a:endParaRPr>
          </a:p>
        </p:txBody>
      </p:sp>
      <p:sp>
        <p:nvSpPr>
          <p:cNvPr id="13" name="文本占位符 12">
            <a:extLst>
              <a:ext uri="{FF2B5EF4-FFF2-40B4-BE49-F238E27FC236}">
                <a16:creationId xmlns:a16="http://schemas.microsoft.com/office/drawing/2014/main" id="{7CB69323-20FE-448D-5E76-3AB59AF331B9}"/>
              </a:ext>
            </a:extLst>
          </p:cNvPr>
          <p:cNvSpPr>
            <a:spLocks noGrp="1"/>
          </p:cNvSpPr>
          <p:nvPr>
            <p:ph type="body" sz="quarter" idx="10"/>
          </p:nvPr>
        </p:nvSpPr>
        <p:spPr/>
        <p:txBody>
          <a:bodyPr lIns="1800000"/>
          <a:lstStyle/>
          <a:p>
            <a:r>
              <a:rPr lang="en-US" altLang="zh-CN" dirty="0"/>
              <a:t>Premium Soft Skill</a:t>
            </a:r>
            <a:endParaRPr lang="zh-CN" altLang="en-US" dirty="0"/>
          </a:p>
        </p:txBody>
      </p:sp>
      <p:sp>
        <p:nvSpPr>
          <p:cNvPr id="16" name="文本占位符 15">
            <a:extLst>
              <a:ext uri="{FF2B5EF4-FFF2-40B4-BE49-F238E27FC236}">
                <a16:creationId xmlns:a16="http://schemas.microsoft.com/office/drawing/2014/main" id="{7E341F78-14A8-E978-C0DB-2705D72E1BAC}"/>
              </a:ext>
            </a:extLst>
          </p:cNvPr>
          <p:cNvSpPr>
            <a:spLocks noGrp="1"/>
          </p:cNvSpPr>
          <p:nvPr>
            <p:ph type="body" idx="1"/>
          </p:nvPr>
        </p:nvSpPr>
        <p:spPr/>
        <p:txBody>
          <a:bodyPr anchor="ctr">
            <a:normAutofit/>
          </a:bodyPr>
          <a:lstStyle/>
          <a:p>
            <a:pPr algn="ctr"/>
            <a:r>
              <a:rPr lang="en-US" altLang="zh-CN" sz="2800" dirty="0"/>
              <a:t>Improve overall efficiency</a:t>
            </a:r>
            <a:br>
              <a:rPr lang="en-US" altLang="zh-CN" sz="2800" dirty="0"/>
            </a:br>
            <a:r>
              <a:rPr lang="en-US" altLang="zh-CN" sz="2800" dirty="0"/>
              <a:t>by preparing the data in advance</a:t>
            </a:r>
            <a:endParaRPr lang="zh-CN" altLang="en-US" sz="2800" dirty="0"/>
          </a:p>
        </p:txBody>
      </p:sp>
      <p:sp>
        <p:nvSpPr>
          <p:cNvPr id="14" name="标题 13">
            <a:extLst>
              <a:ext uri="{FF2B5EF4-FFF2-40B4-BE49-F238E27FC236}">
                <a16:creationId xmlns:a16="http://schemas.microsoft.com/office/drawing/2014/main" id="{85C62E4E-0854-18D6-6B03-58372D5D6347}"/>
              </a:ext>
            </a:extLst>
          </p:cNvPr>
          <p:cNvSpPr>
            <a:spLocks noGrp="1"/>
          </p:cNvSpPr>
          <p:nvPr>
            <p:ph type="title"/>
          </p:nvPr>
        </p:nvSpPr>
        <p:spPr/>
        <p:txBody>
          <a:bodyPr/>
          <a:lstStyle/>
          <a:p>
            <a:r>
              <a:rPr lang="en-US" altLang="zh-CN" dirty="0"/>
              <a:t>Advance Data Preparation</a:t>
            </a:r>
            <a:endParaRPr lang="zh-CN" altLang="en-US" dirty="0"/>
          </a:p>
        </p:txBody>
      </p:sp>
      <p:sp>
        <p:nvSpPr>
          <p:cNvPr id="7" name="椭圆 6">
            <a:extLst>
              <a:ext uri="{FF2B5EF4-FFF2-40B4-BE49-F238E27FC236}">
                <a16:creationId xmlns:a16="http://schemas.microsoft.com/office/drawing/2014/main" id="{D0983FC8-10FB-D8BB-D742-E99CEB0ECA2A}"/>
              </a:ext>
            </a:extLst>
          </p:cNvPr>
          <p:cNvSpPr/>
          <p:nvPr/>
        </p:nvSpPr>
        <p:spPr>
          <a:xfrm>
            <a:off x="795128" y="1078277"/>
            <a:ext cx="720000" cy="720000"/>
          </a:xfrm>
          <a:prstGeom prst="ellipse">
            <a:avLst/>
          </a:prstGeom>
          <a:solidFill>
            <a:schemeClr val="bg1"/>
          </a:solidFill>
          <a:ln>
            <a:solidFill>
              <a:srgbClr val="D7C1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8C6644"/>
                </a:solidFill>
              </a:rPr>
              <a:t>2</a:t>
            </a:r>
            <a:endParaRPr lang="zh-CN" altLang="en-US" sz="3200" dirty="0">
              <a:solidFill>
                <a:srgbClr val="8C6644"/>
              </a:solidFill>
            </a:endParaRPr>
          </a:p>
        </p:txBody>
      </p:sp>
    </p:spTree>
    <p:extLst>
      <p:ext uri="{BB962C8B-B14F-4D97-AF65-F5344CB8AC3E}">
        <p14:creationId xmlns:p14="http://schemas.microsoft.com/office/powerpoint/2010/main" val="1745544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15736875-FDD9-4A16-D939-97A2C7B6F925}"/>
              </a:ext>
            </a:extLst>
          </p:cNvPr>
          <p:cNvSpPr>
            <a:spLocks noGrp="1"/>
          </p:cNvSpPr>
          <p:nvPr>
            <p:ph type="title"/>
          </p:nvPr>
        </p:nvSpPr>
        <p:spPr/>
        <p:txBody>
          <a:bodyPr/>
          <a:lstStyle/>
          <a:p>
            <a:r>
              <a:rPr lang="en-US" altLang="zh-CN" dirty="0"/>
              <a:t>Data Access</a:t>
            </a:r>
            <a:endParaRPr lang="zh-CN" altLang="en-US" dirty="0"/>
          </a:p>
        </p:txBody>
      </p:sp>
      <p:graphicFrame>
        <p:nvGraphicFramePr>
          <p:cNvPr id="10" name="内容占位符 9">
            <a:extLst>
              <a:ext uri="{FF2B5EF4-FFF2-40B4-BE49-F238E27FC236}">
                <a16:creationId xmlns:a16="http://schemas.microsoft.com/office/drawing/2014/main" id="{56FF7623-E0A4-6472-1733-8CE9AC0FEC6A}"/>
              </a:ext>
            </a:extLst>
          </p:cNvPr>
          <p:cNvGraphicFramePr>
            <a:graphicFrameLocks noGrp="1"/>
          </p:cNvGraphicFramePr>
          <p:nvPr>
            <p:ph idx="1"/>
            <p:extLst>
              <p:ext uri="{D42A27DB-BD31-4B8C-83A1-F6EECF244321}">
                <p14:modId xmlns:p14="http://schemas.microsoft.com/office/powerpoint/2010/main" val="2134594479"/>
              </p:ext>
            </p:extLst>
          </p:nvPr>
        </p:nvGraphicFramePr>
        <p:xfrm>
          <a:off x="1415998" y="548259"/>
          <a:ext cx="10080000" cy="612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矩形: 圆角 13">
            <a:extLst>
              <a:ext uri="{FF2B5EF4-FFF2-40B4-BE49-F238E27FC236}">
                <a16:creationId xmlns:a16="http://schemas.microsoft.com/office/drawing/2014/main" id="{3454815A-C440-DC9B-5303-B58D4879FE4B}"/>
              </a:ext>
            </a:extLst>
          </p:cNvPr>
          <p:cNvSpPr/>
          <p:nvPr/>
        </p:nvSpPr>
        <p:spPr>
          <a:xfrm>
            <a:off x="696000" y="5877741"/>
            <a:ext cx="2160000" cy="432000"/>
          </a:xfrm>
          <a:prstGeom prst="roundRect">
            <a:avLst/>
          </a:prstGeom>
          <a:noFill/>
          <a:ln>
            <a:solidFill>
              <a:srgbClr val="C0AD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Considerations</a:t>
            </a:r>
            <a:endParaRPr lang="zh-CN" altLang="en-US" dirty="0">
              <a:solidFill>
                <a:srgbClr val="6262B2"/>
              </a:solidFill>
            </a:endParaRPr>
          </a:p>
        </p:txBody>
      </p:sp>
    </p:spTree>
    <p:extLst>
      <p:ext uri="{BB962C8B-B14F-4D97-AF65-F5344CB8AC3E}">
        <p14:creationId xmlns:p14="http://schemas.microsoft.com/office/powerpoint/2010/main" val="855372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a:extLst>
              <a:ext uri="{FF2B5EF4-FFF2-40B4-BE49-F238E27FC236}">
                <a16:creationId xmlns:a16="http://schemas.microsoft.com/office/drawing/2014/main" id="{C29C9EFA-2653-FD62-58A1-B6DF6E1DA310}"/>
              </a:ext>
            </a:extLst>
          </p:cNvPr>
          <p:cNvSpPr/>
          <p:nvPr/>
        </p:nvSpPr>
        <p:spPr>
          <a:xfrm>
            <a:off x="695996" y="3909130"/>
            <a:ext cx="10800000" cy="2304000"/>
          </a:xfrm>
          <a:prstGeom prst="roundRect">
            <a:avLst>
              <a:gd name="adj" fmla="val 6003"/>
            </a:avLst>
          </a:prstGeom>
          <a:solidFill>
            <a:schemeClr val="bg1"/>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4AC585BF-5066-CF98-E94C-2B39275733A6}"/>
              </a:ext>
            </a:extLst>
          </p:cNvPr>
          <p:cNvSpPr>
            <a:spLocks noGrp="1"/>
          </p:cNvSpPr>
          <p:nvPr>
            <p:ph type="title"/>
          </p:nvPr>
        </p:nvSpPr>
        <p:spPr/>
        <p:txBody>
          <a:bodyPr/>
          <a:lstStyle/>
          <a:p>
            <a:r>
              <a:rPr lang="en-US" altLang="zh-CN" dirty="0"/>
              <a:t>Key</a:t>
            </a:r>
            <a:r>
              <a:rPr lang="zh-CN" altLang="en-US" dirty="0"/>
              <a:t> </a:t>
            </a:r>
            <a:r>
              <a:rPr lang="en-US" altLang="zh-CN" dirty="0"/>
              <a:t>Data Preparation</a:t>
            </a:r>
            <a:endParaRPr lang="zh-CN" altLang="en-US" dirty="0"/>
          </a:p>
        </p:txBody>
      </p:sp>
      <p:sp>
        <p:nvSpPr>
          <p:cNvPr id="3" name="内容占位符 2">
            <a:extLst>
              <a:ext uri="{FF2B5EF4-FFF2-40B4-BE49-F238E27FC236}">
                <a16:creationId xmlns:a16="http://schemas.microsoft.com/office/drawing/2014/main" id="{FA08B4C7-ED24-BBA0-4A82-AC5E906B5611}"/>
              </a:ext>
            </a:extLst>
          </p:cNvPr>
          <p:cNvSpPr>
            <a:spLocks noGrp="1"/>
          </p:cNvSpPr>
          <p:nvPr>
            <p:ph idx="1"/>
          </p:nvPr>
        </p:nvSpPr>
        <p:spPr>
          <a:xfrm>
            <a:off x="696000" y="2109130"/>
            <a:ext cx="10800000" cy="648000"/>
          </a:xfrm>
          <a:prstGeom prst="round2SameRect">
            <a:avLst>
              <a:gd name="adj1" fmla="val 0"/>
              <a:gd name="adj2" fmla="val 14007"/>
            </a:avLst>
          </a:prstGeom>
          <a:solidFill>
            <a:srgbClr val="E3DAF4"/>
          </a:solidFill>
          <a:ln w="12700">
            <a:solidFill>
              <a:schemeClr val="bg1"/>
            </a:solidFill>
          </a:ln>
          <a:effectLst>
            <a:outerShdw blurRad="76200" dist="38100" dir="5400000" algn="t" rotWithShape="0">
              <a:srgbClr val="6262B2">
                <a:alpha val="40000"/>
              </a:srgbClr>
            </a:outerShdw>
          </a:effectLst>
        </p:spPr>
        <p:txBody>
          <a:bodyPr anchor="ctr">
            <a:noAutofit/>
          </a:bodyPr>
          <a:lstStyle/>
          <a:p>
            <a:pPr marL="0" indent="0">
              <a:buNone/>
            </a:pPr>
            <a:r>
              <a:rPr lang="en-US" altLang="zh-CN" dirty="0"/>
              <a:t>to streamline the data collection and dependency analysis phases</a:t>
            </a:r>
            <a:endParaRPr lang="zh-CN" altLang="en-US" dirty="0"/>
          </a:p>
        </p:txBody>
      </p:sp>
      <p:sp>
        <p:nvSpPr>
          <p:cNvPr id="5" name="文本框 4">
            <a:extLst>
              <a:ext uri="{FF2B5EF4-FFF2-40B4-BE49-F238E27FC236}">
                <a16:creationId xmlns:a16="http://schemas.microsoft.com/office/drawing/2014/main" id="{236ED1C8-FBC4-4A47-B969-96D9B06516AA}"/>
              </a:ext>
            </a:extLst>
          </p:cNvPr>
          <p:cNvSpPr txBox="1"/>
          <p:nvPr/>
        </p:nvSpPr>
        <p:spPr>
          <a:xfrm>
            <a:off x="696000" y="1533130"/>
            <a:ext cx="6094878" cy="576000"/>
          </a:xfrm>
          <a:prstGeom prst="round2SameRect">
            <a:avLst/>
          </a:prstGeom>
          <a:solidFill>
            <a:schemeClr val="bg1"/>
          </a:solidFill>
          <a:ln w="12700">
            <a:solidFill>
              <a:schemeClr val="bg1"/>
            </a:solidFill>
          </a:ln>
          <a:effectLst>
            <a:outerShdw blurRad="76200" dist="38100" dir="16200000" rotWithShape="0">
              <a:srgbClr val="6262B2">
                <a:alpha val="40000"/>
              </a:srgbClr>
            </a:outerShdw>
          </a:effectLst>
        </p:spPr>
        <p:txBody>
          <a:bodyPr wrap="square" anchor="ctr">
            <a:noAutofit/>
          </a:bodyPr>
          <a:lstStyle/>
          <a:p>
            <a:r>
              <a:rPr lang="en-US" altLang="zh-CN" sz="2800" dirty="0"/>
              <a:t>Clarify the key data and data flows </a:t>
            </a:r>
            <a:endParaRPr lang="zh-CN" altLang="en-US" dirty="0"/>
          </a:p>
        </p:txBody>
      </p:sp>
      <p:pic>
        <p:nvPicPr>
          <p:cNvPr id="7" name="图形 6" descr="数据库 轮廓">
            <a:extLst>
              <a:ext uri="{FF2B5EF4-FFF2-40B4-BE49-F238E27FC236}">
                <a16:creationId xmlns:a16="http://schemas.microsoft.com/office/drawing/2014/main" id="{F65D0061-8BB1-EFD5-71C2-573F11B1A8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44000" y="957130"/>
            <a:ext cx="1152000" cy="1152000"/>
          </a:xfrm>
          <a:prstGeom prst="rect">
            <a:avLst/>
          </a:prstGeom>
        </p:spPr>
      </p:pic>
      <p:cxnSp>
        <p:nvCxnSpPr>
          <p:cNvPr id="21" name="直接连接符 20">
            <a:extLst>
              <a:ext uri="{FF2B5EF4-FFF2-40B4-BE49-F238E27FC236}">
                <a16:creationId xmlns:a16="http://schemas.microsoft.com/office/drawing/2014/main" id="{70D25145-FABA-4A87-CF20-39147A7EC8EA}"/>
              </a:ext>
            </a:extLst>
          </p:cNvPr>
          <p:cNvCxnSpPr>
            <a:cxnSpLocks/>
          </p:cNvCxnSpPr>
          <p:nvPr/>
        </p:nvCxnSpPr>
        <p:spPr>
          <a:xfrm>
            <a:off x="695998" y="4100871"/>
            <a:ext cx="10800000"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23" name="直接连接符 22">
            <a:extLst>
              <a:ext uri="{FF2B5EF4-FFF2-40B4-BE49-F238E27FC236}">
                <a16:creationId xmlns:a16="http://schemas.microsoft.com/office/drawing/2014/main" id="{B065D083-8159-9472-E86B-87B3D96C593B}"/>
              </a:ext>
            </a:extLst>
          </p:cNvPr>
          <p:cNvCxnSpPr>
            <a:cxnSpLocks/>
          </p:cNvCxnSpPr>
          <p:nvPr/>
        </p:nvCxnSpPr>
        <p:spPr>
          <a:xfrm>
            <a:off x="695996" y="4643235"/>
            <a:ext cx="10800000"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24" name="直接连接符 23">
            <a:extLst>
              <a:ext uri="{FF2B5EF4-FFF2-40B4-BE49-F238E27FC236}">
                <a16:creationId xmlns:a16="http://schemas.microsoft.com/office/drawing/2014/main" id="{CA8A3B35-ECA9-4DC2-1CE0-44249A91E757}"/>
              </a:ext>
            </a:extLst>
          </p:cNvPr>
          <p:cNvCxnSpPr>
            <a:cxnSpLocks/>
          </p:cNvCxnSpPr>
          <p:nvPr/>
        </p:nvCxnSpPr>
        <p:spPr>
          <a:xfrm>
            <a:off x="695996" y="5228182"/>
            <a:ext cx="10800000"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25" name="直接连接符 24">
            <a:extLst>
              <a:ext uri="{FF2B5EF4-FFF2-40B4-BE49-F238E27FC236}">
                <a16:creationId xmlns:a16="http://schemas.microsoft.com/office/drawing/2014/main" id="{9899CAC9-93D1-8A48-9B4E-C74D6C660E6C}"/>
              </a:ext>
            </a:extLst>
          </p:cNvPr>
          <p:cNvCxnSpPr>
            <a:cxnSpLocks/>
          </p:cNvCxnSpPr>
          <p:nvPr/>
        </p:nvCxnSpPr>
        <p:spPr>
          <a:xfrm>
            <a:off x="695996" y="5826577"/>
            <a:ext cx="10800000"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27" name="直接连接符 26">
            <a:extLst>
              <a:ext uri="{FF2B5EF4-FFF2-40B4-BE49-F238E27FC236}">
                <a16:creationId xmlns:a16="http://schemas.microsoft.com/office/drawing/2014/main" id="{88102411-80C2-700F-E372-1BE4FD3A1980}"/>
              </a:ext>
            </a:extLst>
          </p:cNvPr>
          <p:cNvCxnSpPr/>
          <p:nvPr/>
        </p:nvCxnSpPr>
        <p:spPr>
          <a:xfrm>
            <a:off x="7115313"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29" name="直接连接符 28">
            <a:extLst>
              <a:ext uri="{FF2B5EF4-FFF2-40B4-BE49-F238E27FC236}">
                <a16:creationId xmlns:a16="http://schemas.microsoft.com/office/drawing/2014/main" id="{0AE2CAAA-CCCC-08D1-01C0-D7CE23A12ED7}"/>
              </a:ext>
            </a:extLst>
          </p:cNvPr>
          <p:cNvCxnSpPr/>
          <p:nvPr/>
        </p:nvCxnSpPr>
        <p:spPr>
          <a:xfrm>
            <a:off x="917875" y="4100871"/>
            <a:ext cx="0" cy="2112259"/>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1" name="直接连接符 30">
            <a:extLst>
              <a:ext uri="{FF2B5EF4-FFF2-40B4-BE49-F238E27FC236}">
                <a16:creationId xmlns:a16="http://schemas.microsoft.com/office/drawing/2014/main" id="{C9A8FB6D-D083-0B8B-AB05-AD27D9BE54EE}"/>
              </a:ext>
            </a:extLst>
          </p:cNvPr>
          <p:cNvCxnSpPr/>
          <p:nvPr/>
        </p:nvCxnSpPr>
        <p:spPr>
          <a:xfrm>
            <a:off x="3221875"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BE48F3D2-12E7-5DC9-C405-85384F53B039}"/>
              </a:ext>
            </a:extLst>
          </p:cNvPr>
          <p:cNvCxnSpPr/>
          <p:nvPr/>
        </p:nvCxnSpPr>
        <p:spPr>
          <a:xfrm>
            <a:off x="5171313"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4" name="直接连接符 33">
            <a:extLst>
              <a:ext uri="{FF2B5EF4-FFF2-40B4-BE49-F238E27FC236}">
                <a16:creationId xmlns:a16="http://schemas.microsoft.com/office/drawing/2014/main" id="{07F4A4C9-C8F7-8654-5B74-7495260E3BBF}"/>
              </a:ext>
            </a:extLst>
          </p:cNvPr>
          <p:cNvCxnSpPr/>
          <p:nvPr/>
        </p:nvCxnSpPr>
        <p:spPr>
          <a:xfrm>
            <a:off x="9059313"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5" name="直接连接符 34">
            <a:extLst>
              <a:ext uri="{FF2B5EF4-FFF2-40B4-BE49-F238E27FC236}">
                <a16:creationId xmlns:a16="http://schemas.microsoft.com/office/drawing/2014/main" id="{574A4296-8703-7343-FBA2-868FF8BC5E71}"/>
              </a:ext>
            </a:extLst>
          </p:cNvPr>
          <p:cNvCxnSpPr/>
          <p:nvPr/>
        </p:nvCxnSpPr>
        <p:spPr>
          <a:xfrm>
            <a:off x="11003313"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6" name="直接连接符 35">
            <a:extLst>
              <a:ext uri="{FF2B5EF4-FFF2-40B4-BE49-F238E27FC236}">
                <a16:creationId xmlns:a16="http://schemas.microsoft.com/office/drawing/2014/main" id="{06DDF17D-62DE-A728-37AA-AF23ADEFCFEC}"/>
              </a:ext>
            </a:extLst>
          </p:cNvPr>
          <p:cNvCxnSpPr>
            <a:cxnSpLocks/>
          </p:cNvCxnSpPr>
          <p:nvPr/>
        </p:nvCxnSpPr>
        <p:spPr>
          <a:xfrm>
            <a:off x="3221875" y="4374294"/>
            <a:ext cx="8274121"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8" name="直接连接符 37">
            <a:extLst>
              <a:ext uri="{FF2B5EF4-FFF2-40B4-BE49-F238E27FC236}">
                <a16:creationId xmlns:a16="http://schemas.microsoft.com/office/drawing/2014/main" id="{8A428194-C7B8-957E-4636-56448B6C512B}"/>
              </a:ext>
            </a:extLst>
          </p:cNvPr>
          <p:cNvCxnSpPr>
            <a:cxnSpLocks/>
          </p:cNvCxnSpPr>
          <p:nvPr/>
        </p:nvCxnSpPr>
        <p:spPr>
          <a:xfrm>
            <a:off x="3221875" y="4943553"/>
            <a:ext cx="8274121"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39" name="直接连接符 38">
            <a:extLst>
              <a:ext uri="{FF2B5EF4-FFF2-40B4-BE49-F238E27FC236}">
                <a16:creationId xmlns:a16="http://schemas.microsoft.com/office/drawing/2014/main" id="{F4AFB9AF-4730-3FBE-78B4-5E19581F73BD}"/>
              </a:ext>
            </a:extLst>
          </p:cNvPr>
          <p:cNvCxnSpPr>
            <a:cxnSpLocks/>
          </p:cNvCxnSpPr>
          <p:nvPr/>
        </p:nvCxnSpPr>
        <p:spPr>
          <a:xfrm>
            <a:off x="3221875" y="5541947"/>
            <a:ext cx="8274121"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0" name="直接连接符 39">
            <a:extLst>
              <a:ext uri="{FF2B5EF4-FFF2-40B4-BE49-F238E27FC236}">
                <a16:creationId xmlns:a16="http://schemas.microsoft.com/office/drawing/2014/main" id="{1220DD4A-D23F-99F4-760E-015EA7C95735}"/>
              </a:ext>
            </a:extLst>
          </p:cNvPr>
          <p:cNvCxnSpPr>
            <a:cxnSpLocks/>
          </p:cNvCxnSpPr>
          <p:nvPr/>
        </p:nvCxnSpPr>
        <p:spPr>
          <a:xfrm>
            <a:off x="3221875" y="6106724"/>
            <a:ext cx="8274121" cy="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1" name="直接连接符 40">
            <a:extLst>
              <a:ext uri="{FF2B5EF4-FFF2-40B4-BE49-F238E27FC236}">
                <a16:creationId xmlns:a16="http://schemas.microsoft.com/office/drawing/2014/main" id="{FF2051A0-0B92-9255-F084-FA0347C1293B}"/>
              </a:ext>
            </a:extLst>
          </p:cNvPr>
          <p:cNvCxnSpPr/>
          <p:nvPr/>
        </p:nvCxnSpPr>
        <p:spPr>
          <a:xfrm>
            <a:off x="4200884"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2" name="直接连接符 41">
            <a:extLst>
              <a:ext uri="{FF2B5EF4-FFF2-40B4-BE49-F238E27FC236}">
                <a16:creationId xmlns:a16="http://schemas.microsoft.com/office/drawing/2014/main" id="{B1C35237-8D50-ADFC-5B68-F95E4E5FB35C}"/>
              </a:ext>
            </a:extLst>
          </p:cNvPr>
          <p:cNvCxnSpPr/>
          <p:nvPr/>
        </p:nvCxnSpPr>
        <p:spPr>
          <a:xfrm>
            <a:off x="6096000"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3" name="直接连接符 42">
            <a:extLst>
              <a:ext uri="{FF2B5EF4-FFF2-40B4-BE49-F238E27FC236}">
                <a16:creationId xmlns:a16="http://schemas.microsoft.com/office/drawing/2014/main" id="{1B6F7EC5-8694-0DDB-3507-D7861710BE9F}"/>
              </a:ext>
            </a:extLst>
          </p:cNvPr>
          <p:cNvCxnSpPr/>
          <p:nvPr/>
        </p:nvCxnSpPr>
        <p:spPr>
          <a:xfrm>
            <a:off x="8087083"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4" name="直接连接符 43">
            <a:extLst>
              <a:ext uri="{FF2B5EF4-FFF2-40B4-BE49-F238E27FC236}">
                <a16:creationId xmlns:a16="http://schemas.microsoft.com/office/drawing/2014/main" id="{376D9C89-D427-8EF0-67CD-A56CB3CF4F36}"/>
              </a:ext>
            </a:extLst>
          </p:cNvPr>
          <p:cNvCxnSpPr/>
          <p:nvPr/>
        </p:nvCxnSpPr>
        <p:spPr>
          <a:xfrm>
            <a:off x="10097419"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5" name="直接连接符 44">
            <a:extLst>
              <a:ext uri="{FF2B5EF4-FFF2-40B4-BE49-F238E27FC236}">
                <a16:creationId xmlns:a16="http://schemas.microsoft.com/office/drawing/2014/main" id="{B8D0B889-3271-DAB3-852A-3744F45699FB}"/>
              </a:ext>
            </a:extLst>
          </p:cNvPr>
          <p:cNvCxnSpPr/>
          <p:nvPr/>
        </p:nvCxnSpPr>
        <p:spPr>
          <a:xfrm>
            <a:off x="1645942"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cxnSp>
        <p:nvCxnSpPr>
          <p:cNvPr id="46" name="直接连接符 45">
            <a:extLst>
              <a:ext uri="{FF2B5EF4-FFF2-40B4-BE49-F238E27FC236}">
                <a16:creationId xmlns:a16="http://schemas.microsoft.com/office/drawing/2014/main" id="{F6B2C6A5-355C-CE55-F51B-05EA0B9B9BCA}"/>
              </a:ext>
            </a:extLst>
          </p:cNvPr>
          <p:cNvCxnSpPr/>
          <p:nvPr/>
        </p:nvCxnSpPr>
        <p:spPr>
          <a:xfrm>
            <a:off x="2452766" y="3909130"/>
            <a:ext cx="0" cy="2304000"/>
          </a:xfrm>
          <a:prstGeom prst="line">
            <a:avLst/>
          </a:prstGeom>
          <a:ln>
            <a:solidFill>
              <a:srgbClr val="6262B2"/>
            </a:solidFill>
          </a:ln>
        </p:spPr>
        <p:style>
          <a:lnRef idx="2">
            <a:schemeClr val="accent1"/>
          </a:lnRef>
          <a:fillRef idx="0">
            <a:schemeClr val="accent1"/>
          </a:fillRef>
          <a:effectRef idx="1">
            <a:schemeClr val="accent1"/>
          </a:effectRef>
          <a:fontRef idx="minor">
            <a:schemeClr val="tx1"/>
          </a:fontRef>
        </p:style>
      </p:cxnSp>
      <p:sp>
        <p:nvSpPr>
          <p:cNvPr id="10" name="矩形: 圆角 9">
            <a:extLst>
              <a:ext uri="{FF2B5EF4-FFF2-40B4-BE49-F238E27FC236}">
                <a16:creationId xmlns:a16="http://schemas.microsoft.com/office/drawing/2014/main" id="{26A833BB-239E-CDB9-CE99-7C55D157EB5B}"/>
              </a:ext>
            </a:extLst>
          </p:cNvPr>
          <p:cNvSpPr/>
          <p:nvPr/>
        </p:nvSpPr>
        <p:spPr>
          <a:xfrm>
            <a:off x="1003662" y="3269421"/>
            <a:ext cx="2160000" cy="720000"/>
          </a:xfrm>
          <a:prstGeom prst="roundRect">
            <a:avLst>
              <a:gd name="adj" fmla="val 50000"/>
            </a:avLst>
          </a:prstGeom>
          <a:solidFill>
            <a:schemeClr val="accent6">
              <a:lumMod val="20000"/>
              <a:lumOff val="80000"/>
            </a:schemeClr>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Job Application</a:t>
            </a:r>
            <a:endParaRPr lang="zh-CN" altLang="en-US" sz="2000" dirty="0">
              <a:solidFill>
                <a:schemeClr val="tx1"/>
              </a:solidFill>
            </a:endParaRPr>
          </a:p>
        </p:txBody>
      </p:sp>
      <p:sp>
        <p:nvSpPr>
          <p:cNvPr id="12" name="矩形: 圆角 11">
            <a:extLst>
              <a:ext uri="{FF2B5EF4-FFF2-40B4-BE49-F238E27FC236}">
                <a16:creationId xmlns:a16="http://schemas.microsoft.com/office/drawing/2014/main" id="{BACACB92-205E-B1DF-2B8D-68EF79126D9B}"/>
              </a:ext>
            </a:extLst>
          </p:cNvPr>
          <p:cNvSpPr/>
          <p:nvPr/>
        </p:nvSpPr>
        <p:spPr>
          <a:xfrm>
            <a:off x="5195996" y="3269421"/>
            <a:ext cx="1800000" cy="720000"/>
          </a:xfrm>
          <a:prstGeom prst="roundRect">
            <a:avLst>
              <a:gd name="adj" fmla="val 50000"/>
            </a:avLst>
          </a:prstGeom>
          <a:solidFill>
            <a:schemeClr val="accent1">
              <a:lumMod val="20000"/>
              <a:lumOff val="80000"/>
            </a:schemeClr>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Candidate</a:t>
            </a:r>
            <a:endParaRPr lang="zh-CN" altLang="en-US" sz="2000" dirty="0">
              <a:solidFill>
                <a:schemeClr val="tx1"/>
              </a:solidFill>
            </a:endParaRPr>
          </a:p>
        </p:txBody>
      </p:sp>
      <p:sp>
        <p:nvSpPr>
          <p:cNvPr id="14" name="矩形: 圆角 13">
            <a:extLst>
              <a:ext uri="{FF2B5EF4-FFF2-40B4-BE49-F238E27FC236}">
                <a16:creationId xmlns:a16="http://schemas.microsoft.com/office/drawing/2014/main" id="{AA122BF5-36DA-A99A-F992-00D0F180E84E}"/>
              </a:ext>
            </a:extLst>
          </p:cNvPr>
          <p:cNvSpPr/>
          <p:nvPr/>
        </p:nvSpPr>
        <p:spPr>
          <a:xfrm>
            <a:off x="3308593" y="3269421"/>
            <a:ext cx="1800000" cy="720000"/>
          </a:xfrm>
          <a:prstGeom prst="roundRect">
            <a:avLst>
              <a:gd name="adj" fmla="val 50000"/>
            </a:avLst>
          </a:prstGeom>
          <a:solidFill>
            <a:srgbClr val="F4CEDC"/>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Interview</a:t>
            </a:r>
            <a:endParaRPr lang="zh-CN" altLang="en-US" sz="2000" dirty="0">
              <a:solidFill>
                <a:schemeClr val="tx1"/>
              </a:solidFill>
            </a:endParaRPr>
          </a:p>
        </p:txBody>
      </p:sp>
      <p:sp>
        <p:nvSpPr>
          <p:cNvPr id="16" name="矩形: 圆角 15">
            <a:extLst>
              <a:ext uri="{FF2B5EF4-FFF2-40B4-BE49-F238E27FC236}">
                <a16:creationId xmlns:a16="http://schemas.microsoft.com/office/drawing/2014/main" id="{A861441F-6CC4-454F-38DE-6D6BE173E4CD}"/>
              </a:ext>
            </a:extLst>
          </p:cNvPr>
          <p:cNvSpPr/>
          <p:nvPr/>
        </p:nvSpPr>
        <p:spPr>
          <a:xfrm>
            <a:off x="7186382" y="3269421"/>
            <a:ext cx="1800000" cy="720000"/>
          </a:xfrm>
          <a:prstGeom prst="roundRect">
            <a:avLst>
              <a:gd name="adj" fmla="val 50000"/>
            </a:avLst>
          </a:prstGeom>
          <a:solidFill>
            <a:srgbClr val="FAF7C2"/>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Job</a:t>
            </a:r>
            <a:endParaRPr lang="zh-CN" altLang="en-US" sz="2000" dirty="0">
              <a:solidFill>
                <a:schemeClr val="tx1"/>
              </a:solidFill>
            </a:endParaRPr>
          </a:p>
        </p:txBody>
      </p:sp>
      <p:sp>
        <p:nvSpPr>
          <p:cNvPr id="18" name="矩形: 圆角 17">
            <a:extLst>
              <a:ext uri="{FF2B5EF4-FFF2-40B4-BE49-F238E27FC236}">
                <a16:creationId xmlns:a16="http://schemas.microsoft.com/office/drawing/2014/main" id="{422F6FA5-CC89-346C-BA07-17F7084F9336}"/>
              </a:ext>
            </a:extLst>
          </p:cNvPr>
          <p:cNvSpPr/>
          <p:nvPr/>
        </p:nvSpPr>
        <p:spPr>
          <a:xfrm>
            <a:off x="9131313" y="3270315"/>
            <a:ext cx="1800000" cy="720000"/>
          </a:xfrm>
          <a:prstGeom prst="roundRect">
            <a:avLst>
              <a:gd name="adj" fmla="val 50000"/>
            </a:avLst>
          </a:prstGeom>
          <a:solidFill>
            <a:srgbClr val="E4D6F6"/>
          </a:solidFill>
          <a:ln>
            <a:solidFill>
              <a:schemeClr val="bg1"/>
            </a:solid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Employee</a:t>
            </a:r>
            <a:endParaRPr lang="zh-CN" altLang="en-US" sz="2000" dirty="0">
              <a:solidFill>
                <a:schemeClr val="tx1"/>
              </a:solidFill>
            </a:endParaRPr>
          </a:p>
        </p:txBody>
      </p:sp>
    </p:spTree>
    <p:extLst>
      <p:ext uri="{BB962C8B-B14F-4D97-AF65-F5344CB8AC3E}">
        <p14:creationId xmlns:p14="http://schemas.microsoft.com/office/powerpoint/2010/main" val="258630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73EC17-95C5-7DD1-269A-AFCAF558F7A7}"/>
              </a:ext>
            </a:extLst>
          </p:cNvPr>
          <p:cNvSpPr>
            <a:spLocks noGrp="1"/>
          </p:cNvSpPr>
          <p:nvPr>
            <p:ph type="title"/>
          </p:nvPr>
        </p:nvSpPr>
        <p:spPr/>
        <p:txBody>
          <a:bodyPr>
            <a:normAutofit/>
          </a:bodyPr>
          <a:lstStyle/>
          <a:p>
            <a:r>
              <a:rPr lang="en-US" altLang="zh-CN" dirty="0"/>
              <a:t>Reusable intermediate data</a:t>
            </a:r>
            <a:endParaRPr lang="zh-CN" altLang="en-US" dirty="0"/>
          </a:p>
        </p:txBody>
      </p:sp>
      <p:sp>
        <p:nvSpPr>
          <p:cNvPr id="3" name="内容占位符 2">
            <a:extLst>
              <a:ext uri="{FF2B5EF4-FFF2-40B4-BE49-F238E27FC236}">
                <a16:creationId xmlns:a16="http://schemas.microsoft.com/office/drawing/2014/main" id="{C3920167-A72D-4F8F-F431-2F5BF9630869}"/>
              </a:ext>
            </a:extLst>
          </p:cNvPr>
          <p:cNvSpPr>
            <a:spLocks noGrp="1"/>
          </p:cNvSpPr>
          <p:nvPr>
            <p:ph idx="1"/>
          </p:nvPr>
        </p:nvSpPr>
        <p:spPr>
          <a:xfrm>
            <a:off x="696000" y="1533130"/>
            <a:ext cx="10800000" cy="576000"/>
          </a:xfrm>
        </p:spPr>
        <p:txBody>
          <a:bodyPr>
            <a:normAutofit/>
          </a:bodyPr>
          <a:lstStyle/>
          <a:p>
            <a:pPr marL="0" indent="0" algn="ctr">
              <a:buNone/>
            </a:pPr>
            <a:r>
              <a:rPr lang="en-US" altLang="zh-CN" sz="2400" dirty="0">
                <a:solidFill>
                  <a:srgbClr val="6262B2"/>
                </a:solidFill>
              </a:rPr>
              <a:t>Prebuilding shared data as a cache or common pool</a:t>
            </a:r>
            <a:endParaRPr lang="zh-CN" altLang="en-US" sz="2400" dirty="0">
              <a:solidFill>
                <a:srgbClr val="6262B2"/>
              </a:solidFill>
            </a:endParaRPr>
          </a:p>
        </p:txBody>
      </p:sp>
      <p:sp>
        <p:nvSpPr>
          <p:cNvPr id="4" name="内容占位符 2">
            <a:extLst>
              <a:ext uri="{FF2B5EF4-FFF2-40B4-BE49-F238E27FC236}">
                <a16:creationId xmlns:a16="http://schemas.microsoft.com/office/drawing/2014/main" id="{F6FDD6D3-C155-C293-07DB-173CF9258209}"/>
              </a:ext>
            </a:extLst>
          </p:cNvPr>
          <p:cNvSpPr txBox="1">
            <a:spLocks/>
          </p:cNvSpPr>
          <p:nvPr/>
        </p:nvSpPr>
        <p:spPr>
          <a:xfrm>
            <a:off x="696000" y="2109130"/>
            <a:ext cx="10800000" cy="576000"/>
          </a:xfrm>
          <a:prstGeom prst="roundRect">
            <a:avLst>
              <a:gd name="adj" fmla="val 50000"/>
            </a:avLst>
          </a:prstGeom>
          <a:solidFill>
            <a:schemeClr val="bg1"/>
          </a:solidFill>
          <a:ln w="12700">
            <a:solidFill>
              <a:srgbClr val="6262B2"/>
            </a:solidFill>
          </a:ln>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t>Enables faster access during AI execution</a:t>
            </a:r>
            <a:endParaRPr lang="zh-CN" altLang="en-US" sz="2400" dirty="0"/>
          </a:p>
        </p:txBody>
      </p:sp>
      <p:sp>
        <p:nvSpPr>
          <p:cNvPr id="5" name="椭圆 4">
            <a:extLst>
              <a:ext uri="{FF2B5EF4-FFF2-40B4-BE49-F238E27FC236}">
                <a16:creationId xmlns:a16="http://schemas.microsoft.com/office/drawing/2014/main" id="{07A136B1-5DB5-9B6A-64A3-5E3420F81904}"/>
              </a:ext>
            </a:extLst>
          </p:cNvPr>
          <p:cNvSpPr/>
          <p:nvPr/>
        </p:nvSpPr>
        <p:spPr>
          <a:xfrm>
            <a:off x="696000" y="1713130"/>
            <a:ext cx="72000" cy="72000"/>
          </a:xfrm>
          <a:prstGeom prst="ellipse">
            <a:avLst/>
          </a:prstGeom>
          <a:solidFill>
            <a:srgbClr val="D7C1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1A47982-DC95-E9AC-80A4-89EE7F340D27}"/>
              </a:ext>
            </a:extLst>
          </p:cNvPr>
          <p:cNvSpPr/>
          <p:nvPr/>
        </p:nvSpPr>
        <p:spPr>
          <a:xfrm>
            <a:off x="11424000" y="1713130"/>
            <a:ext cx="72000" cy="72000"/>
          </a:xfrm>
          <a:prstGeom prst="ellipse">
            <a:avLst/>
          </a:prstGeom>
          <a:solidFill>
            <a:srgbClr val="D7C1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60AA75C3-09C9-38AF-39FC-93A21C698041}"/>
              </a:ext>
            </a:extLst>
          </p:cNvPr>
          <p:cNvSpPr/>
          <p:nvPr/>
        </p:nvSpPr>
        <p:spPr>
          <a:xfrm>
            <a:off x="732001" y="3009130"/>
            <a:ext cx="5184000" cy="3240000"/>
          </a:xfrm>
          <a:prstGeom prst="roundRect">
            <a:avLst>
              <a:gd name="adj" fmla="val 9196"/>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584000" tIns="648000" rIns="216000" bIns="72000" rtlCol="0" anchor="t"/>
          <a:lstStyle/>
          <a:p>
            <a:r>
              <a:rPr lang="en-US" altLang="zh-CN" sz="3200" dirty="0">
                <a:solidFill>
                  <a:schemeClr val="tx1"/>
                </a:solidFill>
              </a:rPr>
              <a:t>Scheduled</a:t>
            </a:r>
            <a:endParaRPr lang="zh-CN" altLang="en-US" sz="3200" dirty="0">
              <a:solidFill>
                <a:schemeClr val="tx1"/>
              </a:solidFill>
            </a:endParaRPr>
          </a:p>
        </p:txBody>
      </p:sp>
      <p:sp>
        <p:nvSpPr>
          <p:cNvPr id="10" name="矩形: 圆角 9">
            <a:extLst>
              <a:ext uri="{FF2B5EF4-FFF2-40B4-BE49-F238E27FC236}">
                <a16:creationId xmlns:a16="http://schemas.microsoft.com/office/drawing/2014/main" id="{F82D6BB8-260F-BB8B-40AA-169C04A4C28F}"/>
              </a:ext>
            </a:extLst>
          </p:cNvPr>
          <p:cNvSpPr/>
          <p:nvPr/>
        </p:nvSpPr>
        <p:spPr>
          <a:xfrm>
            <a:off x="6276001" y="3009130"/>
            <a:ext cx="5184000" cy="3240000"/>
          </a:xfrm>
          <a:prstGeom prst="roundRect">
            <a:avLst>
              <a:gd name="adj" fmla="val 9196"/>
            </a:avLst>
          </a:prstGeom>
          <a:solidFill>
            <a:schemeClr val="bg1"/>
          </a:solidFill>
          <a:ln>
            <a:noFill/>
          </a:ln>
          <a:effectLst>
            <a:outerShdw blurRad="127000" algn="ctr" rotWithShape="0">
              <a:srgbClr val="6262B2">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584000" tIns="648000" rIns="216000" bIns="72000" rtlCol="0" anchor="t"/>
          <a:lstStyle/>
          <a:p>
            <a:r>
              <a:rPr lang="en-US" altLang="zh-CN" sz="3200" dirty="0">
                <a:solidFill>
                  <a:schemeClr val="tx1"/>
                </a:solidFill>
              </a:rPr>
              <a:t>Precomputation</a:t>
            </a:r>
            <a:endParaRPr lang="zh-CN" altLang="en-US" sz="3200" dirty="0">
              <a:solidFill>
                <a:schemeClr val="tx1"/>
              </a:solidFill>
            </a:endParaRPr>
          </a:p>
        </p:txBody>
      </p:sp>
      <p:pic>
        <p:nvPicPr>
          <p:cNvPr id="12" name="图形 11" descr="魔法棒自动 轮廓">
            <a:extLst>
              <a:ext uri="{FF2B5EF4-FFF2-40B4-BE49-F238E27FC236}">
                <a16:creationId xmlns:a16="http://schemas.microsoft.com/office/drawing/2014/main" id="{D62C42C9-D8F0-A64E-90B6-D5BF55194D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24000" y="3369130"/>
            <a:ext cx="1152000" cy="1152000"/>
          </a:xfrm>
          <a:prstGeom prst="rect">
            <a:avLst/>
          </a:prstGeom>
        </p:spPr>
      </p:pic>
      <p:pic>
        <p:nvPicPr>
          <p:cNvPr id="14" name="图形 13" descr="箭头循环 纯色填充">
            <a:extLst>
              <a:ext uri="{FF2B5EF4-FFF2-40B4-BE49-F238E27FC236}">
                <a16:creationId xmlns:a16="http://schemas.microsoft.com/office/drawing/2014/main" id="{32427F47-E5FE-FA5B-C9CB-C616914BAA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5776" y="3369130"/>
            <a:ext cx="1152000" cy="1152000"/>
          </a:xfrm>
          <a:prstGeom prst="rect">
            <a:avLst/>
          </a:prstGeom>
        </p:spPr>
      </p:pic>
      <p:sp>
        <p:nvSpPr>
          <p:cNvPr id="16" name="矩形: 圆角 15">
            <a:extLst>
              <a:ext uri="{FF2B5EF4-FFF2-40B4-BE49-F238E27FC236}">
                <a16:creationId xmlns:a16="http://schemas.microsoft.com/office/drawing/2014/main" id="{043F5850-DC2D-0D57-1E9E-D450C69219D6}"/>
              </a:ext>
            </a:extLst>
          </p:cNvPr>
          <p:cNvSpPr/>
          <p:nvPr/>
        </p:nvSpPr>
        <p:spPr>
          <a:xfrm>
            <a:off x="1524001" y="4845130"/>
            <a:ext cx="3600000" cy="8640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Updated on a fixed cycle</a:t>
            </a:r>
            <a:br>
              <a:rPr lang="en-US" altLang="zh-CN" dirty="0">
                <a:solidFill>
                  <a:schemeClr val="tx1"/>
                </a:solidFill>
              </a:rPr>
            </a:br>
            <a:r>
              <a:rPr lang="en-US" altLang="zh-CN" dirty="0">
                <a:solidFill>
                  <a:schemeClr val="tx1"/>
                </a:solidFill>
              </a:rPr>
              <a:t>or triggered by events</a:t>
            </a:r>
            <a:endParaRPr lang="zh-CN" altLang="en-US" dirty="0">
              <a:solidFill>
                <a:schemeClr val="tx1"/>
              </a:solidFill>
            </a:endParaRPr>
          </a:p>
        </p:txBody>
      </p:sp>
      <p:sp>
        <p:nvSpPr>
          <p:cNvPr id="18" name="矩形: 圆角 17">
            <a:extLst>
              <a:ext uri="{FF2B5EF4-FFF2-40B4-BE49-F238E27FC236}">
                <a16:creationId xmlns:a16="http://schemas.microsoft.com/office/drawing/2014/main" id="{A935DC7E-D64B-9DA4-2DB7-EF8C81F5206F}"/>
              </a:ext>
            </a:extLst>
          </p:cNvPr>
          <p:cNvSpPr/>
          <p:nvPr/>
        </p:nvSpPr>
        <p:spPr>
          <a:xfrm>
            <a:off x="7067999" y="4845130"/>
            <a:ext cx="3600000" cy="864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Generated in advance when dependencies become available</a:t>
            </a:r>
            <a:endParaRPr lang="zh-CN" altLang="en-US" dirty="0">
              <a:solidFill>
                <a:schemeClr val="tx1"/>
              </a:solidFill>
            </a:endParaRPr>
          </a:p>
        </p:txBody>
      </p:sp>
    </p:spTree>
    <p:extLst>
      <p:ext uri="{BB962C8B-B14F-4D97-AF65-F5344CB8AC3E}">
        <p14:creationId xmlns:p14="http://schemas.microsoft.com/office/powerpoint/2010/main" val="541984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C008A-3366-0639-95A1-2188A036A8E9}"/>
              </a:ext>
            </a:extLst>
          </p:cNvPr>
          <p:cNvSpPr>
            <a:spLocks noGrp="1"/>
          </p:cNvSpPr>
          <p:nvPr>
            <p:ph type="title"/>
          </p:nvPr>
        </p:nvSpPr>
        <p:spPr/>
        <p:txBody>
          <a:bodyPr/>
          <a:lstStyle/>
          <a:p>
            <a:r>
              <a:rPr lang="en-US" altLang="zh-CN" dirty="0"/>
              <a:t>Data Flow</a:t>
            </a:r>
            <a:endParaRPr lang="zh-CN" altLang="en-US" dirty="0"/>
          </a:p>
        </p:txBody>
      </p:sp>
      <p:sp>
        <p:nvSpPr>
          <p:cNvPr id="4" name="文本占位符 3">
            <a:extLst>
              <a:ext uri="{FF2B5EF4-FFF2-40B4-BE49-F238E27FC236}">
                <a16:creationId xmlns:a16="http://schemas.microsoft.com/office/drawing/2014/main" id="{BCF572DB-0E5D-3519-21A2-5A69FEFCA0F2}"/>
              </a:ext>
            </a:extLst>
          </p:cNvPr>
          <p:cNvSpPr>
            <a:spLocks noGrp="1"/>
          </p:cNvSpPr>
          <p:nvPr>
            <p:ph type="body" idx="1"/>
          </p:nvPr>
        </p:nvSpPr>
        <p:spPr/>
        <p:txBody>
          <a:bodyPr/>
          <a:lstStyle/>
          <a:p>
            <a:r>
              <a:rPr lang="en-US" altLang="zh-CN" dirty="0"/>
              <a:t>Traditional Data Sources</a:t>
            </a:r>
            <a:endParaRPr lang="zh-CN" altLang="en-US" dirty="0"/>
          </a:p>
        </p:txBody>
      </p:sp>
      <p:sp>
        <p:nvSpPr>
          <p:cNvPr id="3" name="内容占位符 2">
            <a:extLst>
              <a:ext uri="{FF2B5EF4-FFF2-40B4-BE49-F238E27FC236}">
                <a16:creationId xmlns:a16="http://schemas.microsoft.com/office/drawing/2014/main" id="{5DDEBBCA-24CE-7F59-74B0-23D446D18E32}"/>
              </a:ext>
            </a:extLst>
          </p:cNvPr>
          <p:cNvSpPr>
            <a:spLocks noGrp="1"/>
          </p:cNvSpPr>
          <p:nvPr>
            <p:ph sz="half" idx="2"/>
          </p:nvPr>
        </p:nvSpPr>
        <p:spPr>
          <a:xfrm>
            <a:off x="731997" y="2505075"/>
            <a:ext cx="5328000" cy="3888000"/>
          </a:xfrm>
        </p:spPr>
        <p:txBody>
          <a:bodyPr>
            <a:normAutofit/>
          </a:bodyPr>
          <a:lstStyle/>
          <a:p>
            <a:pPr marL="0" indent="0" algn="ctr">
              <a:buNone/>
            </a:pPr>
            <a:r>
              <a:rPr lang="en-US" altLang="zh-CN" sz="2000" dirty="0">
                <a:solidFill>
                  <a:schemeClr val="bg1">
                    <a:lumMod val="50000"/>
                  </a:schemeClr>
                </a:solidFill>
              </a:rPr>
              <a:t>Heavy flow</a:t>
            </a:r>
            <a:endParaRPr lang="zh-CN" altLang="en-US" sz="2000" dirty="0">
              <a:solidFill>
                <a:schemeClr val="bg1">
                  <a:lumMod val="50000"/>
                </a:schemeClr>
              </a:solidFill>
            </a:endParaRPr>
          </a:p>
        </p:txBody>
      </p:sp>
      <p:sp>
        <p:nvSpPr>
          <p:cNvPr id="5" name="文本占位符 4">
            <a:extLst>
              <a:ext uri="{FF2B5EF4-FFF2-40B4-BE49-F238E27FC236}">
                <a16:creationId xmlns:a16="http://schemas.microsoft.com/office/drawing/2014/main" id="{973E933F-3C05-4E81-9AA9-614FE0D20059}"/>
              </a:ext>
            </a:extLst>
          </p:cNvPr>
          <p:cNvSpPr>
            <a:spLocks noGrp="1"/>
          </p:cNvSpPr>
          <p:nvPr>
            <p:ph type="body" sz="quarter" idx="3"/>
          </p:nvPr>
        </p:nvSpPr>
        <p:spPr/>
        <p:txBody>
          <a:bodyPr/>
          <a:lstStyle/>
          <a:p>
            <a:r>
              <a:rPr lang="en-US" altLang="zh-CN" dirty="0"/>
              <a:t>Simplified Data Sources</a:t>
            </a:r>
            <a:endParaRPr lang="zh-CN" altLang="en-US" dirty="0"/>
          </a:p>
        </p:txBody>
      </p:sp>
      <p:sp>
        <p:nvSpPr>
          <p:cNvPr id="6" name="内容占位符 5">
            <a:extLst>
              <a:ext uri="{FF2B5EF4-FFF2-40B4-BE49-F238E27FC236}">
                <a16:creationId xmlns:a16="http://schemas.microsoft.com/office/drawing/2014/main" id="{E73134F9-4D90-1BDB-4DFA-0A40FC3E1287}"/>
              </a:ext>
            </a:extLst>
          </p:cNvPr>
          <p:cNvSpPr>
            <a:spLocks noGrp="1"/>
          </p:cNvSpPr>
          <p:nvPr>
            <p:ph sz="quarter" idx="4"/>
          </p:nvPr>
        </p:nvSpPr>
        <p:spPr/>
        <p:txBody>
          <a:bodyPr>
            <a:normAutofit/>
          </a:bodyPr>
          <a:lstStyle/>
          <a:p>
            <a:pPr marL="0" indent="0" algn="ctr">
              <a:buNone/>
            </a:pPr>
            <a:r>
              <a:rPr lang="en-US" altLang="zh-CN" sz="2000" dirty="0">
                <a:solidFill>
                  <a:schemeClr val="bg1">
                    <a:lumMod val="50000"/>
                  </a:schemeClr>
                </a:solidFill>
              </a:rPr>
              <a:t>Lite flow</a:t>
            </a:r>
            <a:endParaRPr lang="zh-CN" altLang="en-US" sz="2000" dirty="0">
              <a:solidFill>
                <a:schemeClr val="bg1">
                  <a:lumMod val="50000"/>
                </a:schemeClr>
              </a:solidFill>
            </a:endParaRPr>
          </a:p>
        </p:txBody>
      </p:sp>
      <p:sp>
        <p:nvSpPr>
          <p:cNvPr id="7" name="椭圆 6">
            <a:extLst>
              <a:ext uri="{FF2B5EF4-FFF2-40B4-BE49-F238E27FC236}">
                <a16:creationId xmlns:a16="http://schemas.microsoft.com/office/drawing/2014/main" id="{A61A48B3-2EFF-5658-0EB3-BDF296DDC877}"/>
              </a:ext>
            </a:extLst>
          </p:cNvPr>
          <p:cNvSpPr/>
          <p:nvPr/>
        </p:nvSpPr>
        <p:spPr>
          <a:xfrm>
            <a:off x="5771998" y="2149163"/>
            <a:ext cx="648000" cy="648000"/>
          </a:xfrm>
          <a:prstGeom prst="ellipse">
            <a:avLst/>
          </a:prstGeom>
          <a:solidFill>
            <a:schemeClr val="bg1"/>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6262B2"/>
                </a:solidFill>
              </a:rPr>
              <a:t>vs</a:t>
            </a:r>
            <a:endParaRPr lang="zh-CN" altLang="en-US" sz="2000" dirty="0">
              <a:solidFill>
                <a:srgbClr val="6262B2"/>
              </a:solidFill>
            </a:endParaRPr>
          </a:p>
        </p:txBody>
      </p:sp>
      <p:sp>
        <p:nvSpPr>
          <p:cNvPr id="13" name="矩形: 圆角 12">
            <a:extLst>
              <a:ext uri="{FF2B5EF4-FFF2-40B4-BE49-F238E27FC236}">
                <a16:creationId xmlns:a16="http://schemas.microsoft.com/office/drawing/2014/main" id="{E83BB83C-D9EB-0056-BA3E-2003EB11000D}"/>
              </a:ext>
            </a:extLst>
          </p:cNvPr>
          <p:cNvSpPr/>
          <p:nvPr/>
        </p:nvSpPr>
        <p:spPr>
          <a:xfrm>
            <a:off x="1667997" y="3187800"/>
            <a:ext cx="72000" cy="2880000"/>
          </a:xfrm>
          <a:prstGeom prst="roundRect">
            <a:avLst>
              <a:gd name="adj" fmla="val 5000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460E5196-147C-1AC9-F397-28850F3E5CE3}"/>
              </a:ext>
            </a:extLst>
          </p:cNvPr>
          <p:cNvSpPr/>
          <p:nvPr/>
        </p:nvSpPr>
        <p:spPr>
          <a:xfrm>
            <a:off x="3323997" y="3187800"/>
            <a:ext cx="72000" cy="2880000"/>
          </a:xfrm>
          <a:prstGeom prst="roundRect">
            <a:avLst>
              <a:gd name="adj" fmla="val 50000"/>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3235ECF-4222-4123-36B9-7877AD5245D1}"/>
              </a:ext>
            </a:extLst>
          </p:cNvPr>
          <p:cNvSpPr/>
          <p:nvPr/>
        </p:nvSpPr>
        <p:spPr>
          <a:xfrm>
            <a:off x="4979997" y="3187800"/>
            <a:ext cx="72000" cy="2880000"/>
          </a:xfrm>
          <a:prstGeom prst="roundRect">
            <a:avLst>
              <a:gd name="adj" fmla="val 50000"/>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92F4D6D2-85F1-CC1C-A911-E9315B999DF9}"/>
              </a:ext>
            </a:extLst>
          </p:cNvPr>
          <p:cNvSpPr/>
          <p:nvPr/>
        </p:nvSpPr>
        <p:spPr>
          <a:xfrm>
            <a:off x="2711999" y="2971800"/>
            <a:ext cx="1296000" cy="432000"/>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Source 1</a:t>
            </a:r>
            <a:endParaRPr lang="zh-CN" altLang="en-US" dirty="0">
              <a:solidFill>
                <a:schemeClr val="tx1"/>
              </a:solidFill>
            </a:endParaRPr>
          </a:p>
        </p:txBody>
      </p:sp>
      <p:sp>
        <p:nvSpPr>
          <p:cNvPr id="12" name="矩形: 圆角 11">
            <a:extLst>
              <a:ext uri="{FF2B5EF4-FFF2-40B4-BE49-F238E27FC236}">
                <a16:creationId xmlns:a16="http://schemas.microsoft.com/office/drawing/2014/main" id="{BA9515F4-13AB-AD17-33CD-45C6DAE5A922}"/>
              </a:ext>
            </a:extLst>
          </p:cNvPr>
          <p:cNvSpPr/>
          <p:nvPr/>
        </p:nvSpPr>
        <p:spPr>
          <a:xfrm>
            <a:off x="4367998" y="2971800"/>
            <a:ext cx="1296000" cy="432000"/>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Source 2</a:t>
            </a:r>
            <a:endParaRPr lang="zh-CN" altLang="en-US" dirty="0">
              <a:solidFill>
                <a:schemeClr val="tx1"/>
              </a:solidFill>
            </a:endParaRPr>
          </a:p>
        </p:txBody>
      </p:sp>
      <p:sp>
        <p:nvSpPr>
          <p:cNvPr id="8" name="矩形: 圆角 7">
            <a:extLst>
              <a:ext uri="{FF2B5EF4-FFF2-40B4-BE49-F238E27FC236}">
                <a16:creationId xmlns:a16="http://schemas.microsoft.com/office/drawing/2014/main" id="{2A05504A-3C28-4934-0C52-B913514FB4F3}"/>
              </a:ext>
            </a:extLst>
          </p:cNvPr>
          <p:cNvSpPr/>
          <p:nvPr/>
        </p:nvSpPr>
        <p:spPr>
          <a:xfrm>
            <a:off x="1055997" y="2971800"/>
            <a:ext cx="1296000" cy="4320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LLM</a:t>
            </a:r>
            <a:endParaRPr lang="zh-CN" altLang="en-US" dirty="0">
              <a:solidFill>
                <a:schemeClr val="tx1"/>
              </a:solidFill>
            </a:endParaRPr>
          </a:p>
        </p:txBody>
      </p:sp>
      <p:cxnSp>
        <p:nvCxnSpPr>
          <p:cNvPr id="19" name="直接箭头连接符 18">
            <a:extLst>
              <a:ext uri="{FF2B5EF4-FFF2-40B4-BE49-F238E27FC236}">
                <a16:creationId xmlns:a16="http://schemas.microsoft.com/office/drawing/2014/main" id="{D05A8710-AB9D-AA43-2316-5E93869554BB}"/>
              </a:ext>
            </a:extLst>
          </p:cNvPr>
          <p:cNvCxnSpPr>
            <a:cxnSpLocks/>
          </p:cNvCxnSpPr>
          <p:nvPr/>
        </p:nvCxnSpPr>
        <p:spPr>
          <a:xfrm>
            <a:off x="1703997" y="3835800"/>
            <a:ext cx="1656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A4BD2853-0BDA-79F9-85F8-3D87277D9F82}"/>
              </a:ext>
            </a:extLst>
          </p:cNvPr>
          <p:cNvCxnSpPr>
            <a:cxnSpLocks/>
          </p:cNvCxnSpPr>
          <p:nvPr/>
        </p:nvCxnSpPr>
        <p:spPr>
          <a:xfrm>
            <a:off x="1703997" y="4267800"/>
            <a:ext cx="3312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直接箭头连接符 23">
            <a:extLst>
              <a:ext uri="{FF2B5EF4-FFF2-40B4-BE49-F238E27FC236}">
                <a16:creationId xmlns:a16="http://schemas.microsoft.com/office/drawing/2014/main" id="{ECEAB8EE-2C91-DB25-A307-91EA384D8E08}"/>
              </a:ext>
            </a:extLst>
          </p:cNvPr>
          <p:cNvCxnSpPr/>
          <p:nvPr/>
        </p:nvCxnSpPr>
        <p:spPr>
          <a:xfrm>
            <a:off x="1703997" y="4692508"/>
            <a:ext cx="1656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99B3BFDD-339E-79B1-3ABD-BCF81173B336}"/>
              </a:ext>
            </a:extLst>
          </p:cNvPr>
          <p:cNvCxnSpPr>
            <a:cxnSpLocks/>
          </p:cNvCxnSpPr>
          <p:nvPr/>
        </p:nvCxnSpPr>
        <p:spPr>
          <a:xfrm>
            <a:off x="1703997" y="5110493"/>
            <a:ext cx="3312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直接箭头连接符 28">
            <a:extLst>
              <a:ext uri="{FF2B5EF4-FFF2-40B4-BE49-F238E27FC236}">
                <a16:creationId xmlns:a16="http://schemas.microsoft.com/office/drawing/2014/main" id="{B4CD4C26-58A0-E214-176E-4D420E563679}"/>
              </a:ext>
            </a:extLst>
          </p:cNvPr>
          <p:cNvCxnSpPr>
            <a:cxnSpLocks/>
          </p:cNvCxnSpPr>
          <p:nvPr/>
        </p:nvCxnSpPr>
        <p:spPr>
          <a:xfrm>
            <a:off x="1703997" y="5549216"/>
            <a:ext cx="4068001"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35" name="矩形: 圆角 34">
            <a:extLst>
              <a:ext uri="{FF2B5EF4-FFF2-40B4-BE49-F238E27FC236}">
                <a16:creationId xmlns:a16="http://schemas.microsoft.com/office/drawing/2014/main" id="{CB622691-DC2C-F355-B895-04E1ADE84645}"/>
              </a:ext>
            </a:extLst>
          </p:cNvPr>
          <p:cNvSpPr/>
          <p:nvPr/>
        </p:nvSpPr>
        <p:spPr>
          <a:xfrm>
            <a:off x="7503070" y="3187800"/>
            <a:ext cx="72000" cy="2880000"/>
          </a:xfrm>
          <a:prstGeom prst="roundRect">
            <a:avLst>
              <a:gd name="adj" fmla="val 5000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C149F946-E6B4-4C2C-F714-07CCDB3094DC}"/>
              </a:ext>
            </a:extLst>
          </p:cNvPr>
          <p:cNvSpPr/>
          <p:nvPr/>
        </p:nvSpPr>
        <p:spPr>
          <a:xfrm>
            <a:off x="6891070" y="2971800"/>
            <a:ext cx="1296000" cy="4320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LLM</a:t>
            </a:r>
            <a:endParaRPr lang="zh-CN" altLang="en-US" dirty="0">
              <a:solidFill>
                <a:schemeClr val="tx1"/>
              </a:solidFill>
            </a:endParaRPr>
          </a:p>
        </p:txBody>
      </p:sp>
      <p:sp>
        <p:nvSpPr>
          <p:cNvPr id="41" name="矩形: 圆角 40">
            <a:extLst>
              <a:ext uri="{FF2B5EF4-FFF2-40B4-BE49-F238E27FC236}">
                <a16:creationId xmlns:a16="http://schemas.microsoft.com/office/drawing/2014/main" id="{C25282F3-C73B-5D13-C1BE-72AB285E153F}"/>
              </a:ext>
            </a:extLst>
          </p:cNvPr>
          <p:cNvSpPr/>
          <p:nvPr/>
        </p:nvSpPr>
        <p:spPr>
          <a:xfrm>
            <a:off x="10095071" y="3187800"/>
            <a:ext cx="72000" cy="2880000"/>
          </a:xfrm>
          <a:prstGeom prst="roundRect">
            <a:avLst>
              <a:gd name="adj" fmla="val 50000"/>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768980D3-1C9F-216E-2A25-2CC17E0F40DA}"/>
              </a:ext>
            </a:extLst>
          </p:cNvPr>
          <p:cNvSpPr/>
          <p:nvPr/>
        </p:nvSpPr>
        <p:spPr>
          <a:xfrm>
            <a:off x="9375071" y="2971800"/>
            <a:ext cx="1512000" cy="432000"/>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Intermediate</a:t>
            </a:r>
            <a:endParaRPr lang="zh-CN" altLang="en-US" dirty="0">
              <a:solidFill>
                <a:schemeClr val="tx1"/>
              </a:solidFill>
            </a:endParaRPr>
          </a:p>
        </p:txBody>
      </p:sp>
      <p:cxnSp>
        <p:nvCxnSpPr>
          <p:cNvPr id="42" name="直接箭头连接符 41">
            <a:extLst>
              <a:ext uri="{FF2B5EF4-FFF2-40B4-BE49-F238E27FC236}">
                <a16:creationId xmlns:a16="http://schemas.microsoft.com/office/drawing/2014/main" id="{99CB0405-2A55-04B9-1AE7-F6F4E8058BC0}"/>
              </a:ext>
            </a:extLst>
          </p:cNvPr>
          <p:cNvCxnSpPr>
            <a:cxnSpLocks/>
          </p:cNvCxnSpPr>
          <p:nvPr/>
        </p:nvCxnSpPr>
        <p:spPr>
          <a:xfrm>
            <a:off x="7539070" y="3835800"/>
            <a:ext cx="259200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7185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5A40-1778-01CC-E527-8F44F1E3C5C9}"/>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34D8BF62-6922-08DE-5AAD-20FF8E968A2A}"/>
              </a:ext>
            </a:extLst>
          </p:cNvPr>
          <p:cNvSpPr/>
          <p:nvPr/>
        </p:nvSpPr>
        <p:spPr>
          <a:xfrm>
            <a:off x="0" y="1008000"/>
            <a:ext cx="8640000" cy="1296000"/>
          </a:xfrm>
          <a:prstGeom prst="rect">
            <a:avLst/>
          </a:prstGeom>
          <a:gradFill flip="none" rotWithShape="1">
            <a:gsLst>
              <a:gs pos="50000">
                <a:srgbClr val="F4E7DA"/>
              </a:gs>
              <a:gs pos="100000">
                <a:srgbClr val="F4E7DA">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0" tIns="216000" rIns="360000" bIns="360000" rtlCol="0" anchor="ctr"/>
          <a:lstStyle/>
          <a:p>
            <a:r>
              <a:rPr lang="en-US" altLang="zh-CN" sz="3600" dirty="0">
                <a:solidFill>
                  <a:srgbClr val="8C6644"/>
                </a:solidFill>
              </a:rPr>
              <a:t>Solid Soft Skill</a:t>
            </a:r>
            <a:endParaRPr lang="zh-CN" altLang="en-US" sz="3600" dirty="0">
              <a:solidFill>
                <a:srgbClr val="8C6644"/>
              </a:solidFill>
            </a:endParaRPr>
          </a:p>
        </p:txBody>
      </p:sp>
      <p:sp>
        <p:nvSpPr>
          <p:cNvPr id="6" name="矩形: 圆角 5">
            <a:extLst>
              <a:ext uri="{FF2B5EF4-FFF2-40B4-BE49-F238E27FC236}">
                <a16:creationId xmlns:a16="http://schemas.microsoft.com/office/drawing/2014/main" id="{1B23BAD8-07C9-5E9C-145A-868BF07E7F74}"/>
              </a:ext>
            </a:extLst>
          </p:cNvPr>
          <p:cNvSpPr/>
          <p:nvPr/>
        </p:nvSpPr>
        <p:spPr>
          <a:xfrm>
            <a:off x="1776000" y="2015998"/>
            <a:ext cx="8640000" cy="180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Engineering</a:t>
            </a:r>
            <a:endParaRPr lang="zh-CN" altLang="en-US" sz="3200" dirty="0">
              <a:solidFill>
                <a:schemeClr val="tx1"/>
              </a:solidFill>
            </a:endParaRPr>
          </a:p>
        </p:txBody>
      </p:sp>
      <p:sp>
        <p:nvSpPr>
          <p:cNvPr id="13" name="文本占位符 12">
            <a:extLst>
              <a:ext uri="{FF2B5EF4-FFF2-40B4-BE49-F238E27FC236}">
                <a16:creationId xmlns:a16="http://schemas.microsoft.com/office/drawing/2014/main" id="{B3CDB473-7068-7C0B-833A-F4E8CAC8C5A6}"/>
              </a:ext>
            </a:extLst>
          </p:cNvPr>
          <p:cNvSpPr>
            <a:spLocks noGrp="1"/>
          </p:cNvSpPr>
          <p:nvPr>
            <p:ph type="body" sz="quarter" idx="10"/>
          </p:nvPr>
        </p:nvSpPr>
        <p:spPr/>
        <p:txBody>
          <a:bodyPr lIns="1800000"/>
          <a:lstStyle/>
          <a:p>
            <a:r>
              <a:rPr lang="en-US" altLang="zh-CN" dirty="0"/>
              <a:t>Superior Soft Skill</a:t>
            </a:r>
            <a:endParaRPr lang="zh-CN" altLang="en-US" dirty="0"/>
          </a:p>
        </p:txBody>
      </p:sp>
      <p:sp>
        <p:nvSpPr>
          <p:cNvPr id="16" name="文本占位符 15">
            <a:extLst>
              <a:ext uri="{FF2B5EF4-FFF2-40B4-BE49-F238E27FC236}">
                <a16:creationId xmlns:a16="http://schemas.microsoft.com/office/drawing/2014/main" id="{89756A8D-BDB4-368A-3564-EEB0EDF6F675}"/>
              </a:ext>
            </a:extLst>
          </p:cNvPr>
          <p:cNvSpPr>
            <a:spLocks noGrp="1"/>
          </p:cNvSpPr>
          <p:nvPr>
            <p:ph type="body" idx="1"/>
          </p:nvPr>
        </p:nvSpPr>
        <p:spPr/>
        <p:txBody>
          <a:bodyPr anchor="ctr">
            <a:normAutofit/>
          </a:bodyPr>
          <a:lstStyle/>
          <a:p>
            <a:pPr algn="ctr"/>
            <a:r>
              <a:rPr lang="en-US" altLang="zh-CN" sz="2800" dirty="0"/>
              <a:t>Build tools that build tools</a:t>
            </a:r>
          </a:p>
          <a:p>
            <a:pPr algn="ctr"/>
            <a:r>
              <a:rPr lang="en-US" altLang="zh-CN" sz="2800" dirty="0"/>
              <a:t>to make AI more AI-native</a:t>
            </a:r>
            <a:endParaRPr lang="zh-CN" altLang="en-US" sz="2800" dirty="0"/>
          </a:p>
        </p:txBody>
      </p:sp>
      <p:sp>
        <p:nvSpPr>
          <p:cNvPr id="14" name="标题 13">
            <a:extLst>
              <a:ext uri="{FF2B5EF4-FFF2-40B4-BE49-F238E27FC236}">
                <a16:creationId xmlns:a16="http://schemas.microsoft.com/office/drawing/2014/main" id="{D992759B-5F11-EC55-F45F-F068C9ACA9C4}"/>
              </a:ext>
            </a:extLst>
          </p:cNvPr>
          <p:cNvSpPr>
            <a:spLocks noGrp="1"/>
          </p:cNvSpPr>
          <p:nvPr>
            <p:ph type="title"/>
          </p:nvPr>
        </p:nvSpPr>
        <p:spPr/>
        <p:txBody>
          <a:bodyPr/>
          <a:lstStyle/>
          <a:p>
            <a:r>
              <a:rPr lang="en-US" altLang="zh-CN" dirty="0"/>
              <a:t>Heavy Industry Tools</a:t>
            </a:r>
            <a:endParaRPr lang="zh-CN" altLang="en-US" dirty="0"/>
          </a:p>
        </p:txBody>
      </p:sp>
      <p:sp>
        <p:nvSpPr>
          <p:cNvPr id="7" name="椭圆 6">
            <a:extLst>
              <a:ext uri="{FF2B5EF4-FFF2-40B4-BE49-F238E27FC236}">
                <a16:creationId xmlns:a16="http://schemas.microsoft.com/office/drawing/2014/main" id="{FFC00D6E-7C46-11DF-ED5A-A104AF562894}"/>
              </a:ext>
            </a:extLst>
          </p:cNvPr>
          <p:cNvSpPr/>
          <p:nvPr/>
        </p:nvSpPr>
        <p:spPr>
          <a:xfrm>
            <a:off x="795128" y="1078277"/>
            <a:ext cx="720000" cy="720000"/>
          </a:xfrm>
          <a:prstGeom prst="ellipse">
            <a:avLst/>
          </a:prstGeom>
          <a:solidFill>
            <a:schemeClr val="bg1"/>
          </a:solidFill>
          <a:ln>
            <a:solidFill>
              <a:srgbClr val="D7C1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8C6644"/>
                </a:solidFill>
              </a:rPr>
              <a:t>3</a:t>
            </a:r>
            <a:endParaRPr lang="zh-CN" altLang="en-US" sz="3200" dirty="0">
              <a:solidFill>
                <a:srgbClr val="8C6644"/>
              </a:solidFill>
            </a:endParaRPr>
          </a:p>
        </p:txBody>
      </p:sp>
    </p:spTree>
    <p:extLst>
      <p:ext uri="{BB962C8B-B14F-4D97-AF65-F5344CB8AC3E}">
        <p14:creationId xmlns:p14="http://schemas.microsoft.com/office/powerpoint/2010/main" val="2983716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2802-7FCF-4AC5-DE7F-258F85C2AC04}"/>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9EAA5F81-9AB3-F42B-B5DF-2241D4D24E43}"/>
              </a:ext>
            </a:extLst>
          </p:cNvPr>
          <p:cNvSpPr>
            <a:spLocks noGrp="1"/>
          </p:cNvSpPr>
          <p:nvPr>
            <p:ph type="title"/>
          </p:nvPr>
        </p:nvSpPr>
        <p:spPr/>
        <p:txBody>
          <a:bodyPr/>
          <a:lstStyle/>
          <a:p>
            <a:r>
              <a:rPr lang="en-US" altLang="zh-CN" dirty="0"/>
              <a:t>Skill Story</a:t>
            </a:r>
            <a:endParaRPr lang="zh-CN" altLang="en-US" dirty="0"/>
          </a:p>
        </p:txBody>
      </p:sp>
      <p:sp>
        <p:nvSpPr>
          <p:cNvPr id="9" name="内容占位符 8">
            <a:extLst>
              <a:ext uri="{FF2B5EF4-FFF2-40B4-BE49-F238E27FC236}">
                <a16:creationId xmlns:a16="http://schemas.microsoft.com/office/drawing/2014/main" id="{CCBF8005-9996-6CA9-8005-C82F47D605F6}"/>
              </a:ext>
            </a:extLst>
          </p:cNvPr>
          <p:cNvSpPr>
            <a:spLocks noGrp="1"/>
          </p:cNvSpPr>
          <p:nvPr>
            <p:ph idx="1"/>
          </p:nvPr>
        </p:nvSpPr>
        <p:spPr>
          <a:xfrm>
            <a:off x="696000" y="1776854"/>
            <a:ext cx="10800000" cy="864000"/>
          </a:xfrm>
          <a:prstGeom prst="roundRect">
            <a:avLst/>
          </a:prstGeom>
          <a:solidFill>
            <a:schemeClr val="bg1"/>
          </a:solidFill>
          <a:ln>
            <a:gradFill flip="none" rotWithShape="1">
              <a:gsLst>
                <a:gs pos="0">
                  <a:schemeClr val="accent1">
                    <a:lumMod val="5000"/>
                    <a:lumOff val="95000"/>
                  </a:schemeClr>
                </a:gs>
                <a:gs pos="100000">
                  <a:srgbClr val="D8BEEC"/>
                </a:gs>
              </a:gsLst>
              <a:lin ang="5400000" scaled="1"/>
              <a:tileRect/>
            </a:gradFill>
          </a:ln>
        </p:spPr>
        <p:txBody>
          <a:bodyPr lIns="216000" tIns="216000" rIns="144000" bIns="144000" anchor="b">
            <a:noAutofit/>
          </a:bodyPr>
          <a:lstStyle/>
          <a:p>
            <a:pPr marL="0" indent="0">
              <a:buNone/>
            </a:pPr>
            <a:r>
              <a:rPr lang="en-US" altLang="zh-CN" sz="2400" dirty="0"/>
              <a:t>a more detailed description of what needs to be done. </a:t>
            </a:r>
            <a:endParaRPr lang="zh-CN" altLang="en-US" sz="2400" dirty="0"/>
          </a:p>
        </p:txBody>
      </p:sp>
      <p:sp>
        <p:nvSpPr>
          <p:cNvPr id="3" name="文本框 2">
            <a:extLst>
              <a:ext uri="{FF2B5EF4-FFF2-40B4-BE49-F238E27FC236}">
                <a16:creationId xmlns:a16="http://schemas.microsoft.com/office/drawing/2014/main" id="{D4E0DA85-E139-D5B8-948A-207F5430BF36}"/>
              </a:ext>
            </a:extLst>
          </p:cNvPr>
          <p:cNvSpPr txBox="1"/>
          <p:nvPr/>
        </p:nvSpPr>
        <p:spPr>
          <a:xfrm>
            <a:off x="2778272" y="1521464"/>
            <a:ext cx="3456000" cy="576000"/>
          </a:xfrm>
          <a:prstGeom prst="round2SameRect">
            <a:avLst/>
          </a:prstGeom>
          <a:noFill/>
        </p:spPr>
        <p:txBody>
          <a:bodyPr wrap="square">
            <a:noAutofit/>
          </a:bodyPr>
          <a:lstStyle/>
          <a:p>
            <a:r>
              <a:rPr lang="en-US" altLang="zh-CN" sz="2400" dirty="0">
                <a:solidFill>
                  <a:schemeClr val="tx1">
                    <a:lumMod val="50000"/>
                    <a:lumOff val="50000"/>
                  </a:schemeClr>
                </a:solidFill>
              </a:rPr>
              <a:t>that skill only provides </a:t>
            </a:r>
            <a:endParaRPr lang="zh-CN" altLang="en-US" sz="1600" dirty="0">
              <a:solidFill>
                <a:schemeClr val="tx1">
                  <a:lumMod val="50000"/>
                  <a:lumOff val="50000"/>
                </a:schemeClr>
              </a:solidFill>
            </a:endParaRPr>
          </a:p>
        </p:txBody>
      </p:sp>
      <p:sp>
        <p:nvSpPr>
          <p:cNvPr id="5" name="文本框 4">
            <a:extLst>
              <a:ext uri="{FF2B5EF4-FFF2-40B4-BE49-F238E27FC236}">
                <a16:creationId xmlns:a16="http://schemas.microsoft.com/office/drawing/2014/main" id="{39D4DB25-3335-E826-5F25-848E0B62D254}"/>
              </a:ext>
            </a:extLst>
          </p:cNvPr>
          <p:cNvSpPr txBox="1"/>
          <p:nvPr/>
        </p:nvSpPr>
        <p:spPr>
          <a:xfrm>
            <a:off x="837136" y="1521465"/>
            <a:ext cx="1800000" cy="504000"/>
          </a:xfrm>
          <a:prstGeom prst="roundRect">
            <a:avLst/>
          </a:prstGeom>
          <a:solidFill>
            <a:srgbClr val="D8BEEC"/>
          </a:solidFill>
        </p:spPr>
        <p:txBody>
          <a:bodyPr wrap="square" anchor="ctr">
            <a:noAutofit/>
          </a:bodyPr>
          <a:lstStyle/>
          <a:p>
            <a:pPr algn="ctr"/>
            <a:r>
              <a:rPr lang="en-US" altLang="zh-CN" sz="2400" dirty="0"/>
              <a:t>Remember</a:t>
            </a:r>
            <a:endParaRPr lang="zh-CN" altLang="en-US" sz="1600" dirty="0"/>
          </a:p>
        </p:txBody>
      </p:sp>
      <p:pic>
        <p:nvPicPr>
          <p:cNvPr id="7" name="图形 6" descr="剧本 轮廓">
            <a:extLst>
              <a:ext uri="{FF2B5EF4-FFF2-40B4-BE49-F238E27FC236}">
                <a16:creationId xmlns:a16="http://schemas.microsoft.com/office/drawing/2014/main" id="{9C6B1A9E-1308-C05B-A27C-6D02D43EDE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4568" y="1200854"/>
            <a:ext cx="1008000" cy="1008000"/>
          </a:xfrm>
          <a:prstGeom prst="rect">
            <a:avLst/>
          </a:prstGeom>
        </p:spPr>
      </p:pic>
      <p:sp>
        <p:nvSpPr>
          <p:cNvPr id="11" name="文本框 10">
            <a:extLst>
              <a:ext uri="{FF2B5EF4-FFF2-40B4-BE49-F238E27FC236}">
                <a16:creationId xmlns:a16="http://schemas.microsoft.com/office/drawing/2014/main" id="{420EC68D-CCA4-2D40-D6AF-812FE46FECC3}"/>
              </a:ext>
            </a:extLst>
          </p:cNvPr>
          <p:cNvSpPr txBox="1"/>
          <p:nvPr/>
        </p:nvSpPr>
        <p:spPr>
          <a:xfrm>
            <a:off x="5016000" y="3069000"/>
            <a:ext cx="2160000" cy="720000"/>
          </a:xfrm>
          <a:prstGeom prst="roundRect">
            <a:avLst>
              <a:gd name="adj" fmla="val 50000"/>
            </a:avLst>
          </a:prstGeom>
          <a:gradFill>
            <a:gsLst>
              <a:gs pos="0">
                <a:schemeClr val="accent4">
                  <a:lumMod val="40000"/>
                  <a:lumOff val="60000"/>
                </a:schemeClr>
              </a:gs>
              <a:gs pos="100000">
                <a:schemeClr val="accent5">
                  <a:lumMod val="40000"/>
                  <a:lumOff val="60000"/>
                </a:schemeClr>
              </a:gs>
            </a:gsLst>
            <a:lin ang="4800000" scaled="0"/>
          </a:gra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400" dirty="0"/>
              <a:t>LLM</a:t>
            </a:r>
            <a:endParaRPr lang="zh-CN" altLang="en-US" sz="1600" dirty="0"/>
          </a:p>
        </p:txBody>
      </p:sp>
      <p:sp>
        <p:nvSpPr>
          <p:cNvPr id="13" name="文本框 12">
            <a:extLst>
              <a:ext uri="{FF2B5EF4-FFF2-40B4-BE49-F238E27FC236}">
                <a16:creationId xmlns:a16="http://schemas.microsoft.com/office/drawing/2014/main" id="{BFA9435E-1A00-0468-EF40-680882B86D48}"/>
              </a:ext>
            </a:extLst>
          </p:cNvPr>
          <p:cNvSpPr txBox="1"/>
          <p:nvPr/>
        </p:nvSpPr>
        <p:spPr>
          <a:xfrm>
            <a:off x="696000" y="3788999"/>
            <a:ext cx="2160000" cy="720000"/>
          </a:xfrm>
          <a:prstGeom prst="roundRect">
            <a:avLst>
              <a:gd name="adj" fmla="val 50000"/>
            </a:avLst>
          </a:prstGeom>
          <a:solidFill>
            <a:schemeClr val="bg1"/>
          </a:solidFill>
          <a:ln w="12700">
            <a:solidFill>
              <a:schemeClr val="bg1"/>
            </a:solidFill>
          </a:ln>
          <a:effectLst>
            <a:outerShdw blurRad="127000" algn="ctr" rotWithShape="0">
              <a:srgbClr val="6262B2">
                <a:alpha val="40000"/>
              </a:srgbClr>
            </a:outerShdw>
          </a:effectLst>
        </p:spPr>
        <p:txBody>
          <a:bodyPr wrap="square" anchor="ctr">
            <a:noAutofit/>
          </a:bodyPr>
          <a:lstStyle/>
          <a:p>
            <a:pPr algn="ctr"/>
            <a:r>
              <a:rPr lang="en-US" altLang="zh-CN" sz="2400" dirty="0"/>
              <a:t>Skill B</a:t>
            </a:r>
            <a:endParaRPr lang="zh-CN" altLang="en-US" sz="1600" dirty="0"/>
          </a:p>
        </p:txBody>
      </p:sp>
      <p:sp>
        <p:nvSpPr>
          <p:cNvPr id="15" name="文本框 14">
            <a:extLst>
              <a:ext uri="{FF2B5EF4-FFF2-40B4-BE49-F238E27FC236}">
                <a16:creationId xmlns:a16="http://schemas.microsoft.com/office/drawing/2014/main" id="{E8C15BD7-84CA-3C5F-FEEF-522FEBDF8D4D}"/>
              </a:ext>
            </a:extLst>
          </p:cNvPr>
          <p:cNvSpPr txBox="1"/>
          <p:nvPr/>
        </p:nvSpPr>
        <p:spPr>
          <a:xfrm>
            <a:off x="3672282" y="4455459"/>
            <a:ext cx="2160000" cy="720000"/>
          </a:xfrm>
          <a:prstGeom prst="roundRect">
            <a:avLst>
              <a:gd name="adj" fmla="val 50000"/>
            </a:avLst>
          </a:prstGeom>
          <a:solidFill>
            <a:schemeClr val="bg1"/>
          </a:solidFill>
          <a:ln w="12700">
            <a:solidFill>
              <a:schemeClr val="bg1"/>
            </a:solidFill>
          </a:ln>
          <a:effectLst>
            <a:outerShdw blurRad="127000" algn="ctr" rotWithShape="0">
              <a:srgbClr val="6262B2">
                <a:alpha val="40000"/>
              </a:srgbClr>
            </a:outerShdw>
          </a:effectLst>
        </p:spPr>
        <p:txBody>
          <a:bodyPr wrap="square" anchor="ctr">
            <a:noAutofit/>
          </a:bodyPr>
          <a:lstStyle/>
          <a:p>
            <a:pPr algn="ctr"/>
            <a:r>
              <a:rPr lang="en-US" altLang="zh-CN" sz="2400" dirty="0"/>
              <a:t>Skill A</a:t>
            </a:r>
            <a:endParaRPr lang="zh-CN" altLang="en-US" sz="1600" dirty="0"/>
          </a:p>
        </p:txBody>
      </p:sp>
      <p:sp>
        <p:nvSpPr>
          <p:cNvPr id="17" name="文本框 16">
            <a:extLst>
              <a:ext uri="{FF2B5EF4-FFF2-40B4-BE49-F238E27FC236}">
                <a16:creationId xmlns:a16="http://schemas.microsoft.com/office/drawing/2014/main" id="{738C4418-68F9-7EED-C5BB-E2CB0AD517FC}"/>
              </a:ext>
            </a:extLst>
          </p:cNvPr>
          <p:cNvSpPr txBox="1"/>
          <p:nvPr/>
        </p:nvSpPr>
        <p:spPr>
          <a:xfrm>
            <a:off x="2637136" y="5616388"/>
            <a:ext cx="2160000" cy="720000"/>
          </a:xfrm>
          <a:prstGeom prst="roundRect">
            <a:avLst>
              <a:gd name="adj" fmla="val 50000"/>
            </a:avLst>
          </a:prstGeom>
          <a:solidFill>
            <a:schemeClr val="bg1"/>
          </a:solidFill>
          <a:ln w="12700">
            <a:solidFill>
              <a:schemeClr val="bg1"/>
            </a:solidFill>
          </a:ln>
          <a:effectLst>
            <a:outerShdw blurRad="127000" algn="ctr" rotWithShape="0">
              <a:srgbClr val="6262B2">
                <a:alpha val="40000"/>
              </a:srgbClr>
            </a:outerShdw>
          </a:effectLst>
        </p:spPr>
        <p:txBody>
          <a:bodyPr wrap="square" anchor="ctr">
            <a:noAutofit/>
          </a:bodyPr>
          <a:lstStyle/>
          <a:p>
            <a:pPr algn="ctr"/>
            <a:r>
              <a:rPr lang="en-US" altLang="zh-CN" sz="2400" dirty="0"/>
              <a:t>Skill C</a:t>
            </a:r>
            <a:endParaRPr lang="zh-CN" altLang="en-US" sz="1600" dirty="0"/>
          </a:p>
        </p:txBody>
      </p:sp>
      <p:sp>
        <p:nvSpPr>
          <p:cNvPr id="19" name="文本框 18">
            <a:extLst>
              <a:ext uri="{FF2B5EF4-FFF2-40B4-BE49-F238E27FC236}">
                <a16:creationId xmlns:a16="http://schemas.microsoft.com/office/drawing/2014/main" id="{2DF660A1-B64D-009F-2A06-990248909097}"/>
              </a:ext>
            </a:extLst>
          </p:cNvPr>
          <p:cNvSpPr txBox="1"/>
          <p:nvPr/>
        </p:nvSpPr>
        <p:spPr>
          <a:xfrm>
            <a:off x="7200000" y="4217147"/>
            <a:ext cx="2160000" cy="720000"/>
          </a:xfrm>
          <a:prstGeom prst="roundRect">
            <a:avLst>
              <a:gd name="adj" fmla="val 50000"/>
            </a:avLst>
          </a:prstGeom>
          <a:solidFill>
            <a:schemeClr val="bg1"/>
          </a:solidFill>
          <a:ln w="12700">
            <a:solidFill>
              <a:schemeClr val="bg1"/>
            </a:solidFill>
          </a:ln>
          <a:effectLst>
            <a:outerShdw blurRad="127000" algn="ctr" rotWithShape="0">
              <a:srgbClr val="6262B2">
                <a:alpha val="40000"/>
              </a:srgbClr>
            </a:outerShdw>
          </a:effectLst>
        </p:spPr>
        <p:txBody>
          <a:bodyPr wrap="square" anchor="ctr">
            <a:noAutofit/>
          </a:bodyPr>
          <a:lstStyle/>
          <a:p>
            <a:pPr algn="ctr"/>
            <a:r>
              <a:rPr lang="en-US" altLang="zh-CN" sz="2400" dirty="0"/>
              <a:t>Skill D</a:t>
            </a:r>
            <a:endParaRPr lang="zh-CN" altLang="en-US" sz="1600" dirty="0"/>
          </a:p>
        </p:txBody>
      </p:sp>
      <p:sp>
        <p:nvSpPr>
          <p:cNvPr id="21" name="文本框 20">
            <a:extLst>
              <a:ext uri="{FF2B5EF4-FFF2-40B4-BE49-F238E27FC236}">
                <a16:creationId xmlns:a16="http://schemas.microsoft.com/office/drawing/2014/main" id="{FAC2A8F3-31E4-3F5B-1026-5E2E418612C0}"/>
              </a:ext>
            </a:extLst>
          </p:cNvPr>
          <p:cNvSpPr txBox="1"/>
          <p:nvPr/>
        </p:nvSpPr>
        <p:spPr>
          <a:xfrm>
            <a:off x="9336000" y="5256388"/>
            <a:ext cx="2160000" cy="720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400" dirty="0"/>
              <a:t>Skill E</a:t>
            </a:r>
            <a:endParaRPr lang="zh-CN" altLang="en-US" sz="1600" dirty="0"/>
          </a:p>
        </p:txBody>
      </p:sp>
      <p:cxnSp>
        <p:nvCxnSpPr>
          <p:cNvPr id="23" name="连接符: 曲线 22">
            <a:extLst>
              <a:ext uri="{FF2B5EF4-FFF2-40B4-BE49-F238E27FC236}">
                <a16:creationId xmlns:a16="http://schemas.microsoft.com/office/drawing/2014/main" id="{38619589-CF2A-F10F-2564-865D1268F6BA}"/>
              </a:ext>
            </a:extLst>
          </p:cNvPr>
          <p:cNvCxnSpPr>
            <a:cxnSpLocks/>
            <a:stCxn id="15" idx="1"/>
            <a:endCxn id="13" idx="3"/>
          </p:cNvCxnSpPr>
          <p:nvPr/>
        </p:nvCxnSpPr>
        <p:spPr>
          <a:xfrm rot="10800000">
            <a:off x="2856000" y="4148999"/>
            <a:ext cx="816282" cy="66646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连接符: 曲线 24">
            <a:extLst>
              <a:ext uri="{FF2B5EF4-FFF2-40B4-BE49-F238E27FC236}">
                <a16:creationId xmlns:a16="http://schemas.microsoft.com/office/drawing/2014/main" id="{B9AB3E5E-2D86-D565-6BFB-9CB04D3A9C06}"/>
              </a:ext>
            </a:extLst>
          </p:cNvPr>
          <p:cNvCxnSpPr>
            <a:cxnSpLocks/>
            <a:stCxn id="15" idx="2"/>
            <a:endCxn id="17" idx="0"/>
          </p:cNvCxnSpPr>
          <p:nvPr/>
        </p:nvCxnSpPr>
        <p:spPr>
          <a:xfrm rot="5400000">
            <a:off x="4014245" y="4878350"/>
            <a:ext cx="440929" cy="1035146"/>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连接符: 曲线 26">
            <a:extLst>
              <a:ext uri="{FF2B5EF4-FFF2-40B4-BE49-F238E27FC236}">
                <a16:creationId xmlns:a16="http://schemas.microsoft.com/office/drawing/2014/main" id="{69D4C016-B069-8707-6763-23128A490912}"/>
              </a:ext>
            </a:extLst>
          </p:cNvPr>
          <p:cNvCxnSpPr>
            <a:cxnSpLocks/>
            <a:stCxn id="11" idx="2"/>
            <a:endCxn id="15" idx="0"/>
          </p:cNvCxnSpPr>
          <p:nvPr/>
        </p:nvCxnSpPr>
        <p:spPr>
          <a:xfrm rot="5400000">
            <a:off x="5090912" y="3450370"/>
            <a:ext cx="666459" cy="134371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连接符: 曲线 35">
            <a:extLst>
              <a:ext uri="{FF2B5EF4-FFF2-40B4-BE49-F238E27FC236}">
                <a16:creationId xmlns:a16="http://schemas.microsoft.com/office/drawing/2014/main" id="{50A8EDD6-67B9-0131-CF69-60EB17632BBF}"/>
              </a:ext>
            </a:extLst>
          </p:cNvPr>
          <p:cNvCxnSpPr>
            <a:stCxn id="11" idx="2"/>
            <a:endCxn id="19" idx="0"/>
          </p:cNvCxnSpPr>
          <p:nvPr/>
        </p:nvCxnSpPr>
        <p:spPr>
          <a:xfrm rot="16200000" flipH="1">
            <a:off x="6973927" y="2911073"/>
            <a:ext cx="428147" cy="21840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连接符: 曲线 37">
            <a:extLst>
              <a:ext uri="{FF2B5EF4-FFF2-40B4-BE49-F238E27FC236}">
                <a16:creationId xmlns:a16="http://schemas.microsoft.com/office/drawing/2014/main" id="{6F739AB6-C302-7FE0-BD06-21526BCF6954}"/>
              </a:ext>
            </a:extLst>
          </p:cNvPr>
          <p:cNvCxnSpPr>
            <a:cxnSpLocks/>
            <a:stCxn id="19" idx="3"/>
            <a:endCxn id="21" idx="0"/>
          </p:cNvCxnSpPr>
          <p:nvPr/>
        </p:nvCxnSpPr>
        <p:spPr>
          <a:xfrm>
            <a:off x="9360000" y="4577147"/>
            <a:ext cx="1056000" cy="67924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矩形: 圆角 41">
            <a:extLst>
              <a:ext uri="{FF2B5EF4-FFF2-40B4-BE49-F238E27FC236}">
                <a16:creationId xmlns:a16="http://schemas.microsoft.com/office/drawing/2014/main" id="{2051E3FF-6978-A651-B62E-35D7DAB626D5}"/>
              </a:ext>
            </a:extLst>
          </p:cNvPr>
          <p:cNvSpPr/>
          <p:nvPr/>
        </p:nvSpPr>
        <p:spPr>
          <a:xfrm>
            <a:off x="696000" y="4887458"/>
            <a:ext cx="1008000" cy="576000"/>
          </a:xfrm>
          <a:prstGeom prst="roundRect">
            <a:avLst/>
          </a:prstGeom>
          <a:solidFill>
            <a:srgbClr val="D8BEEC"/>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Tool 1</a:t>
            </a:r>
            <a:endParaRPr lang="zh-CN" altLang="en-US" dirty="0">
              <a:solidFill>
                <a:schemeClr val="tx1"/>
              </a:solidFill>
            </a:endParaRPr>
          </a:p>
        </p:txBody>
      </p:sp>
      <p:sp>
        <p:nvSpPr>
          <p:cNvPr id="44" name="矩形: 圆角 43">
            <a:extLst>
              <a:ext uri="{FF2B5EF4-FFF2-40B4-BE49-F238E27FC236}">
                <a16:creationId xmlns:a16="http://schemas.microsoft.com/office/drawing/2014/main" id="{31DC526B-95F3-75D3-B6E8-C9D20097A4F5}"/>
              </a:ext>
            </a:extLst>
          </p:cNvPr>
          <p:cNvSpPr/>
          <p:nvPr/>
        </p:nvSpPr>
        <p:spPr>
          <a:xfrm>
            <a:off x="1272000" y="5688388"/>
            <a:ext cx="1008000" cy="576000"/>
          </a:xfrm>
          <a:prstGeom prst="roundRect">
            <a:avLst/>
          </a:prstGeom>
          <a:solidFill>
            <a:srgbClr val="D8BEEC"/>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Tool 2</a:t>
            </a:r>
            <a:endParaRPr lang="zh-CN" altLang="en-US" dirty="0">
              <a:solidFill>
                <a:schemeClr val="tx1"/>
              </a:solidFill>
            </a:endParaRPr>
          </a:p>
        </p:txBody>
      </p:sp>
      <p:cxnSp>
        <p:nvCxnSpPr>
          <p:cNvPr id="46" name="直接箭头连接符 45">
            <a:extLst>
              <a:ext uri="{FF2B5EF4-FFF2-40B4-BE49-F238E27FC236}">
                <a16:creationId xmlns:a16="http://schemas.microsoft.com/office/drawing/2014/main" id="{9D4E16A0-B693-5B62-B9D4-C4F42CA750BB}"/>
              </a:ext>
            </a:extLst>
          </p:cNvPr>
          <p:cNvCxnSpPr>
            <a:stCxn id="13" idx="2"/>
            <a:endCxn id="42" idx="0"/>
          </p:cNvCxnSpPr>
          <p:nvPr/>
        </p:nvCxnSpPr>
        <p:spPr>
          <a:xfrm flipH="1">
            <a:off x="1200000" y="4508999"/>
            <a:ext cx="576000" cy="3784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直接箭头连接符 48">
            <a:extLst>
              <a:ext uri="{FF2B5EF4-FFF2-40B4-BE49-F238E27FC236}">
                <a16:creationId xmlns:a16="http://schemas.microsoft.com/office/drawing/2014/main" id="{A1A0061E-FC69-133E-0544-4824A2F5D075}"/>
              </a:ext>
            </a:extLst>
          </p:cNvPr>
          <p:cNvCxnSpPr>
            <a:stCxn id="13" idx="2"/>
            <a:endCxn id="44" idx="0"/>
          </p:cNvCxnSpPr>
          <p:nvPr/>
        </p:nvCxnSpPr>
        <p:spPr>
          <a:xfrm>
            <a:off x="1776000" y="4508999"/>
            <a:ext cx="0" cy="1179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直接箭头连接符 50">
            <a:extLst>
              <a:ext uri="{FF2B5EF4-FFF2-40B4-BE49-F238E27FC236}">
                <a16:creationId xmlns:a16="http://schemas.microsoft.com/office/drawing/2014/main" id="{B3158982-6F70-1BAB-789B-D1877308AC27}"/>
              </a:ext>
            </a:extLst>
          </p:cNvPr>
          <p:cNvCxnSpPr>
            <a:stCxn id="17" idx="1"/>
            <a:endCxn id="44" idx="3"/>
          </p:cNvCxnSpPr>
          <p:nvPr/>
        </p:nvCxnSpPr>
        <p:spPr>
          <a:xfrm flipH="1">
            <a:off x="2280000" y="5976388"/>
            <a:ext cx="3571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矩形: 圆角 54">
            <a:extLst>
              <a:ext uri="{FF2B5EF4-FFF2-40B4-BE49-F238E27FC236}">
                <a16:creationId xmlns:a16="http://schemas.microsoft.com/office/drawing/2014/main" id="{D2360BC9-985B-7B01-492B-35459F127A11}"/>
              </a:ext>
            </a:extLst>
          </p:cNvPr>
          <p:cNvSpPr/>
          <p:nvPr/>
        </p:nvSpPr>
        <p:spPr>
          <a:xfrm>
            <a:off x="5154272" y="5688388"/>
            <a:ext cx="1008000" cy="576000"/>
          </a:xfrm>
          <a:prstGeom prst="roundRect">
            <a:avLst/>
          </a:prstGeom>
          <a:solidFill>
            <a:srgbClr val="D8BEEC"/>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Tool 3</a:t>
            </a:r>
            <a:endParaRPr lang="zh-CN" altLang="en-US" dirty="0">
              <a:solidFill>
                <a:schemeClr val="tx1"/>
              </a:solidFill>
            </a:endParaRPr>
          </a:p>
        </p:txBody>
      </p:sp>
      <p:cxnSp>
        <p:nvCxnSpPr>
          <p:cNvPr id="57" name="直接箭头连接符 56">
            <a:extLst>
              <a:ext uri="{FF2B5EF4-FFF2-40B4-BE49-F238E27FC236}">
                <a16:creationId xmlns:a16="http://schemas.microsoft.com/office/drawing/2014/main" id="{2BF6AEDE-9D35-C1C9-9E19-9132EECF1965}"/>
              </a:ext>
            </a:extLst>
          </p:cNvPr>
          <p:cNvCxnSpPr>
            <a:stCxn id="17" idx="3"/>
            <a:endCxn id="55" idx="1"/>
          </p:cNvCxnSpPr>
          <p:nvPr/>
        </p:nvCxnSpPr>
        <p:spPr>
          <a:xfrm>
            <a:off x="4797136" y="5976388"/>
            <a:ext cx="3571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矩形: 圆角 58">
            <a:extLst>
              <a:ext uri="{FF2B5EF4-FFF2-40B4-BE49-F238E27FC236}">
                <a16:creationId xmlns:a16="http://schemas.microsoft.com/office/drawing/2014/main" id="{8542A337-C5E7-2F7C-CD4F-5B288D721FEE}"/>
              </a:ext>
            </a:extLst>
          </p:cNvPr>
          <p:cNvSpPr/>
          <p:nvPr/>
        </p:nvSpPr>
        <p:spPr>
          <a:xfrm>
            <a:off x="6519408" y="5688388"/>
            <a:ext cx="1008000" cy="576000"/>
          </a:xfrm>
          <a:prstGeom prst="roundRect">
            <a:avLst/>
          </a:prstGeom>
          <a:solidFill>
            <a:srgbClr val="D8BEEC"/>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Tool 4</a:t>
            </a:r>
            <a:endParaRPr lang="zh-CN" altLang="en-US" dirty="0">
              <a:solidFill>
                <a:schemeClr val="tx1"/>
              </a:solidFill>
            </a:endParaRPr>
          </a:p>
        </p:txBody>
      </p:sp>
      <p:sp>
        <p:nvSpPr>
          <p:cNvPr id="61" name="矩形: 圆角 60">
            <a:extLst>
              <a:ext uri="{FF2B5EF4-FFF2-40B4-BE49-F238E27FC236}">
                <a16:creationId xmlns:a16="http://schemas.microsoft.com/office/drawing/2014/main" id="{34FA8845-CB09-78AD-02CD-D11A2FA37F4D}"/>
              </a:ext>
            </a:extLst>
          </p:cNvPr>
          <p:cNvSpPr/>
          <p:nvPr/>
        </p:nvSpPr>
        <p:spPr>
          <a:xfrm>
            <a:off x="7884544" y="5688388"/>
            <a:ext cx="1008000" cy="576000"/>
          </a:xfrm>
          <a:prstGeom prst="roundRect">
            <a:avLst/>
          </a:prstGeom>
          <a:solidFill>
            <a:srgbClr val="D8BEEC"/>
          </a:solidFill>
          <a:ln>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Tool 5</a:t>
            </a:r>
            <a:endParaRPr lang="zh-CN" altLang="en-US" dirty="0">
              <a:solidFill>
                <a:schemeClr val="tx1"/>
              </a:solidFill>
            </a:endParaRPr>
          </a:p>
        </p:txBody>
      </p:sp>
      <p:cxnSp>
        <p:nvCxnSpPr>
          <p:cNvPr id="63" name="直接箭头连接符 62">
            <a:extLst>
              <a:ext uri="{FF2B5EF4-FFF2-40B4-BE49-F238E27FC236}">
                <a16:creationId xmlns:a16="http://schemas.microsoft.com/office/drawing/2014/main" id="{35923758-55CD-433F-B73F-9A71FB1442F1}"/>
              </a:ext>
            </a:extLst>
          </p:cNvPr>
          <p:cNvCxnSpPr>
            <a:stCxn id="21" idx="1"/>
            <a:endCxn id="61" idx="3"/>
          </p:cNvCxnSpPr>
          <p:nvPr/>
        </p:nvCxnSpPr>
        <p:spPr>
          <a:xfrm flipH="1">
            <a:off x="8892544" y="5616388"/>
            <a:ext cx="443456" cy="360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直接箭头连接符 67">
            <a:extLst>
              <a:ext uri="{FF2B5EF4-FFF2-40B4-BE49-F238E27FC236}">
                <a16:creationId xmlns:a16="http://schemas.microsoft.com/office/drawing/2014/main" id="{64584D54-7441-16A0-3642-52D46A648FCB}"/>
              </a:ext>
            </a:extLst>
          </p:cNvPr>
          <p:cNvCxnSpPr>
            <a:stCxn id="19" idx="2"/>
            <a:endCxn id="59" idx="0"/>
          </p:cNvCxnSpPr>
          <p:nvPr/>
        </p:nvCxnSpPr>
        <p:spPr>
          <a:xfrm flipH="1">
            <a:off x="7023408" y="4937147"/>
            <a:ext cx="1256592" cy="751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直接箭头连接符 69">
            <a:extLst>
              <a:ext uri="{FF2B5EF4-FFF2-40B4-BE49-F238E27FC236}">
                <a16:creationId xmlns:a16="http://schemas.microsoft.com/office/drawing/2014/main" id="{D5CB3DAE-8E27-2356-2E56-7BC4133D01C7}"/>
              </a:ext>
            </a:extLst>
          </p:cNvPr>
          <p:cNvCxnSpPr>
            <a:stCxn id="19" idx="2"/>
            <a:endCxn id="61" idx="0"/>
          </p:cNvCxnSpPr>
          <p:nvPr/>
        </p:nvCxnSpPr>
        <p:spPr>
          <a:xfrm>
            <a:off x="8280000" y="4937147"/>
            <a:ext cx="108544" cy="751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直接箭头连接符 71">
            <a:extLst>
              <a:ext uri="{FF2B5EF4-FFF2-40B4-BE49-F238E27FC236}">
                <a16:creationId xmlns:a16="http://schemas.microsoft.com/office/drawing/2014/main" id="{92AEEA76-05F3-885D-8A90-D453BF68D3E2}"/>
              </a:ext>
            </a:extLst>
          </p:cNvPr>
          <p:cNvCxnSpPr>
            <a:stCxn id="19" idx="2"/>
            <a:endCxn id="55" idx="0"/>
          </p:cNvCxnSpPr>
          <p:nvPr/>
        </p:nvCxnSpPr>
        <p:spPr>
          <a:xfrm flipH="1">
            <a:off x="5658272" y="4937147"/>
            <a:ext cx="2621728" cy="751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5645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7E209F-FDFA-23D6-B571-1B4AFD27D3FA}"/>
              </a:ext>
            </a:extLst>
          </p:cNvPr>
          <p:cNvSpPr>
            <a:spLocks noGrp="1"/>
          </p:cNvSpPr>
          <p:nvPr>
            <p:ph type="title"/>
          </p:nvPr>
        </p:nvSpPr>
        <p:spPr/>
        <p:txBody>
          <a:bodyPr/>
          <a:lstStyle/>
          <a:p>
            <a:r>
              <a:rPr lang="en-US" altLang="zh-CN" dirty="0"/>
              <a:t>Post Comments</a:t>
            </a:r>
            <a:endParaRPr lang="zh-CN" altLang="en-US" dirty="0"/>
          </a:p>
        </p:txBody>
      </p:sp>
      <p:sp>
        <p:nvSpPr>
          <p:cNvPr id="3" name="内容占位符 2">
            <a:extLst>
              <a:ext uri="{FF2B5EF4-FFF2-40B4-BE49-F238E27FC236}">
                <a16:creationId xmlns:a16="http://schemas.microsoft.com/office/drawing/2014/main" id="{81F29232-6FCF-48DD-54C3-EF65B19F68C1}"/>
              </a:ext>
            </a:extLst>
          </p:cNvPr>
          <p:cNvSpPr>
            <a:spLocks noGrp="1"/>
          </p:cNvSpPr>
          <p:nvPr>
            <p:ph idx="1"/>
          </p:nvPr>
        </p:nvSpPr>
        <p:spPr>
          <a:xfrm>
            <a:off x="696000" y="1533130"/>
            <a:ext cx="10800000" cy="432000"/>
          </a:xfrm>
        </p:spPr>
        <p:txBody>
          <a:bodyPr>
            <a:normAutofit/>
          </a:bodyPr>
          <a:lstStyle/>
          <a:p>
            <a:pPr marL="0" indent="0">
              <a:buNone/>
            </a:pPr>
            <a:r>
              <a:rPr lang="en-US" altLang="zh-CN" sz="2000" dirty="0">
                <a:solidFill>
                  <a:srgbClr val="6262B2"/>
                </a:solidFill>
              </a:rPr>
              <a:t>When you just ask to post a comment in the specific online doc…</a:t>
            </a:r>
            <a:endParaRPr lang="zh-CN" altLang="en-US" sz="2000" dirty="0">
              <a:solidFill>
                <a:srgbClr val="6262B2"/>
              </a:solidFill>
            </a:endParaRPr>
          </a:p>
        </p:txBody>
      </p:sp>
      <p:sp>
        <p:nvSpPr>
          <p:cNvPr id="4" name="矩形: 圆角 3">
            <a:extLst>
              <a:ext uri="{FF2B5EF4-FFF2-40B4-BE49-F238E27FC236}">
                <a16:creationId xmlns:a16="http://schemas.microsoft.com/office/drawing/2014/main" id="{251C7BF4-B71C-46D4-D689-27767DD604BD}"/>
              </a:ext>
            </a:extLst>
          </p:cNvPr>
          <p:cNvSpPr/>
          <p:nvPr/>
        </p:nvSpPr>
        <p:spPr>
          <a:xfrm>
            <a:off x="696000" y="3618000"/>
            <a:ext cx="10800000" cy="2880000"/>
          </a:xfrm>
          <a:prstGeom prst="roundRect">
            <a:avLst>
              <a:gd name="adj" fmla="val 8029"/>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16000" tIns="72000" rIns="216000" bIns="72000" rtlCol="0" anchor="b"/>
          <a:lstStyle/>
          <a:p>
            <a:r>
              <a:rPr lang="en-US" altLang="zh-CN" dirty="0">
                <a:solidFill>
                  <a:schemeClr val="accent1"/>
                </a:solidFill>
              </a:rPr>
              <a:t>https://open.feishu.cn/.well-known/skills</a:t>
            </a:r>
            <a:endParaRPr lang="zh-CN" altLang="en-US" dirty="0">
              <a:solidFill>
                <a:schemeClr val="accent1"/>
              </a:solidFill>
            </a:endParaRPr>
          </a:p>
        </p:txBody>
      </p:sp>
      <p:sp>
        <p:nvSpPr>
          <p:cNvPr id="6" name="文本框 5">
            <a:extLst>
              <a:ext uri="{FF2B5EF4-FFF2-40B4-BE49-F238E27FC236}">
                <a16:creationId xmlns:a16="http://schemas.microsoft.com/office/drawing/2014/main" id="{9AE9C612-9EA3-C2AD-150F-812094E33F2C}"/>
              </a:ext>
            </a:extLst>
          </p:cNvPr>
          <p:cNvSpPr txBox="1"/>
          <p:nvPr/>
        </p:nvSpPr>
        <p:spPr>
          <a:xfrm>
            <a:off x="3936000" y="2289130"/>
            <a:ext cx="2160000" cy="720000"/>
          </a:xfrm>
          <a:prstGeom prst="roundRect">
            <a:avLst>
              <a:gd name="adj" fmla="val 50000"/>
            </a:avLst>
          </a:prstGeom>
          <a:gradFill>
            <a:gsLst>
              <a:gs pos="0">
                <a:schemeClr val="accent4">
                  <a:lumMod val="40000"/>
                  <a:lumOff val="60000"/>
                </a:schemeClr>
              </a:gs>
              <a:gs pos="100000">
                <a:schemeClr val="accent5">
                  <a:lumMod val="40000"/>
                  <a:lumOff val="60000"/>
                </a:schemeClr>
              </a:gs>
            </a:gsLst>
            <a:lin ang="4800000" scaled="0"/>
          </a:gra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400" dirty="0"/>
              <a:t>LLM</a:t>
            </a:r>
            <a:endParaRPr lang="zh-CN" altLang="en-US" sz="1600" dirty="0"/>
          </a:p>
        </p:txBody>
      </p:sp>
      <p:sp>
        <p:nvSpPr>
          <p:cNvPr id="8" name="矩形: 圆角 7">
            <a:extLst>
              <a:ext uri="{FF2B5EF4-FFF2-40B4-BE49-F238E27FC236}">
                <a16:creationId xmlns:a16="http://schemas.microsoft.com/office/drawing/2014/main" id="{B06A5C68-3CD4-AB55-D64F-4D1DB74ECA71}"/>
              </a:ext>
            </a:extLst>
          </p:cNvPr>
          <p:cNvSpPr/>
          <p:nvPr/>
        </p:nvSpPr>
        <p:spPr>
          <a:xfrm>
            <a:off x="696000" y="2058260"/>
            <a:ext cx="8640000" cy="1152000"/>
          </a:xfrm>
          <a:prstGeom prst="roundRect">
            <a:avLst>
              <a:gd name="adj" fmla="val 16563"/>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16000" tIns="72000" rIns="216000" bIns="72000" rtlCol="0" anchor="ctr"/>
          <a:lstStyle/>
          <a:p>
            <a:r>
              <a:rPr lang="en-US" altLang="zh-CN" dirty="0">
                <a:solidFill>
                  <a:schemeClr val="bg1">
                    <a:lumMod val="75000"/>
                  </a:schemeClr>
                </a:solidFill>
              </a:rPr>
              <a:t>Host</a:t>
            </a:r>
            <a:endParaRPr lang="zh-CN" altLang="en-US" dirty="0">
              <a:solidFill>
                <a:schemeClr val="bg1">
                  <a:lumMod val="75000"/>
                </a:schemeClr>
              </a:solidFill>
            </a:endParaRPr>
          </a:p>
        </p:txBody>
      </p:sp>
      <p:sp>
        <p:nvSpPr>
          <p:cNvPr id="10" name="矩形: 圆角 9">
            <a:extLst>
              <a:ext uri="{FF2B5EF4-FFF2-40B4-BE49-F238E27FC236}">
                <a16:creationId xmlns:a16="http://schemas.microsoft.com/office/drawing/2014/main" id="{255DA532-21E4-8108-8C67-6C34FE9A7DC1}"/>
              </a:ext>
            </a:extLst>
          </p:cNvPr>
          <p:cNvSpPr/>
          <p:nvPr/>
        </p:nvSpPr>
        <p:spPr>
          <a:xfrm>
            <a:off x="6659770" y="2505130"/>
            <a:ext cx="1008000" cy="504000"/>
          </a:xfrm>
          <a:prstGeom prst="roundRect">
            <a:avLst/>
          </a:prstGeom>
          <a:solidFill>
            <a:schemeClr val="bg1"/>
          </a:solidFill>
          <a:ln>
            <a:solidFill>
              <a:srgbClr val="8C66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curl</a:t>
            </a:r>
            <a:endParaRPr lang="zh-CN" altLang="en-US" dirty="0">
              <a:solidFill>
                <a:schemeClr val="tx1"/>
              </a:solidFill>
            </a:endParaRPr>
          </a:p>
        </p:txBody>
      </p:sp>
      <p:sp>
        <p:nvSpPr>
          <p:cNvPr id="12" name="矩形: 圆角 11">
            <a:extLst>
              <a:ext uri="{FF2B5EF4-FFF2-40B4-BE49-F238E27FC236}">
                <a16:creationId xmlns:a16="http://schemas.microsoft.com/office/drawing/2014/main" id="{6139A3A6-3455-2A2E-BBE9-F0C9619693D9}"/>
              </a:ext>
            </a:extLst>
          </p:cNvPr>
          <p:cNvSpPr/>
          <p:nvPr/>
        </p:nvSpPr>
        <p:spPr>
          <a:xfrm>
            <a:off x="7967584" y="2505130"/>
            <a:ext cx="1008000" cy="504000"/>
          </a:xfrm>
          <a:prstGeom prst="roundRect">
            <a:avLst/>
          </a:prstGeom>
          <a:solidFill>
            <a:schemeClr val="bg1"/>
          </a:solidFill>
          <a:ln>
            <a:solidFill>
              <a:srgbClr val="8C66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exec</a:t>
            </a:r>
            <a:endParaRPr lang="zh-CN" altLang="en-US" dirty="0">
              <a:solidFill>
                <a:schemeClr val="tx1"/>
              </a:solidFill>
            </a:endParaRPr>
          </a:p>
        </p:txBody>
      </p:sp>
      <p:sp>
        <p:nvSpPr>
          <p:cNvPr id="14" name="文本框 13">
            <a:extLst>
              <a:ext uri="{FF2B5EF4-FFF2-40B4-BE49-F238E27FC236}">
                <a16:creationId xmlns:a16="http://schemas.microsoft.com/office/drawing/2014/main" id="{29B714C6-16BA-DD5A-F9E1-3AF88A6C489A}"/>
              </a:ext>
            </a:extLst>
          </p:cNvPr>
          <p:cNvSpPr txBox="1"/>
          <p:nvPr/>
        </p:nvSpPr>
        <p:spPr>
          <a:xfrm>
            <a:off x="5838318" y="4541951"/>
            <a:ext cx="2016000" cy="576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000" dirty="0"/>
              <a:t>lark-shared</a:t>
            </a:r>
            <a:endParaRPr lang="zh-CN" altLang="en-US" sz="1400" dirty="0"/>
          </a:p>
        </p:txBody>
      </p:sp>
      <p:sp>
        <p:nvSpPr>
          <p:cNvPr id="16" name="文本框 15">
            <a:extLst>
              <a:ext uri="{FF2B5EF4-FFF2-40B4-BE49-F238E27FC236}">
                <a16:creationId xmlns:a16="http://schemas.microsoft.com/office/drawing/2014/main" id="{35A3E724-A494-772B-9A55-BD6581CAA4F9}"/>
              </a:ext>
            </a:extLst>
          </p:cNvPr>
          <p:cNvSpPr txBox="1"/>
          <p:nvPr/>
        </p:nvSpPr>
        <p:spPr>
          <a:xfrm>
            <a:off x="4661699" y="3755436"/>
            <a:ext cx="2016000" cy="576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000" dirty="0"/>
              <a:t>lark-drive</a:t>
            </a:r>
            <a:endParaRPr lang="zh-CN" altLang="en-US" sz="1400" dirty="0"/>
          </a:p>
        </p:txBody>
      </p:sp>
      <p:sp>
        <p:nvSpPr>
          <p:cNvPr id="18" name="文本框 17">
            <a:extLst>
              <a:ext uri="{FF2B5EF4-FFF2-40B4-BE49-F238E27FC236}">
                <a16:creationId xmlns:a16="http://schemas.microsoft.com/office/drawing/2014/main" id="{DD52485D-3E39-8676-936A-2BD802818DCE}"/>
              </a:ext>
            </a:extLst>
          </p:cNvPr>
          <p:cNvSpPr txBox="1"/>
          <p:nvPr/>
        </p:nvSpPr>
        <p:spPr>
          <a:xfrm>
            <a:off x="7313885" y="3768161"/>
            <a:ext cx="2016000" cy="576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000" dirty="0"/>
              <a:t>lark-doc</a:t>
            </a:r>
            <a:endParaRPr lang="zh-CN" altLang="en-US" sz="1400" dirty="0"/>
          </a:p>
        </p:txBody>
      </p:sp>
      <p:sp>
        <p:nvSpPr>
          <p:cNvPr id="20" name="文本框 19">
            <a:extLst>
              <a:ext uri="{FF2B5EF4-FFF2-40B4-BE49-F238E27FC236}">
                <a16:creationId xmlns:a16="http://schemas.microsoft.com/office/drawing/2014/main" id="{2FBC74D5-811F-8A58-2F50-782B1F09592A}"/>
              </a:ext>
            </a:extLst>
          </p:cNvPr>
          <p:cNvSpPr txBox="1"/>
          <p:nvPr/>
        </p:nvSpPr>
        <p:spPr>
          <a:xfrm>
            <a:off x="950850" y="4056161"/>
            <a:ext cx="3456000" cy="504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dirty="0"/>
              <a:t>lark-drive-comment-location</a:t>
            </a:r>
            <a:endParaRPr lang="zh-CN" altLang="en-US" sz="1200" dirty="0"/>
          </a:p>
        </p:txBody>
      </p:sp>
      <p:sp>
        <p:nvSpPr>
          <p:cNvPr id="22" name="文本框 21">
            <a:extLst>
              <a:ext uri="{FF2B5EF4-FFF2-40B4-BE49-F238E27FC236}">
                <a16:creationId xmlns:a16="http://schemas.microsoft.com/office/drawing/2014/main" id="{2E12E4D6-9629-873E-58EE-278A4AA9B284}"/>
              </a:ext>
            </a:extLst>
          </p:cNvPr>
          <p:cNvSpPr txBox="1"/>
          <p:nvPr/>
        </p:nvSpPr>
        <p:spPr>
          <a:xfrm>
            <a:off x="950850" y="4740750"/>
            <a:ext cx="3456000" cy="504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dirty="0"/>
              <a:t>lark-drive-add-comment</a:t>
            </a:r>
            <a:endParaRPr lang="zh-CN" altLang="en-US" sz="1200" dirty="0"/>
          </a:p>
        </p:txBody>
      </p:sp>
      <p:sp>
        <p:nvSpPr>
          <p:cNvPr id="24" name="文本框 23">
            <a:extLst>
              <a:ext uri="{FF2B5EF4-FFF2-40B4-BE49-F238E27FC236}">
                <a16:creationId xmlns:a16="http://schemas.microsoft.com/office/drawing/2014/main" id="{6691952F-15BE-C267-C03F-8FADD4C6FF55}"/>
              </a:ext>
            </a:extLst>
          </p:cNvPr>
          <p:cNvSpPr txBox="1"/>
          <p:nvPr/>
        </p:nvSpPr>
        <p:spPr>
          <a:xfrm>
            <a:off x="950850" y="5421740"/>
            <a:ext cx="3456000" cy="504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dirty="0"/>
              <a:t>lark-drive-list-comments</a:t>
            </a:r>
            <a:endParaRPr lang="zh-CN" altLang="en-US" sz="1200" dirty="0"/>
          </a:p>
        </p:txBody>
      </p:sp>
      <p:sp>
        <p:nvSpPr>
          <p:cNvPr id="26" name="文本框 25">
            <a:extLst>
              <a:ext uri="{FF2B5EF4-FFF2-40B4-BE49-F238E27FC236}">
                <a16:creationId xmlns:a16="http://schemas.microsoft.com/office/drawing/2014/main" id="{AEC042C5-D299-CBD7-69EE-3CEC6FAAC2A2}"/>
              </a:ext>
            </a:extLst>
          </p:cNvPr>
          <p:cNvSpPr txBox="1"/>
          <p:nvPr/>
        </p:nvSpPr>
        <p:spPr>
          <a:xfrm>
            <a:off x="8277786" y="4572937"/>
            <a:ext cx="2880000" cy="504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dirty="0"/>
              <a:t>lark-doc-fetch</a:t>
            </a:r>
            <a:endParaRPr lang="zh-CN" altLang="en-US" sz="1200" dirty="0"/>
          </a:p>
        </p:txBody>
      </p:sp>
      <p:sp>
        <p:nvSpPr>
          <p:cNvPr id="28" name="文本框 27">
            <a:extLst>
              <a:ext uri="{FF2B5EF4-FFF2-40B4-BE49-F238E27FC236}">
                <a16:creationId xmlns:a16="http://schemas.microsoft.com/office/drawing/2014/main" id="{7C66F0C9-14F0-0552-89D0-8A1BA3436C63}"/>
              </a:ext>
            </a:extLst>
          </p:cNvPr>
          <p:cNvSpPr txBox="1"/>
          <p:nvPr/>
        </p:nvSpPr>
        <p:spPr>
          <a:xfrm>
            <a:off x="5378282" y="5897430"/>
            <a:ext cx="4176000" cy="504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dirty="0"/>
              <a:t>lark-shared-identity-and-permissions</a:t>
            </a:r>
            <a:endParaRPr lang="zh-CN" altLang="en-US" sz="1200" dirty="0"/>
          </a:p>
        </p:txBody>
      </p:sp>
      <p:sp>
        <p:nvSpPr>
          <p:cNvPr id="30" name="文本框 29">
            <a:extLst>
              <a:ext uri="{FF2B5EF4-FFF2-40B4-BE49-F238E27FC236}">
                <a16:creationId xmlns:a16="http://schemas.microsoft.com/office/drawing/2014/main" id="{7F39B828-46D1-3BB2-E6DD-C6F51DF4783C}"/>
              </a:ext>
            </a:extLst>
          </p:cNvPr>
          <p:cNvSpPr txBox="1"/>
          <p:nvPr/>
        </p:nvSpPr>
        <p:spPr>
          <a:xfrm>
            <a:off x="7785150" y="5232390"/>
            <a:ext cx="3456000" cy="504000"/>
          </a:xfrm>
          <a:prstGeom prst="roundRect">
            <a:avLst>
              <a:gd name="adj" fmla="val 50000"/>
            </a:avLst>
          </a:prstGeom>
          <a:solidFill>
            <a:schemeClr val="bg1"/>
          </a:soli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dirty="0"/>
              <a:t>lark-shared-output-contract</a:t>
            </a:r>
            <a:endParaRPr lang="zh-CN" altLang="en-US" sz="1200" dirty="0"/>
          </a:p>
        </p:txBody>
      </p:sp>
      <p:cxnSp>
        <p:nvCxnSpPr>
          <p:cNvPr id="32" name="连接符: 曲线 31">
            <a:extLst>
              <a:ext uri="{FF2B5EF4-FFF2-40B4-BE49-F238E27FC236}">
                <a16:creationId xmlns:a16="http://schemas.microsoft.com/office/drawing/2014/main" id="{43242347-120A-3666-E789-A0EDDD058E8A}"/>
              </a:ext>
            </a:extLst>
          </p:cNvPr>
          <p:cNvCxnSpPr>
            <a:stCxn id="10" idx="2"/>
            <a:endCxn id="16" idx="0"/>
          </p:cNvCxnSpPr>
          <p:nvPr/>
        </p:nvCxnSpPr>
        <p:spPr>
          <a:xfrm rot="5400000">
            <a:off x="6043582" y="2635248"/>
            <a:ext cx="746306" cy="149407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连接符: 曲线 33">
            <a:extLst>
              <a:ext uri="{FF2B5EF4-FFF2-40B4-BE49-F238E27FC236}">
                <a16:creationId xmlns:a16="http://schemas.microsoft.com/office/drawing/2014/main" id="{5C0FBEA6-CE37-0BD7-CFE5-65EE69FA58F9}"/>
              </a:ext>
            </a:extLst>
          </p:cNvPr>
          <p:cNvCxnSpPr>
            <a:stCxn id="6" idx="3"/>
            <a:endCxn id="10" idx="1"/>
          </p:cNvCxnSpPr>
          <p:nvPr/>
        </p:nvCxnSpPr>
        <p:spPr>
          <a:xfrm>
            <a:off x="6096000" y="2649130"/>
            <a:ext cx="563770" cy="1080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连接符: 曲线 35">
            <a:extLst>
              <a:ext uri="{FF2B5EF4-FFF2-40B4-BE49-F238E27FC236}">
                <a16:creationId xmlns:a16="http://schemas.microsoft.com/office/drawing/2014/main" id="{0434BEA4-0382-0605-8A28-CFF411D11B15}"/>
              </a:ext>
            </a:extLst>
          </p:cNvPr>
          <p:cNvCxnSpPr>
            <a:stCxn id="10" idx="2"/>
            <a:endCxn id="18" idx="0"/>
          </p:cNvCxnSpPr>
          <p:nvPr/>
        </p:nvCxnSpPr>
        <p:spPr>
          <a:xfrm rot="16200000" flipH="1">
            <a:off x="7363312" y="2809587"/>
            <a:ext cx="759031" cy="1158115"/>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连接符: 曲线 37">
            <a:extLst>
              <a:ext uri="{FF2B5EF4-FFF2-40B4-BE49-F238E27FC236}">
                <a16:creationId xmlns:a16="http://schemas.microsoft.com/office/drawing/2014/main" id="{C0FDFC38-3CDB-0887-FC72-87F55D518C15}"/>
              </a:ext>
            </a:extLst>
          </p:cNvPr>
          <p:cNvCxnSpPr>
            <a:cxnSpLocks/>
            <a:stCxn id="16" idx="1"/>
            <a:endCxn id="20" idx="3"/>
          </p:cNvCxnSpPr>
          <p:nvPr/>
        </p:nvCxnSpPr>
        <p:spPr>
          <a:xfrm rot="10800000" flipV="1">
            <a:off x="4406851" y="4043435"/>
            <a:ext cx="254849" cy="264725"/>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连接符: 曲线 42">
            <a:extLst>
              <a:ext uri="{FF2B5EF4-FFF2-40B4-BE49-F238E27FC236}">
                <a16:creationId xmlns:a16="http://schemas.microsoft.com/office/drawing/2014/main" id="{8B5B576C-2AD0-A842-4586-FCD91E2CC189}"/>
              </a:ext>
            </a:extLst>
          </p:cNvPr>
          <p:cNvCxnSpPr>
            <a:cxnSpLocks/>
            <a:stCxn id="16" idx="3"/>
            <a:endCxn id="14" idx="0"/>
          </p:cNvCxnSpPr>
          <p:nvPr/>
        </p:nvCxnSpPr>
        <p:spPr>
          <a:xfrm>
            <a:off x="6677699" y="4043436"/>
            <a:ext cx="168619" cy="498515"/>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连接符: 曲线 44">
            <a:extLst>
              <a:ext uri="{FF2B5EF4-FFF2-40B4-BE49-F238E27FC236}">
                <a16:creationId xmlns:a16="http://schemas.microsoft.com/office/drawing/2014/main" id="{B399546B-7236-1DC6-A8D1-A1AE65CF6246}"/>
              </a:ext>
            </a:extLst>
          </p:cNvPr>
          <p:cNvCxnSpPr>
            <a:cxnSpLocks/>
            <a:stCxn id="18" idx="1"/>
            <a:endCxn id="14" idx="0"/>
          </p:cNvCxnSpPr>
          <p:nvPr/>
        </p:nvCxnSpPr>
        <p:spPr>
          <a:xfrm rot="10800000" flipV="1">
            <a:off x="6846319" y="4056161"/>
            <a:ext cx="467567" cy="48579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连接符: 曲线 46">
            <a:extLst>
              <a:ext uri="{FF2B5EF4-FFF2-40B4-BE49-F238E27FC236}">
                <a16:creationId xmlns:a16="http://schemas.microsoft.com/office/drawing/2014/main" id="{FD9B9747-3D45-6AB6-4B60-44F09C542DB7}"/>
              </a:ext>
            </a:extLst>
          </p:cNvPr>
          <p:cNvCxnSpPr>
            <a:cxnSpLocks/>
            <a:stCxn id="14" idx="2"/>
            <a:endCxn id="30" idx="1"/>
          </p:cNvCxnSpPr>
          <p:nvPr/>
        </p:nvCxnSpPr>
        <p:spPr>
          <a:xfrm rot="16200000" flipH="1">
            <a:off x="7132515" y="4831754"/>
            <a:ext cx="366439" cy="93883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连接符: 曲线 51">
            <a:extLst>
              <a:ext uri="{FF2B5EF4-FFF2-40B4-BE49-F238E27FC236}">
                <a16:creationId xmlns:a16="http://schemas.microsoft.com/office/drawing/2014/main" id="{52D6B3D0-488E-4527-F368-EC2F10AB23FA}"/>
              </a:ext>
            </a:extLst>
          </p:cNvPr>
          <p:cNvCxnSpPr>
            <a:stCxn id="14" idx="2"/>
            <a:endCxn id="28" idx="0"/>
          </p:cNvCxnSpPr>
          <p:nvPr/>
        </p:nvCxnSpPr>
        <p:spPr>
          <a:xfrm rot="16200000" flipH="1">
            <a:off x="6766561" y="5197708"/>
            <a:ext cx="779479" cy="619964"/>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连接符: 曲线 54">
            <a:extLst>
              <a:ext uri="{FF2B5EF4-FFF2-40B4-BE49-F238E27FC236}">
                <a16:creationId xmlns:a16="http://schemas.microsoft.com/office/drawing/2014/main" id="{4D412E50-BA9D-516B-90C9-59CCBFB3817C}"/>
              </a:ext>
            </a:extLst>
          </p:cNvPr>
          <p:cNvCxnSpPr>
            <a:cxnSpLocks/>
            <a:stCxn id="18" idx="2"/>
            <a:endCxn id="26" idx="1"/>
          </p:cNvCxnSpPr>
          <p:nvPr/>
        </p:nvCxnSpPr>
        <p:spPr>
          <a:xfrm rot="5400000">
            <a:off x="8059448" y="4562500"/>
            <a:ext cx="480776" cy="44099"/>
          </a:xfrm>
          <a:prstGeom prst="curvedConnector4">
            <a:avLst>
              <a:gd name="adj1" fmla="val 23792"/>
              <a:gd name="adj2" fmla="val 61837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连接符: 曲线 61">
            <a:extLst>
              <a:ext uri="{FF2B5EF4-FFF2-40B4-BE49-F238E27FC236}">
                <a16:creationId xmlns:a16="http://schemas.microsoft.com/office/drawing/2014/main" id="{2038D2A3-0BC9-1F80-2492-C109FC4C0BFF}"/>
              </a:ext>
            </a:extLst>
          </p:cNvPr>
          <p:cNvCxnSpPr>
            <a:cxnSpLocks/>
            <a:stCxn id="16" idx="2"/>
            <a:endCxn id="22" idx="3"/>
          </p:cNvCxnSpPr>
          <p:nvPr/>
        </p:nvCxnSpPr>
        <p:spPr>
          <a:xfrm rot="5400000">
            <a:off x="4707618" y="4030669"/>
            <a:ext cx="661314" cy="126284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连接符: 曲线 63">
            <a:extLst>
              <a:ext uri="{FF2B5EF4-FFF2-40B4-BE49-F238E27FC236}">
                <a16:creationId xmlns:a16="http://schemas.microsoft.com/office/drawing/2014/main" id="{6077422F-8DF5-BD70-E9F9-A9BA88B1F2DD}"/>
              </a:ext>
            </a:extLst>
          </p:cNvPr>
          <p:cNvCxnSpPr>
            <a:cxnSpLocks/>
            <a:stCxn id="16" idx="2"/>
            <a:endCxn id="24" idx="3"/>
          </p:cNvCxnSpPr>
          <p:nvPr/>
        </p:nvCxnSpPr>
        <p:spPr>
          <a:xfrm rot="5400000">
            <a:off x="4367123" y="4371164"/>
            <a:ext cx="1342304" cy="126284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连接符: 曲线 67">
            <a:extLst>
              <a:ext uri="{FF2B5EF4-FFF2-40B4-BE49-F238E27FC236}">
                <a16:creationId xmlns:a16="http://schemas.microsoft.com/office/drawing/2014/main" id="{94C32D32-F898-6DC4-C57F-759242420328}"/>
              </a:ext>
            </a:extLst>
          </p:cNvPr>
          <p:cNvCxnSpPr>
            <a:stCxn id="20" idx="0"/>
            <a:endCxn id="12" idx="2"/>
          </p:cNvCxnSpPr>
          <p:nvPr/>
        </p:nvCxnSpPr>
        <p:spPr>
          <a:xfrm rot="5400000" flipH="1" flipV="1">
            <a:off x="5051702" y="636279"/>
            <a:ext cx="1047031" cy="5792734"/>
          </a:xfrm>
          <a:prstGeom prst="curvedConnector3">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69" name="连接符: 曲线 68">
            <a:extLst>
              <a:ext uri="{FF2B5EF4-FFF2-40B4-BE49-F238E27FC236}">
                <a16:creationId xmlns:a16="http://schemas.microsoft.com/office/drawing/2014/main" id="{8D0AE4C0-8985-CA1D-EC68-F7DE076F2FD1}"/>
              </a:ext>
            </a:extLst>
          </p:cNvPr>
          <p:cNvCxnSpPr>
            <a:cxnSpLocks/>
            <a:stCxn id="22" idx="0"/>
            <a:endCxn id="12" idx="2"/>
          </p:cNvCxnSpPr>
          <p:nvPr/>
        </p:nvCxnSpPr>
        <p:spPr>
          <a:xfrm rot="5400000" flipH="1" flipV="1">
            <a:off x="4709407" y="978573"/>
            <a:ext cx="1731620" cy="5792734"/>
          </a:xfrm>
          <a:prstGeom prst="curvedConnector3">
            <a:avLst>
              <a:gd name="adj1" fmla="val 5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2" name="连接符: 曲线 71">
            <a:extLst>
              <a:ext uri="{FF2B5EF4-FFF2-40B4-BE49-F238E27FC236}">
                <a16:creationId xmlns:a16="http://schemas.microsoft.com/office/drawing/2014/main" id="{17C4C775-2D2C-9EC9-E1B8-1799B3CA6DA4}"/>
              </a:ext>
            </a:extLst>
          </p:cNvPr>
          <p:cNvCxnSpPr>
            <a:cxnSpLocks/>
            <a:stCxn id="24" idx="0"/>
            <a:endCxn id="12" idx="2"/>
          </p:cNvCxnSpPr>
          <p:nvPr/>
        </p:nvCxnSpPr>
        <p:spPr>
          <a:xfrm rot="5400000" flipH="1" flipV="1">
            <a:off x="4368912" y="1319068"/>
            <a:ext cx="2412610" cy="5792734"/>
          </a:xfrm>
          <a:prstGeom prst="curvedConnector3">
            <a:avLst>
              <a:gd name="adj1" fmla="val 5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5" name="连接符: 曲线 74">
            <a:extLst>
              <a:ext uri="{FF2B5EF4-FFF2-40B4-BE49-F238E27FC236}">
                <a16:creationId xmlns:a16="http://schemas.microsoft.com/office/drawing/2014/main" id="{6488F191-E02D-91EB-297A-1E996ED53613}"/>
              </a:ext>
            </a:extLst>
          </p:cNvPr>
          <p:cNvCxnSpPr>
            <a:cxnSpLocks/>
            <a:stCxn id="26" idx="0"/>
            <a:endCxn id="12" idx="2"/>
          </p:cNvCxnSpPr>
          <p:nvPr/>
        </p:nvCxnSpPr>
        <p:spPr>
          <a:xfrm rot="16200000" flipV="1">
            <a:off x="8312782" y="3167933"/>
            <a:ext cx="1563807" cy="1246202"/>
          </a:xfrm>
          <a:prstGeom prst="curvedConnector3">
            <a:avLst>
              <a:gd name="adj1" fmla="val 77087"/>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8" name="连接符: 曲线 77">
            <a:extLst>
              <a:ext uri="{FF2B5EF4-FFF2-40B4-BE49-F238E27FC236}">
                <a16:creationId xmlns:a16="http://schemas.microsoft.com/office/drawing/2014/main" id="{2D9208E5-1B45-689B-D7BC-2F3911D483C8}"/>
              </a:ext>
            </a:extLst>
          </p:cNvPr>
          <p:cNvCxnSpPr>
            <a:cxnSpLocks/>
            <a:stCxn id="26" idx="0"/>
            <a:endCxn id="10" idx="2"/>
          </p:cNvCxnSpPr>
          <p:nvPr/>
        </p:nvCxnSpPr>
        <p:spPr>
          <a:xfrm rot="16200000" flipV="1">
            <a:off x="7658875" y="2514026"/>
            <a:ext cx="1563807" cy="2554016"/>
          </a:xfrm>
          <a:prstGeom prst="curvedConnector3">
            <a:avLst>
              <a:gd name="adj1" fmla="val 74937"/>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3" name="连接符: 曲线 82">
            <a:extLst>
              <a:ext uri="{FF2B5EF4-FFF2-40B4-BE49-F238E27FC236}">
                <a16:creationId xmlns:a16="http://schemas.microsoft.com/office/drawing/2014/main" id="{77C75381-0C18-EBA4-AC13-40D7341BBDED}"/>
              </a:ext>
            </a:extLst>
          </p:cNvPr>
          <p:cNvCxnSpPr>
            <a:cxnSpLocks/>
            <a:stCxn id="28" idx="0"/>
            <a:endCxn id="12" idx="2"/>
          </p:cNvCxnSpPr>
          <p:nvPr/>
        </p:nvCxnSpPr>
        <p:spPr>
          <a:xfrm rot="5400000" flipH="1" flipV="1">
            <a:off x="6524783" y="3950629"/>
            <a:ext cx="2888300" cy="1005302"/>
          </a:xfrm>
          <a:prstGeom prst="curvedConnector3">
            <a:avLst>
              <a:gd name="adj1" fmla="val 5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7" name="连接符: 曲线 86">
            <a:extLst>
              <a:ext uri="{FF2B5EF4-FFF2-40B4-BE49-F238E27FC236}">
                <a16:creationId xmlns:a16="http://schemas.microsoft.com/office/drawing/2014/main" id="{D7ABF05D-5BD2-E44F-D4FA-9F90B26F0149}"/>
              </a:ext>
            </a:extLst>
          </p:cNvPr>
          <p:cNvCxnSpPr>
            <a:stCxn id="6" idx="3"/>
            <a:endCxn id="12" idx="0"/>
          </p:cNvCxnSpPr>
          <p:nvPr/>
        </p:nvCxnSpPr>
        <p:spPr>
          <a:xfrm flipV="1">
            <a:off x="6096000" y="2505130"/>
            <a:ext cx="2375584" cy="144000"/>
          </a:xfrm>
          <a:prstGeom prst="curvedConnector4">
            <a:avLst>
              <a:gd name="adj1" fmla="val 21844"/>
              <a:gd name="adj2" fmla="val 315368"/>
            </a:avLst>
          </a:prstGeom>
          <a:ln>
            <a:solidFill>
              <a:schemeClr val="accent2"/>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1" name="连接符: 曲线 90">
            <a:extLst>
              <a:ext uri="{FF2B5EF4-FFF2-40B4-BE49-F238E27FC236}">
                <a16:creationId xmlns:a16="http://schemas.microsoft.com/office/drawing/2014/main" id="{DE7B2F37-EC90-7714-86CD-333C81F86172}"/>
              </a:ext>
            </a:extLst>
          </p:cNvPr>
          <p:cNvCxnSpPr>
            <a:stCxn id="6" idx="2"/>
            <a:endCxn id="16" idx="0"/>
          </p:cNvCxnSpPr>
          <p:nvPr/>
        </p:nvCxnSpPr>
        <p:spPr>
          <a:xfrm rot="16200000" flipH="1">
            <a:off x="4969696" y="3055433"/>
            <a:ext cx="746306" cy="653699"/>
          </a:xfrm>
          <a:prstGeom prst="curvedConnector3">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2" name="连接符: 曲线 91">
            <a:extLst>
              <a:ext uri="{FF2B5EF4-FFF2-40B4-BE49-F238E27FC236}">
                <a16:creationId xmlns:a16="http://schemas.microsoft.com/office/drawing/2014/main" id="{86B8D7B6-23A4-7AB5-E8B4-46C3DEA77D53}"/>
              </a:ext>
            </a:extLst>
          </p:cNvPr>
          <p:cNvCxnSpPr>
            <a:cxnSpLocks/>
            <a:stCxn id="6" idx="2"/>
            <a:endCxn id="18" idx="0"/>
          </p:cNvCxnSpPr>
          <p:nvPr/>
        </p:nvCxnSpPr>
        <p:spPr>
          <a:xfrm rot="16200000" flipH="1">
            <a:off x="6289427" y="1735702"/>
            <a:ext cx="759031" cy="3305885"/>
          </a:xfrm>
          <a:prstGeom prst="curvedConnector3">
            <a:avLst>
              <a:gd name="adj1" fmla="val 44685"/>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04" name="矩形: 圆角 103">
            <a:extLst>
              <a:ext uri="{FF2B5EF4-FFF2-40B4-BE49-F238E27FC236}">
                <a16:creationId xmlns:a16="http://schemas.microsoft.com/office/drawing/2014/main" id="{C3AB5BAE-9FC5-519A-563F-76C062063163}"/>
              </a:ext>
            </a:extLst>
          </p:cNvPr>
          <p:cNvSpPr/>
          <p:nvPr/>
        </p:nvSpPr>
        <p:spPr>
          <a:xfrm>
            <a:off x="9690301" y="2058260"/>
            <a:ext cx="1800000" cy="1152000"/>
          </a:xfrm>
          <a:prstGeom prst="roundRect">
            <a:avLst>
              <a:gd name="adj" fmla="val 16563"/>
            </a:avLst>
          </a:prstGeom>
          <a:noFill/>
          <a:ln>
            <a:solidFill>
              <a:schemeClr val="bg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216000" tIns="72000" rIns="216000" bIns="72000" rtlCol="0" anchor="t"/>
          <a:lstStyle/>
          <a:p>
            <a:pPr algn="ctr"/>
            <a:r>
              <a:rPr lang="en-US" altLang="zh-CN" dirty="0">
                <a:solidFill>
                  <a:schemeClr val="bg1">
                    <a:lumMod val="75000"/>
                  </a:schemeClr>
                </a:solidFill>
              </a:rPr>
              <a:t>Lark Wiki</a:t>
            </a:r>
            <a:endParaRPr lang="zh-CN" altLang="en-US" dirty="0">
              <a:solidFill>
                <a:schemeClr val="bg1">
                  <a:lumMod val="75000"/>
                </a:schemeClr>
              </a:solidFill>
            </a:endParaRPr>
          </a:p>
        </p:txBody>
      </p:sp>
      <p:sp>
        <p:nvSpPr>
          <p:cNvPr id="106" name="矩形: 圆角 105">
            <a:extLst>
              <a:ext uri="{FF2B5EF4-FFF2-40B4-BE49-F238E27FC236}">
                <a16:creationId xmlns:a16="http://schemas.microsoft.com/office/drawing/2014/main" id="{9CA3E6DA-84B7-FFCE-B89A-D826E78D9068}"/>
              </a:ext>
            </a:extLst>
          </p:cNvPr>
          <p:cNvSpPr/>
          <p:nvPr/>
        </p:nvSpPr>
        <p:spPr>
          <a:xfrm>
            <a:off x="10050301" y="2505128"/>
            <a:ext cx="1080000" cy="504000"/>
          </a:xfrm>
          <a:prstGeom prst="roundRect">
            <a:avLst>
              <a:gd name="adj" fmla="val 50000"/>
            </a:avLst>
          </a:prstGeom>
          <a:solidFill>
            <a:schemeClr val="tx2">
              <a:lumMod val="10000"/>
              <a:lumOff val="90000"/>
            </a:schemeClr>
          </a:solidFill>
          <a:ln>
            <a:solidFill>
              <a:schemeClr val="tx2">
                <a:lumMod val="50000"/>
                <a:lumOff val="50000"/>
              </a:schemeClr>
            </a:solidFill>
          </a:ln>
          <a:effectLst>
            <a:outerShdw blurRad="127000" algn="ctr" rotWithShape="0">
              <a:srgbClr val="8C6644">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Doc</a:t>
            </a:r>
            <a:endParaRPr lang="zh-CN" altLang="en-US" dirty="0">
              <a:solidFill>
                <a:schemeClr val="tx1"/>
              </a:solidFill>
            </a:endParaRPr>
          </a:p>
        </p:txBody>
      </p:sp>
      <p:cxnSp>
        <p:nvCxnSpPr>
          <p:cNvPr id="108" name="连接符: 曲线 107">
            <a:extLst>
              <a:ext uri="{FF2B5EF4-FFF2-40B4-BE49-F238E27FC236}">
                <a16:creationId xmlns:a16="http://schemas.microsoft.com/office/drawing/2014/main" id="{D76C3C88-3FA7-97DE-1E87-B97FF800C705}"/>
              </a:ext>
            </a:extLst>
          </p:cNvPr>
          <p:cNvCxnSpPr>
            <a:cxnSpLocks/>
            <a:stCxn id="10" idx="0"/>
            <a:endCxn id="106" idx="1"/>
          </p:cNvCxnSpPr>
          <p:nvPr/>
        </p:nvCxnSpPr>
        <p:spPr>
          <a:xfrm rot="16200000" flipH="1">
            <a:off x="8481036" y="1187864"/>
            <a:ext cx="251998" cy="2886531"/>
          </a:xfrm>
          <a:prstGeom prst="curvedConnector4">
            <a:avLst>
              <a:gd name="adj1" fmla="val -114729"/>
              <a:gd name="adj2" fmla="val 81557"/>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19" name="矩形: 圆角 118">
            <a:extLst>
              <a:ext uri="{FF2B5EF4-FFF2-40B4-BE49-F238E27FC236}">
                <a16:creationId xmlns:a16="http://schemas.microsoft.com/office/drawing/2014/main" id="{EAC7B31A-BFAE-338A-2942-CF2613DF4C9E}"/>
              </a:ext>
            </a:extLst>
          </p:cNvPr>
          <p:cNvSpPr/>
          <p:nvPr/>
        </p:nvSpPr>
        <p:spPr>
          <a:xfrm>
            <a:off x="10086301" y="3768160"/>
            <a:ext cx="1008000" cy="504000"/>
          </a:xfrm>
          <a:prstGeom prst="roundRect">
            <a:avLst/>
          </a:prstGeom>
          <a:solidFill>
            <a:schemeClr val="bg1"/>
          </a:solidFill>
          <a:ln>
            <a:solidFill>
              <a:srgbClr val="8C66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lark-cli</a:t>
            </a:r>
            <a:endParaRPr lang="zh-CN" altLang="en-US" dirty="0">
              <a:solidFill>
                <a:schemeClr val="tx1"/>
              </a:solidFill>
            </a:endParaRPr>
          </a:p>
        </p:txBody>
      </p:sp>
      <p:cxnSp>
        <p:nvCxnSpPr>
          <p:cNvPr id="121" name="连接符: 曲线 120">
            <a:extLst>
              <a:ext uri="{FF2B5EF4-FFF2-40B4-BE49-F238E27FC236}">
                <a16:creationId xmlns:a16="http://schemas.microsoft.com/office/drawing/2014/main" id="{12161DE7-38A2-6885-137B-C39EA3E33807}"/>
              </a:ext>
            </a:extLst>
          </p:cNvPr>
          <p:cNvCxnSpPr>
            <a:cxnSpLocks/>
            <a:stCxn id="12" idx="3"/>
            <a:endCxn id="119" idx="1"/>
          </p:cNvCxnSpPr>
          <p:nvPr/>
        </p:nvCxnSpPr>
        <p:spPr>
          <a:xfrm>
            <a:off x="8975584" y="2757130"/>
            <a:ext cx="1110717" cy="1263030"/>
          </a:xfrm>
          <a:prstGeom prst="curvedConnector3">
            <a:avLst>
              <a:gd name="adj1" fmla="val 55448"/>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连接符: 曲线 125">
            <a:extLst>
              <a:ext uri="{FF2B5EF4-FFF2-40B4-BE49-F238E27FC236}">
                <a16:creationId xmlns:a16="http://schemas.microsoft.com/office/drawing/2014/main" id="{B65485B5-E9AF-1C2A-D471-6381FA295794}"/>
              </a:ext>
            </a:extLst>
          </p:cNvPr>
          <p:cNvCxnSpPr>
            <a:cxnSpLocks/>
            <a:stCxn id="119" idx="3"/>
            <a:endCxn id="106" idx="3"/>
          </p:cNvCxnSpPr>
          <p:nvPr/>
        </p:nvCxnSpPr>
        <p:spPr>
          <a:xfrm flipV="1">
            <a:off x="11094301" y="2757128"/>
            <a:ext cx="36000" cy="1263032"/>
          </a:xfrm>
          <a:prstGeom prst="curvedConnector3">
            <a:avLst>
              <a:gd name="adj1" fmla="val 735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5" name="内容占位符 2">
            <a:extLst>
              <a:ext uri="{FF2B5EF4-FFF2-40B4-BE49-F238E27FC236}">
                <a16:creationId xmlns:a16="http://schemas.microsoft.com/office/drawing/2014/main" id="{846F34C9-9AAB-6F2D-6763-5C777F18A3B7}"/>
              </a:ext>
            </a:extLst>
          </p:cNvPr>
          <p:cNvSpPr txBox="1">
            <a:spLocks/>
          </p:cNvSpPr>
          <p:nvPr/>
        </p:nvSpPr>
        <p:spPr>
          <a:xfrm>
            <a:off x="9329885" y="1527518"/>
            <a:ext cx="2160000" cy="43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altLang="zh-CN" sz="2000" dirty="0">
                <a:solidFill>
                  <a:srgbClr val="6262B2"/>
                </a:solidFill>
              </a:rPr>
              <a:t>(Lark for example)</a:t>
            </a:r>
            <a:endParaRPr lang="zh-CN" altLang="en-US" sz="2000" dirty="0">
              <a:solidFill>
                <a:srgbClr val="6262B2"/>
              </a:solidFill>
            </a:endParaRPr>
          </a:p>
        </p:txBody>
      </p:sp>
    </p:spTree>
    <p:extLst>
      <p:ext uri="{BB962C8B-B14F-4D97-AF65-F5344CB8AC3E}">
        <p14:creationId xmlns:p14="http://schemas.microsoft.com/office/powerpoint/2010/main" val="3422022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531B6191-F84D-8DF5-C97A-C2E52B27F1A8}"/>
              </a:ext>
            </a:extLst>
          </p:cNvPr>
          <p:cNvSpPr/>
          <p:nvPr/>
        </p:nvSpPr>
        <p:spPr>
          <a:xfrm>
            <a:off x="4139206" y="2888312"/>
            <a:ext cx="1944000" cy="576000"/>
          </a:xfrm>
          <a:prstGeom prst="roundRect">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rPr>
              <a:t>Ask for Data</a:t>
            </a:r>
            <a:endParaRPr lang="zh-CN" altLang="en-US" dirty="0">
              <a:solidFill>
                <a:schemeClr val="accent1"/>
              </a:solidFill>
            </a:endParaRPr>
          </a:p>
        </p:txBody>
      </p:sp>
      <p:sp>
        <p:nvSpPr>
          <p:cNvPr id="33" name="矩形: 圆角 32">
            <a:extLst>
              <a:ext uri="{FF2B5EF4-FFF2-40B4-BE49-F238E27FC236}">
                <a16:creationId xmlns:a16="http://schemas.microsoft.com/office/drawing/2014/main" id="{6BB979F1-BB8F-52AB-BCCF-6F4121366A40}"/>
              </a:ext>
            </a:extLst>
          </p:cNvPr>
          <p:cNvSpPr/>
          <p:nvPr/>
        </p:nvSpPr>
        <p:spPr>
          <a:xfrm>
            <a:off x="4896000" y="3992733"/>
            <a:ext cx="1728000" cy="576000"/>
          </a:xfrm>
          <a:prstGeom prst="roundRect">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rPr>
              <a:t>Access</a:t>
            </a:r>
            <a:endParaRPr lang="zh-CN" altLang="en-US" dirty="0">
              <a:solidFill>
                <a:schemeClr val="accent1"/>
              </a:solidFill>
            </a:endParaRPr>
          </a:p>
        </p:txBody>
      </p:sp>
      <p:sp>
        <p:nvSpPr>
          <p:cNvPr id="20" name="矩形: 圆角 19">
            <a:extLst>
              <a:ext uri="{FF2B5EF4-FFF2-40B4-BE49-F238E27FC236}">
                <a16:creationId xmlns:a16="http://schemas.microsoft.com/office/drawing/2014/main" id="{5A1F5991-F82A-E48A-BAD4-7F7A9001BBA0}"/>
              </a:ext>
            </a:extLst>
          </p:cNvPr>
          <p:cNvSpPr/>
          <p:nvPr/>
        </p:nvSpPr>
        <p:spPr>
          <a:xfrm>
            <a:off x="9192000" y="3579058"/>
            <a:ext cx="2304000" cy="576000"/>
          </a:xfrm>
          <a:prstGeom prst="roundRect">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rPr>
              <a:t>via CLI / Open API</a:t>
            </a:r>
            <a:endParaRPr lang="zh-CN" altLang="en-US" dirty="0">
              <a:solidFill>
                <a:schemeClr val="accent1"/>
              </a:solidFill>
            </a:endParaRPr>
          </a:p>
        </p:txBody>
      </p:sp>
      <p:sp>
        <p:nvSpPr>
          <p:cNvPr id="2" name="标题 1">
            <a:extLst>
              <a:ext uri="{FF2B5EF4-FFF2-40B4-BE49-F238E27FC236}">
                <a16:creationId xmlns:a16="http://schemas.microsoft.com/office/drawing/2014/main" id="{54FA677A-03A3-B104-5A88-BD3C19AD65D3}"/>
              </a:ext>
            </a:extLst>
          </p:cNvPr>
          <p:cNvSpPr>
            <a:spLocks noGrp="1"/>
          </p:cNvSpPr>
          <p:nvPr>
            <p:ph type="title"/>
          </p:nvPr>
        </p:nvSpPr>
        <p:spPr/>
        <p:txBody>
          <a:bodyPr/>
          <a:lstStyle/>
          <a:p>
            <a:r>
              <a:rPr lang="en-US" altLang="zh-CN" dirty="0"/>
              <a:t>Codify Workflow</a:t>
            </a:r>
            <a:endParaRPr lang="zh-CN" altLang="en-US" dirty="0"/>
          </a:p>
        </p:txBody>
      </p:sp>
      <p:sp>
        <p:nvSpPr>
          <p:cNvPr id="3" name="内容占位符 2">
            <a:extLst>
              <a:ext uri="{FF2B5EF4-FFF2-40B4-BE49-F238E27FC236}">
                <a16:creationId xmlns:a16="http://schemas.microsoft.com/office/drawing/2014/main" id="{13A5BC70-7910-84AF-153E-58409DE547EA}"/>
              </a:ext>
            </a:extLst>
          </p:cNvPr>
          <p:cNvSpPr>
            <a:spLocks noGrp="1"/>
          </p:cNvSpPr>
          <p:nvPr>
            <p:ph idx="1"/>
          </p:nvPr>
        </p:nvSpPr>
        <p:spPr>
          <a:xfrm>
            <a:off x="696000" y="1537706"/>
            <a:ext cx="10800000" cy="576000"/>
          </a:xfrm>
          <a:prstGeom prst="roundRect">
            <a:avLst/>
          </a:prstGeom>
          <a:solidFill>
            <a:schemeClr val="bg1"/>
          </a:solidFill>
          <a:ln w="12700">
            <a:solidFill>
              <a:srgbClr val="C0ADD7"/>
            </a:solidFill>
            <a:prstDash val="dash"/>
          </a:ln>
        </p:spPr>
        <p:txBody>
          <a:bodyPr lIns="216000" tIns="36000" rIns="216000" bIns="36000" anchor="ctr">
            <a:normAutofit/>
          </a:bodyPr>
          <a:lstStyle/>
          <a:p>
            <a:pPr marL="0" indent="0">
              <a:buNone/>
            </a:pPr>
            <a:r>
              <a:rPr lang="en-US" altLang="zh-CN" sz="2400" dirty="0"/>
              <a:t>Simplify by making them in a programming pipeline</a:t>
            </a:r>
            <a:endParaRPr lang="zh-CN" altLang="en-US" sz="2400" dirty="0"/>
          </a:p>
        </p:txBody>
      </p:sp>
      <p:sp>
        <p:nvSpPr>
          <p:cNvPr id="7" name="文本框 6">
            <a:extLst>
              <a:ext uri="{FF2B5EF4-FFF2-40B4-BE49-F238E27FC236}">
                <a16:creationId xmlns:a16="http://schemas.microsoft.com/office/drawing/2014/main" id="{A8C0CF2D-C2FE-77A5-45DB-1751AE92C949}"/>
              </a:ext>
            </a:extLst>
          </p:cNvPr>
          <p:cNvSpPr txBox="1"/>
          <p:nvPr/>
        </p:nvSpPr>
        <p:spPr>
          <a:xfrm>
            <a:off x="696000" y="2589065"/>
            <a:ext cx="2880000" cy="720000"/>
          </a:xfrm>
          <a:prstGeom prst="roundRect">
            <a:avLst>
              <a:gd name="adj" fmla="val 50000"/>
            </a:avLst>
          </a:prstGeom>
          <a:gradFill>
            <a:gsLst>
              <a:gs pos="0">
                <a:schemeClr val="accent4">
                  <a:lumMod val="40000"/>
                  <a:lumOff val="60000"/>
                </a:schemeClr>
              </a:gs>
              <a:gs pos="100000">
                <a:schemeClr val="accent5">
                  <a:lumMod val="40000"/>
                  <a:lumOff val="60000"/>
                </a:schemeClr>
              </a:gs>
            </a:gsLst>
            <a:lin ang="4800000" scaled="0"/>
          </a:gra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400" dirty="0"/>
              <a:t>LLM</a:t>
            </a:r>
            <a:endParaRPr lang="zh-CN" altLang="en-US" sz="1600" dirty="0"/>
          </a:p>
        </p:txBody>
      </p:sp>
      <p:sp>
        <p:nvSpPr>
          <p:cNvPr id="9" name="文本框 8">
            <a:extLst>
              <a:ext uri="{FF2B5EF4-FFF2-40B4-BE49-F238E27FC236}">
                <a16:creationId xmlns:a16="http://schemas.microsoft.com/office/drawing/2014/main" id="{6706FDCD-1A43-914D-4E2E-3C722751A93F}"/>
              </a:ext>
            </a:extLst>
          </p:cNvPr>
          <p:cNvSpPr txBox="1"/>
          <p:nvPr/>
        </p:nvSpPr>
        <p:spPr>
          <a:xfrm>
            <a:off x="7200000" y="2589065"/>
            <a:ext cx="3240000" cy="720000"/>
          </a:xfrm>
          <a:prstGeom prst="roundRect">
            <a:avLst>
              <a:gd name="adj" fmla="val 50000"/>
            </a:avLst>
          </a:prstGeom>
          <a:gradFill>
            <a:gsLst>
              <a:gs pos="0">
                <a:schemeClr val="accent4">
                  <a:lumMod val="40000"/>
                  <a:lumOff val="60000"/>
                </a:schemeClr>
              </a:gs>
              <a:gs pos="100000">
                <a:schemeClr val="accent6">
                  <a:lumMod val="40000"/>
                  <a:lumOff val="60000"/>
                </a:schemeClr>
              </a:gs>
            </a:gsLst>
            <a:lin ang="4800000" scaled="0"/>
          </a:gradFill>
          <a:ln w="12700">
            <a:solidFill>
              <a:schemeClr val="bg1"/>
            </a:solidFill>
          </a:ln>
          <a:effectLst>
            <a:outerShdw blurRad="127000" algn="ctr" rotWithShape="0">
              <a:srgbClr val="8C6644">
                <a:alpha val="40000"/>
              </a:srgbClr>
            </a:outerShdw>
          </a:effectLst>
        </p:spPr>
        <p:txBody>
          <a:bodyPr wrap="square" anchor="ctr">
            <a:noAutofit/>
          </a:bodyPr>
          <a:lstStyle/>
          <a:p>
            <a:pPr algn="ctr"/>
            <a:r>
              <a:rPr lang="en-US" altLang="zh-CN" sz="2400" dirty="0"/>
              <a:t>Your Codify Tool</a:t>
            </a:r>
            <a:endParaRPr lang="zh-CN" altLang="en-US" sz="1600" dirty="0"/>
          </a:p>
        </p:txBody>
      </p:sp>
      <p:cxnSp>
        <p:nvCxnSpPr>
          <p:cNvPr id="11" name="直接箭头连接符 10">
            <a:extLst>
              <a:ext uri="{FF2B5EF4-FFF2-40B4-BE49-F238E27FC236}">
                <a16:creationId xmlns:a16="http://schemas.microsoft.com/office/drawing/2014/main" id="{F5433E91-6FA5-5F54-AE15-4E4F3110DAD3}"/>
              </a:ext>
            </a:extLst>
          </p:cNvPr>
          <p:cNvCxnSpPr>
            <a:stCxn id="7" idx="3"/>
            <a:endCxn id="9" idx="1"/>
          </p:cNvCxnSpPr>
          <p:nvPr/>
        </p:nvCxnSpPr>
        <p:spPr>
          <a:xfrm>
            <a:off x="3576000" y="2949065"/>
            <a:ext cx="362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矩形: 圆角 12">
            <a:extLst>
              <a:ext uri="{FF2B5EF4-FFF2-40B4-BE49-F238E27FC236}">
                <a16:creationId xmlns:a16="http://schemas.microsoft.com/office/drawing/2014/main" id="{18472B6F-8DF1-18F8-8BF3-DCE36E4F6699}"/>
              </a:ext>
            </a:extLst>
          </p:cNvPr>
          <p:cNvSpPr/>
          <p:nvPr/>
        </p:nvSpPr>
        <p:spPr>
          <a:xfrm>
            <a:off x="8616000" y="4928733"/>
            <a:ext cx="2880000" cy="720000"/>
          </a:xfrm>
          <a:prstGeom prst="roundRect">
            <a:avLst>
              <a:gd name="adj" fmla="val 50000"/>
            </a:avLst>
          </a:prstGeom>
          <a:solidFill>
            <a:schemeClr val="tx2">
              <a:lumMod val="10000"/>
              <a:lumOff val="90000"/>
            </a:schemeClr>
          </a:solidFill>
          <a:ln>
            <a:solidFill>
              <a:schemeClr val="tx2">
                <a:lumMod val="50000"/>
                <a:lumOff val="50000"/>
              </a:schemeClr>
            </a:solidFill>
          </a:ln>
          <a:effectLst>
            <a:outerShdw blurRad="127000" algn="ctr" rotWithShape="0">
              <a:srgbClr val="8C6644">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Doc on Lark Wiki / Loop</a:t>
            </a:r>
            <a:endParaRPr lang="zh-CN" altLang="en-US" dirty="0">
              <a:solidFill>
                <a:schemeClr val="tx1"/>
              </a:solidFill>
            </a:endParaRPr>
          </a:p>
        </p:txBody>
      </p:sp>
      <p:cxnSp>
        <p:nvCxnSpPr>
          <p:cNvPr id="15" name="直接箭头连接符 14">
            <a:extLst>
              <a:ext uri="{FF2B5EF4-FFF2-40B4-BE49-F238E27FC236}">
                <a16:creationId xmlns:a16="http://schemas.microsoft.com/office/drawing/2014/main" id="{D081D79A-0003-D2D8-B17F-DEAD5F6409B5}"/>
              </a:ext>
            </a:extLst>
          </p:cNvPr>
          <p:cNvCxnSpPr>
            <a:stCxn id="9" idx="2"/>
            <a:endCxn id="13" idx="0"/>
          </p:cNvCxnSpPr>
          <p:nvPr/>
        </p:nvCxnSpPr>
        <p:spPr>
          <a:xfrm>
            <a:off x="8820000" y="3309065"/>
            <a:ext cx="1236000" cy="1619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文本框 21">
            <a:extLst>
              <a:ext uri="{FF2B5EF4-FFF2-40B4-BE49-F238E27FC236}">
                <a16:creationId xmlns:a16="http://schemas.microsoft.com/office/drawing/2014/main" id="{82BF5437-8450-602D-D8B2-B5E9F756A686}"/>
              </a:ext>
            </a:extLst>
          </p:cNvPr>
          <p:cNvSpPr txBox="1"/>
          <p:nvPr/>
        </p:nvSpPr>
        <p:spPr>
          <a:xfrm>
            <a:off x="696000" y="6128668"/>
            <a:ext cx="6094878" cy="369332"/>
          </a:xfrm>
          <a:prstGeom prst="rect">
            <a:avLst/>
          </a:prstGeom>
          <a:noFill/>
        </p:spPr>
        <p:txBody>
          <a:bodyPr wrap="square">
            <a:spAutoFit/>
          </a:bodyPr>
          <a:lstStyle/>
          <a:p>
            <a:r>
              <a:rPr lang="zh-CN" altLang="en-US" dirty="0">
                <a:solidFill>
                  <a:srgbClr val="6262B2"/>
                </a:solidFill>
              </a:rPr>
              <a:t>T</a:t>
            </a:r>
            <a:r>
              <a:rPr lang="en-US" altLang="zh-CN" dirty="0">
                <a:solidFill>
                  <a:srgbClr val="6262B2"/>
                </a:solidFill>
              </a:rPr>
              <a:t>hen t</a:t>
            </a:r>
            <a:r>
              <a:rPr lang="zh-CN" altLang="en-US" dirty="0">
                <a:solidFill>
                  <a:srgbClr val="6262B2"/>
                </a:solidFill>
              </a:rPr>
              <a:t>he world has gone quiet </a:t>
            </a:r>
            <a:r>
              <a:rPr lang="en-US" altLang="zh-CN" dirty="0">
                <a:solidFill>
                  <a:srgbClr val="6262B2"/>
                </a:solidFill>
              </a:rPr>
              <a:t>now</a:t>
            </a:r>
            <a:endParaRPr lang="zh-CN" altLang="en-US" dirty="0">
              <a:solidFill>
                <a:srgbClr val="6262B2"/>
              </a:solidFill>
            </a:endParaRPr>
          </a:p>
        </p:txBody>
      </p:sp>
      <p:sp>
        <p:nvSpPr>
          <p:cNvPr id="28" name="矩形: 圆角 27">
            <a:extLst>
              <a:ext uri="{FF2B5EF4-FFF2-40B4-BE49-F238E27FC236}">
                <a16:creationId xmlns:a16="http://schemas.microsoft.com/office/drawing/2014/main" id="{56D4A3E4-68F1-FBC4-62A8-C29E9F3B86DB}"/>
              </a:ext>
            </a:extLst>
          </p:cNvPr>
          <p:cNvSpPr/>
          <p:nvPr/>
        </p:nvSpPr>
        <p:spPr>
          <a:xfrm>
            <a:off x="4320000" y="4928733"/>
            <a:ext cx="2880000" cy="720000"/>
          </a:xfrm>
          <a:prstGeom prst="roundRect">
            <a:avLst>
              <a:gd name="adj" fmla="val 50000"/>
            </a:avLst>
          </a:prstGeom>
          <a:solidFill>
            <a:schemeClr val="accent6">
              <a:lumMod val="20000"/>
              <a:lumOff val="80000"/>
            </a:schemeClr>
          </a:solidFill>
          <a:ln>
            <a:solidFill>
              <a:schemeClr val="tx2">
                <a:lumMod val="50000"/>
                <a:lumOff val="50000"/>
              </a:schemeClr>
            </a:solidFill>
          </a:ln>
          <a:effectLst>
            <a:outerShdw blurRad="127000" algn="ctr" rotWithShape="0">
              <a:srgbClr val="8C6644">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Intermediate data</a:t>
            </a:r>
            <a:endParaRPr lang="zh-CN" altLang="en-US" dirty="0">
              <a:solidFill>
                <a:schemeClr val="tx1"/>
              </a:solidFill>
            </a:endParaRPr>
          </a:p>
        </p:txBody>
      </p:sp>
      <p:cxnSp>
        <p:nvCxnSpPr>
          <p:cNvPr id="29" name="直接箭头连接符 28">
            <a:extLst>
              <a:ext uri="{FF2B5EF4-FFF2-40B4-BE49-F238E27FC236}">
                <a16:creationId xmlns:a16="http://schemas.microsoft.com/office/drawing/2014/main" id="{57E52D2E-026A-9BE4-0B1B-98D4EBCFA69E}"/>
              </a:ext>
            </a:extLst>
          </p:cNvPr>
          <p:cNvCxnSpPr>
            <a:cxnSpLocks/>
            <a:stCxn id="9" idx="2"/>
            <a:endCxn id="28" idx="0"/>
          </p:cNvCxnSpPr>
          <p:nvPr/>
        </p:nvCxnSpPr>
        <p:spPr>
          <a:xfrm flipH="1">
            <a:off x="5760000" y="3309065"/>
            <a:ext cx="3060000" cy="1619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8617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E9031D-0BAA-5D21-5C59-A874DCA61397}"/>
              </a:ext>
            </a:extLst>
          </p:cNvPr>
          <p:cNvSpPr>
            <a:spLocks noGrp="1"/>
          </p:cNvSpPr>
          <p:nvPr>
            <p:ph type="title"/>
          </p:nvPr>
        </p:nvSpPr>
        <p:spPr/>
        <p:txBody>
          <a:bodyPr/>
          <a:lstStyle/>
          <a:p>
            <a:r>
              <a:rPr lang="en-US" altLang="zh-CN" dirty="0"/>
              <a:t>AI Coding</a:t>
            </a:r>
            <a:endParaRPr lang="zh-CN" altLang="en-US" dirty="0"/>
          </a:p>
        </p:txBody>
      </p:sp>
      <p:sp>
        <p:nvSpPr>
          <p:cNvPr id="3" name="内容占位符 2">
            <a:extLst>
              <a:ext uri="{FF2B5EF4-FFF2-40B4-BE49-F238E27FC236}">
                <a16:creationId xmlns:a16="http://schemas.microsoft.com/office/drawing/2014/main" id="{475EAF3D-B798-E25E-5348-210C6F5866E2}"/>
              </a:ext>
            </a:extLst>
          </p:cNvPr>
          <p:cNvSpPr>
            <a:spLocks noGrp="1"/>
          </p:cNvSpPr>
          <p:nvPr>
            <p:ph idx="1"/>
          </p:nvPr>
        </p:nvSpPr>
        <p:spPr>
          <a:xfrm>
            <a:off x="696000" y="1533130"/>
            <a:ext cx="10800000" cy="576000"/>
          </a:xfrm>
        </p:spPr>
        <p:txBody>
          <a:bodyPr>
            <a:normAutofit/>
          </a:bodyPr>
          <a:lstStyle/>
          <a:p>
            <a:pPr marL="0" indent="0">
              <a:buNone/>
            </a:pPr>
            <a:r>
              <a:rPr lang="en-US" altLang="zh-CN" sz="2400" dirty="0"/>
              <a:t>Need to code? Don’t worry, ask your AI Env to develop.</a:t>
            </a:r>
            <a:endParaRPr lang="zh-CN" altLang="en-US" sz="2400" dirty="0"/>
          </a:p>
        </p:txBody>
      </p:sp>
      <p:pic>
        <p:nvPicPr>
          <p:cNvPr id="4" name="内容占位符 4">
            <a:extLst>
              <a:ext uri="{FF2B5EF4-FFF2-40B4-BE49-F238E27FC236}">
                <a16:creationId xmlns:a16="http://schemas.microsoft.com/office/drawing/2014/main" id="{0BFC2C91-B7E1-D115-852B-37C6745DEF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000" y="2562259"/>
            <a:ext cx="5543997" cy="3528000"/>
          </a:xfrm>
          <a:prstGeom prst="rect">
            <a:avLst/>
          </a:prstGeom>
          <a:effectLst>
            <a:outerShdw blurRad="127000" algn="ctr" rotWithShape="0">
              <a:srgbClr val="8C6644">
                <a:alpha val="40000"/>
              </a:srgbClr>
            </a:outerShdw>
          </a:effectLst>
        </p:spPr>
      </p:pic>
      <p:sp>
        <p:nvSpPr>
          <p:cNvPr id="6" name="文本框 5">
            <a:extLst>
              <a:ext uri="{FF2B5EF4-FFF2-40B4-BE49-F238E27FC236}">
                <a16:creationId xmlns:a16="http://schemas.microsoft.com/office/drawing/2014/main" id="{BEE90CF7-1371-F98D-CF01-67131F7A89F6}"/>
              </a:ext>
            </a:extLst>
          </p:cNvPr>
          <p:cNvSpPr txBox="1"/>
          <p:nvPr/>
        </p:nvSpPr>
        <p:spPr>
          <a:xfrm>
            <a:off x="7429500" y="2562258"/>
            <a:ext cx="4066500" cy="3528000"/>
          </a:xfrm>
          <a:prstGeom prst="roundRect">
            <a:avLst>
              <a:gd name="adj" fmla="val 8849"/>
            </a:avLst>
          </a:prstGeom>
          <a:solidFill>
            <a:schemeClr val="bg1"/>
          </a:solidFill>
          <a:effectLst>
            <a:outerShdw blurRad="63500" sx="102000" sy="102000" algn="ctr" rotWithShape="0">
              <a:srgbClr val="6262B2">
                <a:alpha val="40000"/>
              </a:srgbClr>
            </a:outerShdw>
          </a:effectLst>
        </p:spPr>
        <p:txBody>
          <a:bodyPr wrap="none" lIns="72000" tIns="1800000" rIns="72000" bIns="360000" rtlCol="0" anchor="ctr">
            <a:noAutofit/>
          </a:bodyPr>
          <a:lstStyle/>
          <a:p>
            <a:pPr algn="ctr"/>
            <a:r>
              <a:rPr lang="en-US" altLang="zh-CN" sz="2400" dirty="0"/>
              <a:t>Your Wonderful Tools</a:t>
            </a:r>
            <a:endParaRPr lang="zh-CN" altLang="en-US" sz="2400" dirty="0"/>
          </a:p>
        </p:txBody>
      </p:sp>
      <p:pic>
        <p:nvPicPr>
          <p:cNvPr id="8" name="图形 7" descr="折刀 轮廓">
            <a:extLst>
              <a:ext uri="{FF2B5EF4-FFF2-40B4-BE49-F238E27FC236}">
                <a16:creationId xmlns:a16="http://schemas.microsoft.com/office/drawing/2014/main" id="{9E4BF17D-A318-43F5-2BEA-B9DDF55677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06750" y="3429000"/>
            <a:ext cx="1512000" cy="1512000"/>
          </a:xfrm>
          <a:prstGeom prst="rect">
            <a:avLst/>
          </a:prstGeom>
        </p:spPr>
      </p:pic>
      <p:sp>
        <p:nvSpPr>
          <p:cNvPr id="10" name="箭头: 虚尾 9">
            <a:extLst>
              <a:ext uri="{FF2B5EF4-FFF2-40B4-BE49-F238E27FC236}">
                <a16:creationId xmlns:a16="http://schemas.microsoft.com/office/drawing/2014/main" id="{03A18D35-463A-F8B2-0ECE-E5DDEB8AB761}"/>
              </a:ext>
            </a:extLst>
          </p:cNvPr>
          <p:cNvSpPr/>
          <p:nvPr/>
        </p:nvSpPr>
        <p:spPr>
          <a:xfrm>
            <a:off x="6430875" y="3570258"/>
            <a:ext cx="720000" cy="1512000"/>
          </a:xfrm>
          <a:prstGeom prst="stripedRightArrow">
            <a:avLst/>
          </a:prstGeom>
          <a:solidFill>
            <a:srgbClr val="C0AD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76962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DC377-42E7-5C60-A8C6-C8F4FC8FBACC}"/>
              </a:ext>
            </a:extLst>
          </p:cNvPr>
          <p:cNvSpPr>
            <a:spLocks noGrp="1"/>
          </p:cNvSpPr>
          <p:nvPr>
            <p:ph type="title"/>
          </p:nvPr>
        </p:nvSpPr>
        <p:spPr/>
        <p:txBody>
          <a:bodyPr/>
          <a:lstStyle/>
          <a:p>
            <a:r>
              <a:rPr lang="en-US" altLang="zh-CN" dirty="0"/>
              <a:t>Dev Cost</a:t>
            </a:r>
            <a:endParaRPr lang="zh-CN" altLang="en-US" dirty="0"/>
          </a:p>
        </p:txBody>
      </p:sp>
      <p:sp>
        <p:nvSpPr>
          <p:cNvPr id="3" name="内容占位符 2">
            <a:extLst>
              <a:ext uri="{FF2B5EF4-FFF2-40B4-BE49-F238E27FC236}">
                <a16:creationId xmlns:a16="http://schemas.microsoft.com/office/drawing/2014/main" id="{40F04BE5-6853-4068-1B16-016285364DA1}"/>
              </a:ext>
            </a:extLst>
          </p:cNvPr>
          <p:cNvSpPr>
            <a:spLocks noGrp="1"/>
          </p:cNvSpPr>
          <p:nvPr>
            <p:ph idx="1"/>
          </p:nvPr>
        </p:nvSpPr>
        <p:spPr>
          <a:xfrm>
            <a:off x="696000" y="1533130"/>
            <a:ext cx="10800000" cy="576000"/>
          </a:xfrm>
        </p:spPr>
        <p:txBody>
          <a:bodyPr>
            <a:normAutofit/>
          </a:bodyPr>
          <a:lstStyle/>
          <a:p>
            <a:pPr marL="0" indent="0">
              <a:buNone/>
            </a:pPr>
            <a:r>
              <a:rPr lang="en-US" altLang="zh-CN" sz="2400" dirty="0"/>
              <a:t>This applies only to complex AI scenarios that can be reused</a:t>
            </a:r>
          </a:p>
        </p:txBody>
      </p:sp>
      <p:grpSp>
        <p:nvGrpSpPr>
          <p:cNvPr id="39" name="组合 38">
            <a:extLst>
              <a:ext uri="{FF2B5EF4-FFF2-40B4-BE49-F238E27FC236}">
                <a16:creationId xmlns:a16="http://schemas.microsoft.com/office/drawing/2014/main" id="{8F4B4B4D-3B64-9059-8BAD-9D179DF293EF}"/>
              </a:ext>
            </a:extLst>
          </p:cNvPr>
          <p:cNvGrpSpPr/>
          <p:nvPr/>
        </p:nvGrpSpPr>
        <p:grpSpPr>
          <a:xfrm>
            <a:off x="1932843" y="2357395"/>
            <a:ext cx="5773895" cy="3170353"/>
            <a:chOff x="4245482" y="2223000"/>
            <a:chExt cx="5773895" cy="3170353"/>
          </a:xfrm>
        </p:grpSpPr>
        <p:grpSp>
          <p:nvGrpSpPr>
            <p:cNvPr id="9" name="图形 4" descr="一辆自行车">
              <a:extLst>
                <a:ext uri="{FF2B5EF4-FFF2-40B4-BE49-F238E27FC236}">
                  <a16:creationId xmlns:a16="http://schemas.microsoft.com/office/drawing/2014/main" id="{F1D4C63E-0714-FC56-5E27-F4053D73F415}"/>
                </a:ext>
              </a:extLst>
            </p:cNvPr>
            <p:cNvGrpSpPr/>
            <p:nvPr/>
          </p:nvGrpSpPr>
          <p:grpSpPr>
            <a:xfrm>
              <a:off x="4393678" y="3132954"/>
              <a:ext cx="2260399" cy="2260392"/>
              <a:chOff x="4393678" y="3132954"/>
              <a:chExt cx="2260399" cy="2260392"/>
            </a:xfrm>
          </p:grpSpPr>
          <p:sp>
            <p:nvSpPr>
              <p:cNvPr id="10" name="任意多边形: 形状 9">
                <a:extLst>
                  <a:ext uri="{FF2B5EF4-FFF2-40B4-BE49-F238E27FC236}">
                    <a16:creationId xmlns:a16="http://schemas.microsoft.com/office/drawing/2014/main" id="{CDCAFBF7-E821-E19A-3852-F732BC880335}"/>
                  </a:ext>
                </a:extLst>
              </p:cNvPr>
              <p:cNvSpPr/>
              <p:nvPr/>
            </p:nvSpPr>
            <p:spPr>
              <a:xfrm>
                <a:off x="4531628" y="3270903"/>
                <a:ext cx="1984500" cy="1984493"/>
              </a:xfrm>
              <a:custGeom>
                <a:avLst/>
                <a:gdLst>
                  <a:gd name="csX0" fmla="*/ 1984500 w 1984500"/>
                  <a:gd name="csY0" fmla="*/ 985493 h 1984493"/>
                  <a:gd name="csX1" fmla="*/ 1034883 w 1984500"/>
                  <a:gd name="csY1" fmla="*/ 985493 h 1984493"/>
                  <a:gd name="csX2" fmla="*/ 1938020 w 1984500"/>
                  <a:gd name="csY2" fmla="*/ 692051 h 1984493"/>
                  <a:gd name="csX3" fmla="*/ 1933848 w 1984500"/>
                  <a:gd name="csY3" fmla="*/ 679205 h 1984493"/>
                  <a:gd name="csX4" fmla="*/ 1030698 w 1984500"/>
                  <a:gd name="csY4" fmla="*/ 972655 h 1984493"/>
                  <a:gd name="csX5" fmla="*/ 1798963 w 1984500"/>
                  <a:gd name="csY5" fmla="*/ 414477 h 1984493"/>
                  <a:gd name="csX6" fmla="*/ 1791025 w 1984500"/>
                  <a:gd name="csY6" fmla="*/ 403556 h 1984493"/>
                  <a:gd name="csX7" fmla="*/ 1022760 w 1984500"/>
                  <a:gd name="csY7" fmla="*/ 961740 h 1984493"/>
                  <a:gd name="csX8" fmla="*/ 1580938 w 1984500"/>
                  <a:gd name="csY8" fmla="*/ 193469 h 1984493"/>
                  <a:gd name="csX9" fmla="*/ 1570016 w 1984500"/>
                  <a:gd name="csY9" fmla="*/ 185530 h 1984493"/>
                  <a:gd name="csX10" fmla="*/ 1011838 w 1984500"/>
                  <a:gd name="csY10" fmla="*/ 953802 h 1984493"/>
                  <a:gd name="csX11" fmla="*/ 1305288 w 1984500"/>
                  <a:gd name="csY11" fmla="*/ 50652 h 1984493"/>
                  <a:gd name="csX12" fmla="*/ 1292450 w 1984500"/>
                  <a:gd name="csY12" fmla="*/ 46474 h 1984493"/>
                  <a:gd name="csX13" fmla="*/ 999000 w 1984500"/>
                  <a:gd name="csY13" fmla="*/ 949624 h 1984493"/>
                  <a:gd name="csX14" fmla="*/ 999000 w 1984500"/>
                  <a:gd name="csY14" fmla="*/ 0 h 1984493"/>
                  <a:gd name="csX15" fmla="*/ 985500 w 1984500"/>
                  <a:gd name="csY15" fmla="*/ 0 h 1984493"/>
                  <a:gd name="csX16" fmla="*/ 985500 w 1984500"/>
                  <a:gd name="csY16" fmla="*/ 949631 h 1984493"/>
                  <a:gd name="csX17" fmla="*/ 692044 w 1984500"/>
                  <a:gd name="csY17" fmla="*/ 46474 h 1984493"/>
                  <a:gd name="csX18" fmla="*/ 679205 w 1984500"/>
                  <a:gd name="csY18" fmla="*/ 50652 h 1984493"/>
                  <a:gd name="csX19" fmla="*/ 972655 w 1984500"/>
                  <a:gd name="csY19" fmla="*/ 953789 h 1984493"/>
                  <a:gd name="csX20" fmla="*/ 414484 w 1984500"/>
                  <a:gd name="csY20" fmla="*/ 185530 h 1984493"/>
                  <a:gd name="csX21" fmla="*/ 403562 w 1984500"/>
                  <a:gd name="csY21" fmla="*/ 193469 h 1984493"/>
                  <a:gd name="csX22" fmla="*/ 961747 w 1984500"/>
                  <a:gd name="csY22" fmla="*/ 961747 h 1984493"/>
                  <a:gd name="csX23" fmla="*/ 193469 w 1984500"/>
                  <a:gd name="csY23" fmla="*/ 403556 h 1984493"/>
                  <a:gd name="csX24" fmla="*/ 185531 w 1984500"/>
                  <a:gd name="csY24" fmla="*/ 414477 h 1984493"/>
                  <a:gd name="csX25" fmla="*/ 953795 w 1984500"/>
                  <a:gd name="csY25" fmla="*/ 972655 h 1984493"/>
                  <a:gd name="csX26" fmla="*/ 50652 w 1984500"/>
                  <a:gd name="csY26" fmla="*/ 679205 h 1984493"/>
                  <a:gd name="csX27" fmla="*/ 46481 w 1984500"/>
                  <a:gd name="csY27" fmla="*/ 692051 h 1984493"/>
                  <a:gd name="csX28" fmla="*/ 949617 w 1984500"/>
                  <a:gd name="csY28" fmla="*/ 985493 h 1984493"/>
                  <a:gd name="csX29" fmla="*/ 0 w 1984500"/>
                  <a:gd name="csY29" fmla="*/ 985493 h 1984493"/>
                  <a:gd name="csX30" fmla="*/ 0 w 1984500"/>
                  <a:gd name="csY30" fmla="*/ 998993 h 1984493"/>
                  <a:gd name="csX31" fmla="*/ 949637 w 1984500"/>
                  <a:gd name="csY31" fmla="*/ 998993 h 1984493"/>
                  <a:gd name="csX32" fmla="*/ 46481 w 1984500"/>
                  <a:gd name="csY32" fmla="*/ 1292450 h 1984493"/>
                  <a:gd name="csX33" fmla="*/ 50652 w 1984500"/>
                  <a:gd name="csY33" fmla="*/ 1305288 h 1984493"/>
                  <a:gd name="csX34" fmla="*/ 953802 w 1984500"/>
                  <a:gd name="csY34" fmla="*/ 1011838 h 1984493"/>
                  <a:gd name="csX35" fmla="*/ 185531 w 1984500"/>
                  <a:gd name="csY35" fmla="*/ 1570023 h 1984493"/>
                  <a:gd name="csX36" fmla="*/ 193469 w 1984500"/>
                  <a:gd name="csY36" fmla="*/ 1580938 h 1984493"/>
                  <a:gd name="csX37" fmla="*/ 961733 w 1984500"/>
                  <a:gd name="csY37" fmla="*/ 1022760 h 1984493"/>
                  <a:gd name="csX38" fmla="*/ 403562 w 1984500"/>
                  <a:gd name="csY38" fmla="*/ 1791025 h 1984493"/>
                  <a:gd name="csX39" fmla="*/ 414484 w 1984500"/>
                  <a:gd name="csY39" fmla="*/ 1798963 h 1984493"/>
                  <a:gd name="csX40" fmla="*/ 972655 w 1984500"/>
                  <a:gd name="csY40" fmla="*/ 1030698 h 1984493"/>
                  <a:gd name="csX41" fmla="*/ 679205 w 1984500"/>
                  <a:gd name="csY41" fmla="*/ 1933848 h 1984493"/>
                  <a:gd name="csX42" fmla="*/ 692044 w 1984500"/>
                  <a:gd name="csY42" fmla="*/ 1938013 h 1984493"/>
                  <a:gd name="csX43" fmla="*/ 985500 w 1984500"/>
                  <a:gd name="csY43" fmla="*/ 1034863 h 1984493"/>
                  <a:gd name="csX44" fmla="*/ 985500 w 1984500"/>
                  <a:gd name="csY44" fmla="*/ 1984493 h 1984493"/>
                  <a:gd name="csX45" fmla="*/ 999000 w 1984500"/>
                  <a:gd name="csY45" fmla="*/ 1984493 h 1984493"/>
                  <a:gd name="csX46" fmla="*/ 999000 w 1984500"/>
                  <a:gd name="csY46" fmla="*/ 1034870 h 1984493"/>
                  <a:gd name="csX47" fmla="*/ 1292450 w 1984500"/>
                  <a:gd name="csY47" fmla="*/ 1938013 h 1984493"/>
                  <a:gd name="csX48" fmla="*/ 1305288 w 1984500"/>
                  <a:gd name="csY48" fmla="*/ 1933848 h 1984493"/>
                  <a:gd name="csX49" fmla="*/ 1011838 w 1984500"/>
                  <a:gd name="csY49" fmla="*/ 1030691 h 1984493"/>
                  <a:gd name="csX50" fmla="*/ 1570016 w 1984500"/>
                  <a:gd name="csY50" fmla="*/ 1798963 h 1984493"/>
                  <a:gd name="csX51" fmla="*/ 1580938 w 1984500"/>
                  <a:gd name="csY51" fmla="*/ 1791025 h 1984493"/>
                  <a:gd name="csX52" fmla="*/ 1022767 w 1984500"/>
                  <a:gd name="csY52" fmla="*/ 1022767 h 1984493"/>
                  <a:gd name="csX53" fmla="*/ 1791025 w 1984500"/>
                  <a:gd name="csY53" fmla="*/ 1580938 h 1984493"/>
                  <a:gd name="csX54" fmla="*/ 1798963 w 1984500"/>
                  <a:gd name="csY54" fmla="*/ 1570023 h 1984493"/>
                  <a:gd name="csX55" fmla="*/ 1030691 w 1984500"/>
                  <a:gd name="csY55" fmla="*/ 1011838 h 1984493"/>
                  <a:gd name="csX56" fmla="*/ 1933848 w 1984500"/>
                  <a:gd name="csY56" fmla="*/ 1305288 h 1984493"/>
                  <a:gd name="csX57" fmla="*/ 1938020 w 1984500"/>
                  <a:gd name="csY57" fmla="*/ 1292450 h 1984493"/>
                  <a:gd name="csX58" fmla="*/ 1034863 w 1984500"/>
                  <a:gd name="csY58" fmla="*/ 998993 h 1984493"/>
                  <a:gd name="csX59" fmla="*/ 1984500 w 1984500"/>
                  <a:gd name="csY59" fmla="*/ 998993 h 19844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984500" h="1984493">
                    <a:moveTo>
                      <a:pt x="1984500" y="985493"/>
                    </a:moveTo>
                    <a:lnTo>
                      <a:pt x="1034883" y="985493"/>
                    </a:lnTo>
                    <a:lnTo>
                      <a:pt x="1938020" y="692051"/>
                    </a:lnTo>
                    <a:lnTo>
                      <a:pt x="1933848" y="679205"/>
                    </a:lnTo>
                    <a:lnTo>
                      <a:pt x="1030698" y="972655"/>
                    </a:lnTo>
                    <a:lnTo>
                      <a:pt x="1798963" y="414477"/>
                    </a:lnTo>
                    <a:lnTo>
                      <a:pt x="1791025" y="403556"/>
                    </a:lnTo>
                    <a:lnTo>
                      <a:pt x="1022760" y="961740"/>
                    </a:lnTo>
                    <a:lnTo>
                      <a:pt x="1580938" y="193469"/>
                    </a:lnTo>
                    <a:lnTo>
                      <a:pt x="1570016" y="185530"/>
                    </a:lnTo>
                    <a:lnTo>
                      <a:pt x="1011838" y="953802"/>
                    </a:lnTo>
                    <a:lnTo>
                      <a:pt x="1305288" y="50652"/>
                    </a:lnTo>
                    <a:lnTo>
                      <a:pt x="1292450" y="46474"/>
                    </a:lnTo>
                    <a:lnTo>
                      <a:pt x="999000" y="949624"/>
                    </a:lnTo>
                    <a:lnTo>
                      <a:pt x="999000" y="0"/>
                    </a:lnTo>
                    <a:lnTo>
                      <a:pt x="985500" y="0"/>
                    </a:lnTo>
                    <a:lnTo>
                      <a:pt x="985500" y="949631"/>
                    </a:lnTo>
                    <a:lnTo>
                      <a:pt x="692044" y="46474"/>
                    </a:lnTo>
                    <a:lnTo>
                      <a:pt x="679205" y="50652"/>
                    </a:lnTo>
                    <a:lnTo>
                      <a:pt x="972655" y="953789"/>
                    </a:lnTo>
                    <a:lnTo>
                      <a:pt x="414484" y="185530"/>
                    </a:lnTo>
                    <a:lnTo>
                      <a:pt x="403562" y="193469"/>
                    </a:lnTo>
                    <a:lnTo>
                      <a:pt x="961747" y="961747"/>
                    </a:lnTo>
                    <a:lnTo>
                      <a:pt x="193469" y="403556"/>
                    </a:lnTo>
                    <a:lnTo>
                      <a:pt x="185531" y="414477"/>
                    </a:lnTo>
                    <a:lnTo>
                      <a:pt x="953795" y="972655"/>
                    </a:lnTo>
                    <a:lnTo>
                      <a:pt x="50652" y="679205"/>
                    </a:lnTo>
                    <a:lnTo>
                      <a:pt x="46481" y="692051"/>
                    </a:lnTo>
                    <a:lnTo>
                      <a:pt x="949617" y="985493"/>
                    </a:lnTo>
                    <a:lnTo>
                      <a:pt x="0" y="985493"/>
                    </a:lnTo>
                    <a:lnTo>
                      <a:pt x="0" y="998993"/>
                    </a:lnTo>
                    <a:lnTo>
                      <a:pt x="949637" y="998993"/>
                    </a:lnTo>
                    <a:lnTo>
                      <a:pt x="46481" y="1292450"/>
                    </a:lnTo>
                    <a:lnTo>
                      <a:pt x="50652" y="1305288"/>
                    </a:lnTo>
                    <a:lnTo>
                      <a:pt x="953802" y="1011838"/>
                    </a:lnTo>
                    <a:lnTo>
                      <a:pt x="185531" y="1570023"/>
                    </a:lnTo>
                    <a:lnTo>
                      <a:pt x="193469" y="1580938"/>
                    </a:lnTo>
                    <a:lnTo>
                      <a:pt x="961733" y="1022760"/>
                    </a:lnTo>
                    <a:lnTo>
                      <a:pt x="403562" y="1791025"/>
                    </a:lnTo>
                    <a:lnTo>
                      <a:pt x="414484" y="1798963"/>
                    </a:lnTo>
                    <a:lnTo>
                      <a:pt x="972655" y="1030698"/>
                    </a:lnTo>
                    <a:lnTo>
                      <a:pt x="679205" y="1933848"/>
                    </a:lnTo>
                    <a:lnTo>
                      <a:pt x="692044" y="1938013"/>
                    </a:lnTo>
                    <a:lnTo>
                      <a:pt x="985500" y="1034863"/>
                    </a:lnTo>
                    <a:lnTo>
                      <a:pt x="985500" y="1984493"/>
                    </a:lnTo>
                    <a:lnTo>
                      <a:pt x="999000" y="1984493"/>
                    </a:lnTo>
                    <a:lnTo>
                      <a:pt x="999000" y="1034870"/>
                    </a:lnTo>
                    <a:lnTo>
                      <a:pt x="1292450" y="1938013"/>
                    </a:lnTo>
                    <a:lnTo>
                      <a:pt x="1305288" y="1933848"/>
                    </a:lnTo>
                    <a:lnTo>
                      <a:pt x="1011838" y="1030691"/>
                    </a:lnTo>
                    <a:lnTo>
                      <a:pt x="1570016" y="1798963"/>
                    </a:lnTo>
                    <a:lnTo>
                      <a:pt x="1580938" y="1791025"/>
                    </a:lnTo>
                    <a:lnTo>
                      <a:pt x="1022767" y="1022767"/>
                    </a:lnTo>
                    <a:lnTo>
                      <a:pt x="1791025" y="1580938"/>
                    </a:lnTo>
                    <a:lnTo>
                      <a:pt x="1798963" y="1570023"/>
                    </a:lnTo>
                    <a:lnTo>
                      <a:pt x="1030691" y="1011838"/>
                    </a:lnTo>
                    <a:lnTo>
                      <a:pt x="1933848" y="1305288"/>
                    </a:lnTo>
                    <a:lnTo>
                      <a:pt x="1938020" y="1292450"/>
                    </a:lnTo>
                    <a:lnTo>
                      <a:pt x="1034863" y="998993"/>
                    </a:lnTo>
                    <a:lnTo>
                      <a:pt x="1984500" y="998993"/>
                    </a:lnTo>
                    <a:close/>
                  </a:path>
                </a:pathLst>
              </a:custGeom>
              <a:solidFill>
                <a:srgbClr val="D1D1D1"/>
              </a:solidFill>
              <a:ln w="6747" cap="flat">
                <a:noFill/>
                <a:prstDash val="solid"/>
                <a:miter/>
              </a:ln>
            </p:spPr>
            <p:txBody>
              <a:bodyPr/>
              <a:lstStyle/>
              <a:p>
                <a:endParaRPr lang="zh-CN" altLang="en-US"/>
              </a:p>
            </p:txBody>
          </p:sp>
          <p:sp>
            <p:nvSpPr>
              <p:cNvPr id="11" name="任意多边形: 形状 10">
                <a:extLst>
                  <a:ext uri="{FF2B5EF4-FFF2-40B4-BE49-F238E27FC236}">
                    <a16:creationId xmlns:a16="http://schemas.microsoft.com/office/drawing/2014/main" id="{051558CA-9458-4761-AD39-AD900EBF0FE7}"/>
                  </a:ext>
                </a:extLst>
              </p:cNvPr>
              <p:cNvSpPr/>
              <p:nvPr/>
            </p:nvSpPr>
            <p:spPr>
              <a:xfrm>
                <a:off x="4593498" y="3332767"/>
                <a:ext cx="1860759" cy="1860765"/>
              </a:xfrm>
              <a:custGeom>
                <a:avLst/>
                <a:gdLst>
                  <a:gd name="csX0" fmla="*/ 930380 w 1860759"/>
                  <a:gd name="csY0" fmla="*/ 40500 h 1860765"/>
                  <a:gd name="csX1" fmla="*/ 1559621 w 1860759"/>
                  <a:gd name="csY1" fmla="*/ 301138 h 1860765"/>
                  <a:gd name="csX2" fmla="*/ 1820259 w 1860759"/>
                  <a:gd name="csY2" fmla="*/ 930380 h 1860765"/>
                  <a:gd name="csX3" fmla="*/ 1559621 w 1860759"/>
                  <a:gd name="csY3" fmla="*/ 1559621 h 1860765"/>
                  <a:gd name="csX4" fmla="*/ 930380 w 1860759"/>
                  <a:gd name="csY4" fmla="*/ 1820259 h 1860765"/>
                  <a:gd name="csX5" fmla="*/ 301138 w 1860759"/>
                  <a:gd name="csY5" fmla="*/ 1559621 h 1860765"/>
                  <a:gd name="csX6" fmla="*/ 40500 w 1860759"/>
                  <a:gd name="csY6" fmla="*/ 930380 h 1860765"/>
                  <a:gd name="csX7" fmla="*/ 301138 w 1860759"/>
                  <a:gd name="csY7" fmla="*/ 301138 h 1860765"/>
                  <a:gd name="csX8" fmla="*/ 930380 w 1860759"/>
                  <a:gd name="csY8" fmla="*/ 40500 h 1860765"/>
                  <a:gd name="csX9" fmla="*/ 930380 w 1860759"/>
                  <a:gd name="csY9" fmla="*/ 0 h 1860765"/>
                  <a:gd name="csX10" fmla="*/ 0 w 1860759"/>
                  <a:gd name="csY10" fmla="*/ 930380 h 1860765"/>
                  <a:gd name="csX11" fmla="*/ 930380 w 1860759"/>
                  <a:gd name="csY11" fmla="*/ 1860766 h 1860765"/>
                  <a:gd name="csX12" fmla="*/ 1860759 w 1860759"/>
                  <a:gd name="csY12" fmla="*/ 930386 h 1860765"/>
                  <a:gd name="csX13" fmla="*/ 930380 w 1860759"/>
                  <a:gd name="csY13" fmla="*/ 0 h 1860765"/>
                  <a:gd name="csX14" fmla="*/ 930380 w 1860759"/>
                  <a:gd name="csY14" fmla="*/ 0 h 1860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60759" h="1860765">
                    <a:moveTo>
                      <a:pt x="930380" y="40500"/>
                    </a:moveTo>
                    <a:cubicBezTo>
                      <a:pt x="1168074" y="40500"/>
                      <a:pt x="1391546" y="133063"/>
                      <a:pt x="1559621" y="301138"/>
                    </a:cubicBezTo>
                    <a:cubicBezTo>
                      <a:pt x="1727696" y="469213"/>
                      <a:pt x="1820259" y="692685"/>
                      <a:pt x="1820259" y="930380"/>
                    </a:cubicBezTo>
                    <a:cubicBezTo>
                      <a:pt x="1820259" y="1168074"/>
                      <a:pt x="1727696" y="1391546"/>
                      <a:pt x="1559621" y="1559621"/>
                    </a:cubicBezTo>
                    <a:cubicBezTo>
                      <a:pt x="1391546" y="1727696"/>
                      <a:pt x="1168074" y="1820259"/>
                      <a:pt x="930380" y="1820259"/>
                    </a:cubicBezTo>
                    <a:cubicBezTo>
                      <a:pt x="692685" y="1820259"/>
                      <a:pt x="469213" y="1727696"/>
                      <a:pt x="301138" y="1559621"/>
                    </a:cubicBezTo>
                    <a:cubicBezTo>
                      <a:pt x="133063" y="1391546"/>
                      <a:pt x="40500" y="1168074"/>
                      <a:pt x="40500" y="930380"/>
                    </a:cubicBezTo>
                    <a:cubicBezTo>
                      <a:pt x="40500" y="692685"/>
                      <a:pt x="133063" y="469213"/>
                      <a:pt x="301138" y="301138"/>
                    </a:cubicBezTo>
                    <a:cubicBezTo>
                      <a:pt x="469213" y="133069"/>
                      <a:pt x="692685" y="40500"/>
                      <a:pt x="930380" y="40500"/>
                    </a:cubicBezTo>
                    <a:moveTo>
                      <a:pt x="930380" y="0"/>
                    </a:moveTo>
                    <a:cubicBezTo>
                      <a:pt x="416543" y="0"/>
                      <a:pt x="0" y="416549"/>
                      <a:pt x="0" y="930380"/>
                    </a:cubicBezTo>
                    <a:cubicBezTo>
                      <a:pt x="0" y="1444210"/>
                      <a:pt x="416543" y="1860766"/>
                      <a:pt x="930380" y="1860766"/>
                    </a:cubicBezTo>
                    <a:cubicBezTo>
                      <a:pt x="1444217" y="1860766"/>
                      <a:pt x="1860759" y="1444216"/>
                      <a:pt x="1860759" y="930386"/>
                    </a:cubicBezTo>
                    <a:cubicBezTo>
                      <a:pt x="1860759" y="416556"/>
                      <a:pt x="1444217" y="0"/>
                      <a:pt x="930380" y="0"/>
                    </a:cubicBezTo>
                    <a:lnTo>
                      <a:pt x="930380" y="0"/>
                    </a:lnTo>
                    <a:close/>
                  </a:path>
                </a:pathLst>
              </a:custGeom>
              <a:solidFill>
                <a:srgbClr val="D1D1D1"/>
              </a:solidFill>
              <a:ln w="6747" cap="flat">
                <a:noFill/>
                <a:prstDash val="solid"/>
                <a:miter/>
              </a:ln>
            </p:spPr>
            <p:txBody>
              <a:bodyPr/>
              <a:lstStyle/>
              <a:p>
                <a:endParaRPr lang="zh-CN" altLang="en-US"/>
              </a:p>
            </p:txBody>
          </p:sp>
          <p:sp>
            <p:nvSpPr>
              <p:cNvPr id="12" name="任意多边形: 形状 11">
                <a:extLst>
                  <a:ext uri="{FF2B5EF4-FFF2-40B4-BE49-F238E27FC236}">
                    <a16:creationId xmlns:a16="http://schemas.microsoft.com/office/drawing/2014/main" id="{F6296FCC-5FD5-2351-32BC-AB36A35543FB}"/>
                  </a:ext>
                </a:extLst>
              </p:cNvPr>
              <p:cNvSpPr/>
              <p:nvPr/>
            </p:nvSpPr>
            <p:spPr>
              <a:xfrm>
                <a:off x="4393678" y="3132954"/>
                <a:ext cx="2260399" cy="2260392"/>
              </a:xfrm>
              <a:custGeom>
                <a:avLst/>
                <a:gdLst>
                  <a:gd name="csX0" fmla="*/ 1130200 w 2260399"/>
                  <a:gd name="csY0" fmla="*/ 0 h 2260392"/>
                  <a:gd name="csX1" fmla="*/ 0 w 2260399"/>
                  <a:gd name="csY1" fmla="*/ 1130200 h 2260392"/>
                  <a:gd name="csX2" fmla="*/ 1130200 w 2260399"/>
                  <a:gd name="csY2" fmla="*/ 2260393 h 2260392"/>
                  <a:gd name="csX3" fmla="*/ 2260400 w 2260399"/>
                  <a:gd name="csY3" fmla="*/ 1130193 h 2260392"/>
                  <a:gd name="csX4" fmla="*/ 1130200 w 2260399"/>
                  <a:gd name="csY4" fmla="*/ 0 h 2260392"/>
                  <a:gd name="csX5" fmla="*/ 1130200 w 2260399"/>
                  <a:gd name="csY5" fmla="*/ 2098940 h 2260392"/>
                  <a:gd name="csX6" fmla="*/ 161460 w 2260399"/>
                  <a:gd name="csY6" fmla="*/ 1130200 h 2260392"/>
                  <a:gd name="csX7" fmla="*/ 1130200 w 2260399"/>
                  <a:gd name="csY7" fmla="*/ 161453 h 2260392"/>
                  <a:gd name="csX8" fmla="*/ 2098940 w 2260399"/>
                  <a:gd name="csY8" fmla="*/ 1130193 h 2260392"/>
                  <a:gd name="csX9" fmla="*/ 1130200 w 2260399"/>
                  <a:gd name="csY9" fmla="*/ 2098940 h 2260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60399" h="2260392">
                    <a:moveTo>
                      <a:pt x="1130200" y="0"/>
                    </a:moveTo>
                    <a:cubicBezTo>
                      <a:pt x="506007" y="0"/>
                      <a:pt x="0" y="506007"/>
                      <a:pt x="0" y="1130200"/>
                    </a:cubicBezTo>
                    <a:cubicBezTo>
                      <a:pt x="0" y="1754393"/>
                      <a:pt x="506007" y="2260393"/>
                      <a:pt x="1130200" y="2260393"/>
                    </a:cubicBezTo>
                    <a:cubicBezTo>
                      <a:pt x="1754392" y="2260393"/>
                      <a:pt x="2260400" y="1754386"/>
                      <a:pt x="2260400" y="1130193"/>
                    </a:cubicBezTo>
                    <a:cubicBezTo>
                      <a:pt x="2260400" y="506000"/>
                      <a:pt x="1754392" y="0"/>
                      <a:pt x="1130200" y="0"/>
                    </a:cubicBezTo>
                    <a:close/>
                    <a:moveTo>
                      <a:pt x="1130200" y="2098940"/>
                    </a:moveTo>
                    <a:cubicBezTo>
                      <a:pt x="595181" y="2098940"/>
                      <a:pt x="161460" y="1665218"/>
                      <a:pt x="161460" y="1130200"/>
                    </a:cubicBezTo>
                    <a:cubicBezTo>
                      <a:pt x="161460" y="595181"/>
                      <a:pt x="595175" y="161453"/>
                      <a:pt x="1130200" y="161453"/>
                    </a:cubicBezTo>
                    <a:cubicBezTo>
                      <a:pt x="1665225" y="161453"/>
                      <a:pt x="2098940" y="595174"/>
                      <a:pt x="2098940" y="1130193"/>
                    </a:cubicBezTo>
                    <a:cubicBezTo>
                      <a:pt x="2098940" y="1665211"/>
                      <a:pt x="1665218" y="2098940"/>
                      <a:pt x="1130200" y="2098940"/>
                    </a:cubicBezTo>
                    <a:close/>
                  </a:path>
                </a:pathLst>
              </a:custGeom>
              <a:solidFill>
                <a:srgbClr val="505050"/>
              </a:solidFill>
              <a:ln w="6747" cap="flat">
                <a:noFill/>
                <a:prstDash val="solid"/>
                <a:miter/>
              </a:ln>
            </p:spPr>
            <p:txBody>
              <a:bodyPr/>
              <a:lstStyle/>
              <a:p>
                <a:endParaRPr lang="zh-CN" altLang="en-US"/>
              </a:p>
            </p:txBody>
          </p:sp>
        </p:grpSp>
        <p:grpSp>
          <p:nvGrpSpPr>
            <p:cNvPr id="13" name="图形 4" descr="一辆自行车">
              <a:extLst>
                <a:ext uri="{FF2B5EF4-FFF2-40B4-BE49-F238E27FC236}">
                  <a16:creationId xmlns:a16="http://schemas.microsoft.com/office/drawing/2014/main" id="{967F4D86-844F-F648-D4F2-9F7B3057ACCD}"/>
                </a:ext>
              </a:extLst>
            </p:cNvPr>
            <p:cNvGrpSpPr/>
            <p:nvPr/>
          </p:nvGrpSpPr>
          <p:grpSpPr>
            <a:xfrm>
              <a:off x="7694921" y="3073219"/>
              <a:ext cx="2324456" cy="2320134"/>
              <a:chOff x="7694921" y="3073219"/>
              <a:chExt cx="2324456" cy="2320134"/>
            </a:xfrm>
          </p:grpSpPr>
          <p:sp>
            <p:nvSpPr>
              <p:cNvPr id="14" name="任意多边形: 形状 13">
                <a:extLst>
                  <a:ext uri="{FF2B5EF4-FFF2-40B4-BE49-F238E27FC236}">
                    <a16:creationId xmlns:a16="http://schemas.microsoft.com/office/drawing/2014/main" id="{9E28CFA3-47E5-566D-9AC4-05DFAE71A3A2}"/>
                  </a:ext>
                </a:extLst>
              </p:cNvPr>
              <p:cNvSpPr/>
              <p:nvPr/>
            </p:nvSpPr>
            <p:spPr>
              <a:xfrm>
                <a:off x="7896928" y="3270903"/>
                <a:ext cx="1984500" cy="1984493"/>
              </a:xfrm>
              <a:custGeom>
                <a:avLst/>
                <a:gdLst>
                  <a:gd name="csX0" fmla="*/ 1984500 w 1984500"/>
                  <a:gd name="csY0" fmla="*/ 985493 h 1984493"/>
                  <a:gd name="csX1" fmla="*/ 1034876 w 1984500"/>
                  <a:gd name="csY1" fmla="*/ 985493 h 1984493"/>
                  <a:gd name="csX2" fmla="*/ 1938020 w 1984500"/>
                  <a:gd name="csY2" fmla="*/ 692051 h 1984493"/>
                  <a:gd name="csX3" fmla="*/ 1933855 w 1984500"/>
                  <a:gd name="csY3" fmla="*/ 679205 h 1984493"/>
                  <a:gd name="csX4" fmla="*/ 1030698 w 1984500"/>
                  <a:gd name="csY4" fmla="*/ 972655 h 1984493"/>
                  <a:gd name="csX5" fmla="*/ 1798963 w 1984500"/>
                  <a:gd name="csY5" fmla="*/ 414477 h 1984493"/>
                  <a:gd name="csX6" fmla="*/ 1791025 w 1984500"/>
                  <a:gd name="csY6" fmla="*/ 403556 h 1984493"/>
                  <a:gd name="csX7" fmla="*/ 1022753 w 1984500"/>
                  <a:gd name="csY7" fmla="*/ 961747 h 1984493"/>
                  <a:gd name="csX8" fmla="*/ 1580938 w 1984500"/>
                  <a:gd name="csY8" fmla="*/ 193469 h 1984493"/>
                  <a:gd name="csX9" fmla="*/ 1570023 w 1984500"/>
                  <a:gd name="csY9" fmla="*/ 185530 h 1984493"/>
                  <a:gd name="csX10" fmla="*/ 1011839 w 1984500"/>
                  <a:gd name="csY10" fmla="*/ 953802 h 1984493"/>
                  <a:gd name="csX11" fmla="*/ 1305288 w 1984500"/>
                  <a:gd name="csY11" fmla="*/ 50652 h 1984493"/>
                  <a:gd name="csX12" fmla="*/ 1292450 w 1984500"/>
                  <a:gd name="csY12" fmla="*/ 46474 h 1984493"/>
                  <a:gd name="csX13" fmla="*/ 999000 w 1984500"/>
                  <a:gd name="csY13" fmla="*/ 949617 h 1984493"/>
                  <a:gd name="csX14" fmla="*/ 999000 w 1984500"/>
                  <a:gd name="csY14" fmla="*/ 0 h 1984493"/>
                  <a:gd name="csX15" fmla="*/ 985500 w 1984500"/>
                  <a:gd name="csY15" fmla="*/ 0 h 1984493"/>
                  <a:gd name="csX16" fmla="*/ 985500 w 1984500"/>
                  <a:gd name="csY16" fmla="*/ 949637 h 1984493"/>
                  <a:gd name="csX17" fmla="*/ 692051 w 1984500"/>
                  <a:gd name="csY17" fmla="*/ 46474 h 1984493"/>
                  <a:gd name="csX18" fmla="*/ 679212 w 1984500"/>
                  <a:gd name="csY18" fmla="*/ 50652 h 1984493"/>
                  <a:gd name="csX19" fmla="*/ 972662 w 1984500"/>
                  <a:gd name="csY19" fmla="*/ 953802 h 1984493"/>
                  <a:gd name="csX20" fmla="*/ 414477 w 1984500"/>
                  <a:gd name="csY20" fmla="*/ 185530 h 1984493"/>
                  <a:gd name="csX21" fmla="*/ 403562 w 1984500"/>
                  <a:gd name="csY21" fmla="*/ 193469 h 1984493"/>
                  <a:gd name="csX22" fmla="*/ 961747 w 1984500"/>
                  <a:gd name="csY22" fmla="*/ 961747 h 1984493"/>
                  <a:gd name="csX23" fmla="*/ 193475 w 1984500"/>
                  <a:gd name="csY23" fmla="*/ 403556 h 1984493"/>
                  <a:gd name="csX24" fmla="*/ 185537 w 1984500"/>
                  <a:gd name="csY24" fmla="*/ 414477 h 1984493"/>
                  <a:gd name="csX25" fmla="*/ 953802 w 1984500"/>
                  <a:gd name="csY25" fmla="*/ 972655 h 1984493"/>
                  <a:gd name="csX26" fmla="*/ 50645 w 1984500"/>
                  <a:gd name="csY26" fmla="*/ 679205 h 1984493"/>
                  <a:gd name="csX27" fmla="*/ 46480 w 1984500"/>
                  <a:gd name="csY27" fmla="*/ 692051 h 1984493"/>
                  <a:gd name="csX28" fmla="*/ 949624 w 1984500"/>
                  <a:gd name="csY28" fmla="*/ 985493 h 1984493"/>
                  <a:gd name="csX29" fmla="*/ 0 w 1984500"/>
                  <a:gd name="csY29" fmla="*/ 985493 h 1984493"/>
                  <a:gd name="csX30" fmla="*/ 0 w 1984500"/>
                  <a:gd name="csY30" fmla="*/ 998993 h 1984493"/>
                  <a:gd name="csX31" fmla="*/ 949644 w 1984500"/>
                  <a:gd name="csY31" fmla="*/ 998993 h 1984493"/>
                  <a:gd name="csX32" fmla="*/ 46480 w 1984500"/>
                  <a:gd name="csY32" fmla="*/ 1292450 h 1984493"/>
                  <a:gd name="csX33" fmla="*/ 50645 w 1984500"/>
                  <a:gd name="csY33" fmla="*/ 1305288 h 1984493"/>
                  <a:gd name="csX34" fmla="*/ 953809 w 1984500"/>
                  <a:gd name="csY34" fmla="*/ 1011832 h 1984493"/>
                  <a:gd name="csX35" fmla="*/ 185537 w 1984500"/>
                  <a:gd name="csY35" fmla="*/ 1570023 h 1984493"/>
                  <a:gd name="csX36" fmla="*/ 193475 w 1984500"/>
                  <a:gd name="csY36" fmla="*/ 1580938 h 1984493"/>
                  <a:gd name="csX37" fmla="*/ 961740 w 1984500"/>
                  <a:gd name="csY37" fmla="*/ 1022760 h 1984493"/>
                  <a:gd name="csX38" fmla="*/ 403562 w 1984500"/>
                  <a:gd name="csY38" fmla="*/ 1791025 h 1984493"/>
                  <a:gd name="csX39" fmla="*/ 414477 w 1984500"/>
                  <a:gd name="csY39" fmla="*/ 1798963 h 1984493"/>
                  <a:gd name="csX40" fmla="*/ 972662 w 1984500"/>
                  <a:gd name="csY40" fmla="*/ 1030685 h 1984493"/>
                  <a:gd name="csX41" fmla="*/ 679212 w 1984500"/>
                  <a:gd name="csY41" fmla="*/ 1933848 h 1984493"/>
                  <a:gd name="csX42" fmla="*/ 692051 w 1984500"/>
                  <a:gd name="csY42" fmla="*/ 1938013 h 1984493"/>
                  <a:gd name="csX43" fmla="*/ 985500 w 1984500"/>
                  <a:gd name="csY43" fmla="*/ 1034856 h 1984493"/>
                  <a:gd name="csX44" fmla="*/ 985500 w 1984500"/>
                  <a:gd name="csY44" fmla="*/ 1984493 h 1984493"/>
                  <a:gd name="csX45" fmla="*/ 999000 w 1984500"/>
                  <a:gd name="csY45" fmla="*/ 1984493 h 1984493"/>
                  <a:gd name="csX46" fmla="*/ 999000 w 1984500"/>
                  <a:gd name="csY46" fmla="*/ 1034876 h 1984493"/>
                  <a:gd name="csX47" fmla="*/ 1292450 w 1984500"/>
                  <a:gd name="csY47" fmla="*/ 1938013 h 1984493"/>
                  <a:gd name="csX48" fmla="*/ 1305288 w 1984500"/>
                  <a:gd name="csY48" fmla="*/ 1933848 h 1984493"/>
                  <a:gd name="csX49" fmla="*/ 1011839 w 1984500"/>
                  <a:gd name="csY49" fmla="*/ 1030685 h 1984493"/>
                  <a:gd name="csX50" fmla="*/ 1570023 w 1984500"/>
                  <a:gd name="csY50" fmla="*/ 1798963 h 1984493"/>
                  <a:gd name="csX51" fmla="*/ 1580938 w 1984500"/>
                  <a:gd name="csY51" fmla="*/ 1791025 h 1984493"/>
                  <a:gd name="csX52" fmla="*/ 1022760 w 1984500"/>
                  <a:gd name="csY52" fmla="*/ 1022760 h 1984493"/>
                  <a:gd name="csX53" fmla="*/ 1791025 w 1984500"/>
                  <a:gd name="csY53" fmla="*/ 1580938 h 1984493"/>
                  <a:gd name="csX54" fmla="*/ 1798963 w 1984500"/>
                  <a:gd name="csY54" fmla="*/ 1570023 h 1984493"/>
                  <a:gd name="csX55" fmla="*/ 1030691 w 1984500"/>
                  <a:gd name="csY55" fmla="*/ 1011832 h 1984493"/>
                  <a:gd name="csX56" fmla="*/ 1933855 w 1984500"/>
                  <a:gd name="csY56" fmla="*/ 1305288 h 1984493"/>
                  <a:gd name="csX57" fmla="*/ 1938020 w 1984500"/>
                  <a:gd name="csY57" fmla="*/ 1292450 h 1984493"/>
                  <a:gd name="csX58" fmla="*/ 1034856 w 1984500"/>
                  <a:gd name="csY58" fmla="*/ 998993 h 1984493"/>
                  <a:gd name="csX59" fmla="*/ 1984500 w 1984500"/>
                  <a:gd name="csY59" fmla="*/ 998993 h 19844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984500" h="1984493">
                    <a:moveTo>
                      <a:pt x="1984500" y="985493"/>
                    </a:moveTo>
                    <a:lnTo>
                      <a:pt x="1034876" y="985493"/>
                    </a:lnTo>
                    <a:lnTo>
                      <a:pt x="1938020" y="692051"/>
                    </a:lnTo>
                    <a:lnTo>
                      <a:pt x="1933855" y="679205"/>
                    </a:lnTo>
                    <a:lnTo>
                      <a:pt x="1030698" y="972655"/>
                    </a:lnTo>
                    <a:lnTo>
                      <a:pt x="1798963" y="414477"/>
                    </a:lnTo>
                    <a:lnTo>
                      <a:pt x="1791025" y="403556"/>
                    </a:lnTo>
                    <a:lnTo>
                      <a:pt x="1022753" y="961747"/>
                    </a:lnTo>
                    <a:lnTo>
                      <a:pt x="1580938" y="193469"/>
                    </a:lnTo>
                    <a:lnTo>
                      <a:pt x="1570023" y="185530"/>
                    </a:lnTo>
                    <a:lnTo>
                      <a:pt x="1011839" y="953802"/>
                    </a:lnTo>
                    <a:lnTo>
                      <a:pt x="1305288" y="50652"/>
                    </a:lnTo>
                    <a:lnTo>
                      <a:pt x="1292450" y="46474"/>
                    </a:lnTo>
                    <a:lnTo>
                      <a:pt x="999000" y="949617"/>
                    </a:lnTo>
                    <a:lnTo>
                      <a:pt x="999000" y="0"/>
                    </a:lnTo>
                    <a:lnTo>
                      <a:pt x="985500" y="0"/>
                    </a:lnTo>
                    <a:lnTo>
                      <a:pt x="985500" y="949637"/>
                    </a:lnTo>
                    <a:lnTo>
                      <a:pt x="692051" y="46474"/>
                    </a:lnTo>
                    <a:lnTo>
                      <a:pt x="679212" y="50652"/>
                    </a:lnTo>
                    <a:lnTo>
                      <a:pt x="972662" y="953802"/>
                    </a:lnTo>
                    <a:lnTo>
                      <a:pt x="414477" y="185530"/>
                    </a:lnTo>
                    <a:lnTo>
                      <a:pt x="403562" y="193469"/>
                    </a:lnTo>
                    <a:lnTo>
                      <a:pt x="961747" y="961747"/>
                    </a:lnTo>
                    <a:lnTo>
                      <a:pt x="193475" y="403556"/>
                    </a:lnTo>
                    <a:lnTo>
                      <a:pt x="185537" y="414477"/>
                    </a:lnTo>
                    <a:lnTo>
                      <a:pt x="953802" y="972655"/>
                    </a:lnTo>
                    <a:lnTo>
                      <a:pt x="50645" y="679205"/>
                    </a:lnTo>
                    <a:lnTo>
                      <a:pt x="46480" y="692051"/>
                    </a:lnTo>
                    <a:lnTo>
                      <a:pt x="949624" y="985493"/>
                    </a:lnTo>
                    <a:lnTo>
                      <a:pt x="0" y="985493"/>
                    </a:lnTo>
                    <a:lnTo>
                      <a:pt x="0" y="998993"/>
                    </a:lnTo>
                    <a:lnTo>
                      <a:pt x="949644" y="998993"/>
                    </a:lnTo>
                    <a:lnTo>
                      <a:pt x="46480" y="1292450"/>
                    </a:lnTo>
                    <a:lnTo>
                      <a:pt x="50645" y="1305288"/>
                    </a:lnTo>
                    <a:lnTo>
                      <a:pt x="953809" y="1011832"/>
                    </a:lnTo>
                    <a:lnTo>
                      <a:pt x="185537" y="1570023"/>
                    </a:lnTo>
                    <a:lnTo>
                      <a:pt x="193475" y="1580938"/>
                    </a:lnTo>
                    <a:lnTo>
                      <a:pt x="961740" y="1022760"/>
                    </a:lnTo>
                    <a:lnTo>
                      <a:pt x="403562" y="1791025"/>
                    </a:lnTo>
                    <a:lnTo>
                      <a:pt x="414477" y="1798963"/>
                    </a:lnTo>
                    <a:lnTo>
                      <a:pt x="972662" y="1030685"/>
                    </a:lnTo>
                    <a:lnTo>
                      <a:pt x="679212" y="1933848"/>
                    </a:lnTo>
                    <a:lnTo>
                      <a:pt x="692051" y="1938013"/>
                    </a:lnTo>
                    <a:lnTo>
                      <a:pt x="985500" y="1034856"/>
                    </a:lnTo>
                    <a:lnTo>
                      <a:pt x="985500" y="1984493"/>
                    </a:lnTo>
                    <a:lnTo>
                      <a:pt x="999000" y="1984493"/>
                    </a:lnTo>
                    <a:lnTo>
                      <a:pt x="999000" y="1034876"/>
                    </a:lnTo>
                    <a:lnTo>
                      <a:pt x="1292450" y="1938013"/>
                    </a:lnTo>
                    <a:lnTo>
                      <a:pt x="1305288" y="1933848"/>
                    </a:lnTo>
                    <a:lnTo>
                      <a:pt x="1011839" y="1030685"/>
                    </a:lnTo>
                    <a:lnTo>
                      <a:pt x="1570023" y="1798963"/>
                    </a:lnTo>
                    <a:lnTo>
                      <a:pt x="1580938" y="1791025"/>
                    </a:lnTo>
                    <a:lnTo>
                      <a:pt x="1022760" y="1022760"/>
                    </a:lnTo>
                    <a:lnTo>
                      <a:pt x="1791025" y="1580938"/>
                    </a:lnTo>
                    <a:lnTo>
                      <a:pt x="1798963" y="1570023"/>
                    </a:lnTo>
                    <a:lnTo>
                      <a:pt x="1030691" y="1011832"/>
                    </a:lnTo>
                    <a:lnTo>
                      <a:pt x="1933855" y="1305288"/>
                    </a:lnTo>
                    <a:lnTo>
                      <a:pt x="1938020" y="1292450"/>
                    </a:lnTo>
                    <a:lnTo>
                      <a:pt x="1034856" y="998993"/>
                    </a:lnTo>
                    <a:lnTo>
                      <a:pt x="1984500" y="998993"/>
                    </a:lnTo>
                    <a:close/>
                  </a:path>
                </a:pathLst>
              </a:custGeom>
              <a:solidFill>
                <a:srgbClr val="D1D1D1"/>
              </a:solidFill>
              <a:ln w="6747" cap="flat">
                <a:noFill/>
                <a:prstDash val="solid"/>
                <a:miter/>
              </a:ln>
            </p:spPr>
            <p:txBody>
              <a:bodyPr/>
              <a:lstStyle/>
              <a:p>
                <a:endParaRPr lang="zh-CN" altLang="en-US"/>
              </a:p>
            </p:txBody>
          </p:sp>
          <p:sp>
            <p:nvSpPr>
              <p:cNvPr id="15" name="任意多边形: 形状 14">
                <a:extLst>
                  <a:ext uri="{FF2B5EF4-FFF2-40B4-BE49-F238E27FC236}">
                    <a16:creationId xmlns:a16="http://schemas.microsoft.com/office/drawing/2014/main" id="{421F6BF9-782F-7B09-FC9F-F316DEEC612C}"/>
                  </a:ext>
                </a:extLst>
              </p:cNvPr>
              <p:cNvSpPr/>
              <p:nvPr/>
            </p:nvSpPr>
            <p:spPr>
              <a:xfrm>
                <a:off x="7958798" y="3332767"/>
                <a:ext cx="1860758" cy="1860758"/>
              </a:xfrm>
              <a:custGeom>
                <a:avLst/>
                <a:gdLst>
                  <a:gd name="csX0" fmla="*/ 930379 w 1860758"/>
                  <a:gd name="csY0" fmla="*/ 40500 h 1860758"/>
                  <a:gd name="csX1" fmla="*/ 1559621 w 1860758"/>
                  <a:gd name="csY1" fmla="*/ 301138 h 1860758"/>
                  <a:gd name="csX2" fmla="*/ 1820259 w 1860758"/>
                  <a:gd name="csY2" fmla="*/ 930380 h 1860758"/>
                  <a:gd name="csX3" fmla="*/ 1559621 w 1860758"/>
                  <a:gd name="csY3" fmla="*/ 1559621 h 1860758"/>
                  <a:gd name="csX4" fmla="*/ 930379 w 1860758"/>
                  <a:gd name="csY4" fmla="*/ 1820259 h 1860758"/>
                  <a:gd name="csX5" fmla="*/ 301138 w 1860758"/>
                  <a:gd name="csY5" fmla="*/ 1559621 h 1860758"/>
                  <a:gd name="csX6" fmla="*/ 40500 w 1860758"/>
                  <a:gd name="csY6" fmla="*/ 930380 h 1860758"/>
                  <a:gd name="csX7" fmla="*/ 301138 w 1860758"/>
                  <a:gd name="csY7" fmla="*/ 301138 h 1860758"/>
                  <a:gd name="csX8" fmla="*/ 930379 w 1860758"/>
                  <a:gd name="csY8" fmla="*/ 40500 h 1860758"/>
                  <a:gd name="csX9" fmla="*/ 930379 w 1860758"/>
                  <a:gd name="csY9" fmla="*/ 0 h 1860758"/>
                  <a:gd name="csX10" fmla="*/ 0 w 1860758"/>
                  <a:gd name="csY10" fmla="*/ 930380 h 1860758"/>
                  <a:gd name="csX11" fmla="*/ 930379 w 1860758"/>
                  <a:gd name="csY11" fmla="*/ 1860759 h 1860758"/>
                  <a:gd name="csX12" fmla="*/ 1860759 w 1860758"/>
                  <a:gd name="csY12" fmla="*/ 930380 h 1860758"/>
                  <a:gd name="csX13" fmla="*/ 930379 w 1860758"/>
                  <a:gd name="csY13" fmla="*/ 0 h 1860758"/>
                  <a:gd name="csX14" fmla="*/ 930379 w 1860758"/>
                  <a:gd name="csY14" fmla="*/ 0 h 18607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60758" h="1860758">
                    <a:moveTo>
                      <a:pt x="930379" y="40500"/>
                    </a:moveTo>
                    <a:cubicBezTo>
                      <a:pt x="1168074" y="40500"/>
                      <a:pt x="1391546" y="133063"/>
                      <a:pt x="1559621" y="301138"/>
                    </a:cubicBezTo>
                    <a:cubicBezTo>
                      <a:pt x="1727696" y="469213"/>
                      <a:pt x="1820259" y="692685"/>
                      <a:pt x="1820259" y="930380"/>
                    </a:cubicBezTo>
                    <a:cubicBezTo>
                      <a:pt x="1820259" y="1168074"/>
                      <a:pt x="1727696" y="1391546"/>
                      <a:pt x="1559621" y="1559621"/>
                    </a:cubicBezTo>
                    <a:cubicBezTo>
                      <a:pt x="1391546" y="1727696"/>
                      <a:pt x="1168074" y="1820259"/>
                      <a:pt x="930379" y="1820259"/>
                    </a:cubicBezTo>
                    <a:cubicBezTo>
                      <a:pt x="692685" y="1820259"/>
                      <a:pt x="469213" y="1727696"/>
                      <a:pt x="301138" y="1559621"/>
                    </a:cubicBezTo>
                    <a:cubicBezTo>
                      <a:pt x="133063" y="1391546"/>
                      <a:pt x="40500" y="1168074"/>
                      <a:pt x="40500" y="930380"/>
                    </a:cubicBezTo>
                    <a:cubicBezTo>
                      <a:pt x="40500" y="692685"/>
                      <a:pt x="133063" y="469213"/>
                      <a:pt x="301138" y="301138"/>
                    </a:cubicBezTo>
                    <a:cubicBezTo>
                      <a:pt x="469213" y="133069"/>
                      <a:pt x="692685" y="40500"/>
                      <a:pt x="930379" y="40500"/>
                    </a:cubicBezTo>
                    <a:moveTo>
                      <a:pt x="930379" y="0"/>
                    </a:moveTo>
                    <a:cubicBezTo>
                      <a:pt x="416543" y="0"/>
                      <a:pt x="0" y="416549"/>
                      <a:pt x="0" y="930380"/>
                    </a:cubicBezTo>
                    <a:cubicBezTo>
                      <a:pt x="0" y="1444210"/>
                      <a:pt x="416543" y="1860759"/>
                      <a:pt x="930379" y="1860759"/>
                    </a:cubicBezTo>
                    <a:cubicBezTo>
                      <a:pt x="1444217" y="1860759"/>
                      <a:pt x="1860759" y="1444210"/>
                      <a:pt x="1860759" y="930380"/>
                    </a:cubicBezTo>
                    <a:cubicBezTo>
                      <a:pt x="1860759" y="416549"/>
                      <a:pt x="1444217" y="0"/>
                      <a:pt x="930379" y="0"/>
                    </a:cubicBezTo>
                    <a:lnTo>
                      <a:pt x="930379" y="0"/>
                    </a:lnTo>
                    <a:close/>
                  </a:path>
                </a:pathLst>
              </a:custGeom>
              <a:solidFill>
                <a:srgbClr val="D1D1D1"/>
              </a:solidFill>
              <a:ln w="6747" cap="flat">
                <a:noFill/>
                <a:prstDash val="solid"/>
                <a:miter/>
              </a:ln>
            </p:spPr>
            <p:txBody>
              <a:bodyPr/>
              <a:lstStyle/>
              <a:p>
                <a:endParaRPr lang="zh-CN" altLang="en-US"/>
              </a:p>
            </p:txBody>
          </p:sp>
          <p:sp>
            <p:nvSpPr>
              <p:cNvPr id="16" name="任意多边形: 形状 15">
                <a:extLst>
                  <a:ext uri="{FF2B5EF4-FFF2-40B4-BE49-F238E27FC236}">
                    <a16:creationId xmlns:a16="http://schemas.microsoft.com/office/drawing/2014/main" id="{17781867-84A3-D491-1D30-B95A63BF412B}"/>
                  </a:ext>
                </a:extLst>
              </p:cNvPr>
              <p:cNvSpPr/>
              <p:nvPr/>
            </p:nvSpPr>
            <p:spPr>
              <a:xfrm>
                <a:off x="7758978" y="3132954"/>
                <a:ext cx="2260399" cy="2260399"/>
              </a:xfrm>
              <a:custGeom>
                <a:avLst/>
                <a:gdLst>
                  <a:gd name="csX0" fmla="*/ 1130200 w 2260399"/>
                  <a:gd name="csY0" fmla="*/ 0 h 2260399"/>
                  <a:gd name="csX1" fmla="*/ 0 w 2260399"/>
                  <a:gd name="csY1" fmla="*/ 1130200 h 2260399"/>
                  <a:gd name="csX2" fmla="*/ 1130200 w 2260399"/>
                  <a:gd name="csY2" fmla="*/ 2260400 h 2260399"/>
                  <a:gd name="csX3" fmla="*/ 2260400 w 2260399"/>
                  <a:gd name="csY3" fmla="*/ 1130200 h 2260399"/>
                  <a:gd name="csX4" fmla="*/ 1130200 w 2260399"/>
                  <a:gd name="csY4" fmla="*/ 0 h 2260399"/>
                  <a:gd name="csX5" fmla="*/ 1130200 w 2260399"/>
                  <a:gd name="csY5" fmla="*/ 2098940 h 2260399"/>
                  <a:gd name="csX6" fmla="*/ 161460 w 2260399"/>
                  <a:gd name="csY6" fmla="*/ 1130200 h 2260399"/>
                  <a:gd name="csX7" fmla="*/ 1130200 w 2260399"/>
                  <a:gd name="csY7" fmla="*/ 161460 h 2260399"/>
                  <a:gd name="csX8" fmla="*/ 2098940 w 2260399"/>
                  <a:gd name="csY8" fmla="*/ 1130200 h 2260399"/>
                  <a:gd name="csX9" fmla="*/ 1130200 w 2260399"/>
                  <a:gd name="csY9" fmla="*/ 2098940 h 2260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60399" h="2260399">
                    <a:moveTo>
                      <a:pt x="1130200" y="0"/>
                    </a:moveTo>
                    <a:cubicBezTo>
                      <a:pt x="506007" y="0"/>
                      <a:pt x="0" y="506007"/>
                      <a:pt x="0" y="1130200"/>
                    </a:cubicBezTo>
                    <a:cubicBezTo>
                      <a:pt x="0" y="1754393"/>
                      <a:pt x="506007" y="2260400"/>
                      <a:pt x="1130200" y="2260400"/>
                    </a:cubicBezTo>
                    <a:cubicBezTo>
                      <a:pt x="1754393" y="2260400"/>
                      <a:pt x="2260400" y="1754386"/>
                      <a:pt x="2260400" y="1130200"/>
                    </a:cubicBezTo>
                    <a:cubicBezTo>
                      <a:pt x="2260400" y="506014"/>
                      <a:pt x="1754393" y="0"/>
                      <a:pt x="1130200" y="0"/>
                    </a:cubicBezTo>
                    <a:close/>
                    <a:moveTo>
                      <a:pt x="1130200" y="2098940"/>
                    </a:moveTo>
                    <a:cubicBezTo>
                      <a:pt x="595182" y="2098940"/>
                      <a:pt x="161460" y="1665218"/>
                      <a:pt x="161460" y="1130200"/>
                    </a:cubicBezTo>
                    <a:cubicBezTo>
                      <a:pt x="161460" y="595181"/>
                      <a:pt x="595182" y="161460"/>
                      <a:pt x="1130200" y="161460"/>
                    </a:cubicBezTo>
                    <a:cubicBezTo>
                      <a:pt x="1665219" y="161460"/>
                      <a:pt x="2098940" y="595174"/>
                      <a:pt x="2098940" y="1130200"/>
                    </a:cubicBezTo>
                    <a:cubicBezTo>
                      <a:pt x="2098940" y="1665225"/>
                      <a:pt x="1665219" y="2098940"/>
                      <a:pt x="1130200" y="2098940"/>
                    </a:cubicBezTo>
                    <a:close/>
                  </a:path>
                </a:pathLst>
              </a:custGeom>
              <a:solidFill>
                <a:srgbClr val="505050"/>
              </a:solidFill>
              <a:ln w="6747" cap="flat">
                <a:noFill/>
                <a:prstDash val="solid"/>
                <a:miter/>
              </a:ln>
            </p:spPr>
            <p:txBody>
              <a:bodyPr/>
              <a:lstStyle/>
              <a:p>
                <a:endParaRPr lang="zh-CN" altLang="en-US"/>
              </a:p>
            </p:txBody>
          </p:sp>
          <p:sp>
            <p:nvSpPr>
              <p:cNvPr id="17" name="任意多边形: 形状 16">
                <a:extLst>
                  <a:ext uri="{FF2B5EF4-FFF2-40B4-BE49-F238E27FC236}">
                    <a16:creationId xmlns:a16="http://schemas.microsoft.com/office/drawing/2014/main" id="{85CBA2C1-3A37-E230-CB07-E270898F7465}"/>
                  </a:ext>
                </a:extLst>
              </p:cNvPr>
              <p:cNvSpPr/>
              <p:nvPr/>
            </p:nvSpPr>
            <p:spPr>
              <a:xfrm>
                <a:off x="7694921" y="3073219"/>
                <a:ext cx="1830761" cy="1359488"/>
              </a:xfrm>
              <a:custGeom>
                <a:avLst/>
                <a:gdLst>
                  <a:gd name="csX0" fmla="*/ 11239 w 1830761"/>
                  <a:gd name="csY0" fmla="*/ 1359488 h 1359488"/>
                  <a:gd name="csX1" fmla="*/ 182729 w 1830761"/>
                  <a:gd name="csY1" fmla="*/ 560801 h 1359488"/>
                  <a:gd name="csX2" fmla="*/ 928523 w 1830761"/>
                  <a:gd name="csY2" fmla="*/ 30642 h 1359488"/>
                  <a:gd name="csX3" fmla="*/ 1830762 w 1830761"/>
                  <a:gd name="csY3" fmla="*/ 183125 h 1359488"/>
                  <a:gd name="csX4" fmla="*/ 1816418 w 1830761"/>
                  <a:gd name="csY4" fmla="*/ 206001 h 1359488"/>
                  <a:gd name="csX5" fmla="*/ 934557 w 1830761"/>
                  <a:gd name="csY5" fmla="*/ 56961 h 1359488"/>
                  <a:gd name="csX6" fmla="*/ 205605 w 1830761"/>
                  <a:gd name="csY6" fmla="*/ 575145 h 1359488"/>
                  <a:gd name="csX7" fmla="*/ 37988 w 1830761"/>
                  <a:gd name="csY7" fmla="*/ 1355782 h 1359488"/>
                  <a:gd name="csX8" fmla="*/ 11239 w 1830761"/>
                  <a:gd name="csY8" fmla="*/ 1359488 h 1359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30761" h="1359488">
                    <a:moveTo>
                      <a:pt x="11239" y="1359488"/>
                    </a:moveTo>
                    <a:cubicBezTo>
                      <a:pt x="-27203" y="1082083"/>
                      <a:pt x="33703" y="798442"/>
                      <a:pt x="182729" y="560801"/>
                    </a:cubicBezTo>
                    <a:cubicBezTo>
                      <a:pt x="352390" y="290254"/>
                      <a:pt x="617253" y="101977"/>
                      <a:pt x="928523" y="30642"/>
                    </a:cubicBezTo>
                    <a:cubicBezTo>
                      <a:pt x="1239813" y="-40685"/>
                      <a:pt x="1560222" y="13464"/>
                      <a:pt x="1830762" y="183125"/>
                    </a:cubicBezTo>
                    <a:lnTo>
                      <a:pt x="1816418" y="206001"/>
                    </a:lnTo>
                    <a:cubicBezTo>
                      <a:pt x="1551980" y="40167"/>
                      <a:pt x="1238787" y="-12740"/>
                      <a:pt x="934557" y="56961"/>
                    </a:cubicBezTo>
                    <a:cubicBezTo>
                      <a:pt x="630315" y="126688"/>
                      <a:pt x="371432" y="310713"/>
                      <a:pt x="205605" y="575145"/>
                    </a:cubicBezTo>
                    <a:cubicBezTo>
                      <a:pt x="59940" y="807419"/>
                      <a:pt x="412" y="1084648"/>
                      <a:pt x="37988" y="1355782"/>
                    </a:cubicBezTo>
                    <a:lnTo>
                      <a:pt x="11239" y="1359488"/>
                    </a:lnTo>
                    <a:close/>
                  </a:path>
                </a:pathLst>
              </a:custGeom>
              <a:solidFill>
                <a:srgbClr val="D1D1D1"/>
              </a:solidFill>
              <a:ln w="6747" cap="flat">
                <a:noFill/>
                <a:prstDash val="solid"/>
                <a:miter/>
              </a:ln>
            </p:spPr>
            <p:txBody>
              <a:bodyPr/>
              <a:lstStyle/>
              <a:p>
                <a:endParaRPr lang="zh-CN" altLang="en-US"/>
              </a:p>
            </p:txBody>
          </p:sp>
        </p:grpSp>
        <p:grpSp>
          <p:nvGrpSpPr>
            <p:cNvPr id="18" name="图形 4" descr="一辆自行车">
              <a:extLst>
                <a:ext uri="{FF2B5EF4-FFF2-40B4-BE49-F238E27FC236}">
                  <a16:creationId xmlns:a16="http://schemas.microsoft.com/office/drawing/2014/main" id="{C90F0145-A4A6-7603-3903-87473BF8518E}"/>
                </a:ext>
              </a:extLst>
            </p:cNvPr>
            <p:cNvGrpSpPr/>
            <p:nvPr/>
          </p:nvGrpSpPr>
          <p:grpSpPr>
            <a:xfrm>
              <a:off x="4245482" y="2822926"/>
              <a:ext cx="2046140" cy="1440220"/>
              <a:chOff x="4245482" y="2822926"/>
              <a:chExt cx="2046140" cy="1440220"/>
            </a:xfrm>
          </p:grpSpPr>
          <p:sp>
            <p:nvSpPr>
              <p:cNvPr id="19" name="任意多边形: 形状 18">
                <a:extLst>
                  <a:ext uri="{FF2B5EF4-FFF2-40B4-BE49-F238E27FC236}">
                    <a16:creationId xmlns:a16="http://schemas.microsoft.com/office/drawing/2014/main" id="{2C29FD4A-763D-DC4A-0EFB-4BB7183636A8}"/>
                  </a:ext>
                </a:extLst>
              </p:cNvPr>
              <p:cNvSpPr/>
              <p:nvPr/>
            </p:nvSpPr>
            <p:spPr>
              <a:xfrm>
                <a:off x="4328331" y="2822926"/>
                <a:ext cx="1963291" cy="1440220"/>
              </a:xfrm>
              <a:custGeom>
                <a:avLst/>
                <a:gdLst>
                  <a:gd name="csX0" fmla="*/ 1195547 w 1963291"/>
                  <a:gd name="csY0" fmla="*/ 244674 h 1440220"/>
                  <a:gd name="csX1" fmla="*/ 683741 w 1963291"/>
                  <a:gd name="csY1" fmla="*/ 359917 h 1440220"/>
                  <a:gd name="csX2" fmla="*/ 527141 w 1963291"/>
                  <a:gd name="csY2" fmla="*/ 203317 h 1440220"/>
                  <a:gd name="csX3" fmla="*/ 1291444 w 1963291"/>
                  <a:gd name="csY3" fmla="*/ 203317 h 1440220"/>
                  <a:gd name="csX4" fmla="*/ 1638589 w 1963291"/>
                  <a:gd name="csY4" fmla="*/ 91854 h 1440220"/>
                  <a:gd name="csX5" fmla="*/ 1868083 w 1963291"/>
                  <a:gd name="csY5" fmla="*/ 321341 h 1440220"/>
                  <a:gd name="csX6" fmla="*/ 1875245 w 1963291"/>
                  <a:gd name="csY6" fmla="*/ 309413 h 1440220"/>
                  <a:gd name="csX7" fmla="*/ 1649626 w 1963291"/>
                  <a:gd name="csY7" fmla="*/ 83801 h 1440220"/>
                  <a:gd name="csX8" fmla="*/ 1713163 w 1963291"/>
                  <a:gd name="csY8" fmla="*/ 28634 h 1440220"/>
                  <a:gd name="csX9" fmla="*/ 1684530 w 1963291"/>
                  <a:gd name="csY9" fmla="*/ 0 h 1440220"/>
                  <a:gd name="csX10" fmla="*/ 1291451 w 1963291"/>
                  <a:gd name="csY10" fmla="*/ 162824 h 1440220"/>
                  <a:gd name="csX11" fmla="*/ 375847 w 1963291"/>
                  <a:gd name="csY11" fmla="*/ 162824 h 1440220"/>
                  <a:gd name="csX12" fmla="*/ 375847 w 1963291"/>
                  <a:gd name="csY12" fmla="*/ 203324 h 1440220"/>
                  <a:gd name="csX13" fmla="*/ 508052 w 1963291"/>
                  <a:gd name="csY13" fmla="*/ 203324 h 1440220"/>
                  <a:gd name="csX14" fmla="*/ 670869 w 1963291"/>
                  <a:gd name="csY14" fmla="*/ 366140 h 1440220"/>
                  <a:gd name="csX15" fmla="*/ 0 w 1963291"/>
                  <a:gd name="csY15" fmla="*/ 1440221 h 1440220"/>
                  <a:gd name="csX16" fmla="*/ 27000 w 1963291"/>
                  <a:gd name="csY16" fmla="*/ 1440221 h 1440220"/>
                  <a:gd name="csX17" fmla="*/ 691038 w 1963291"/>
                  <a:gd name="csY17" fmla="*/ 386309 h 1440220"/>
                  <a:gd name="csX18" fmla="*/ 1194392 w 1963291"/>
                  <a:gd name="csY18" fmla="*/ 889664 h 1440220"/>
                  <a:gd name="csX19" fmla="*/ 1195547 w 1963291"/>
                  <a:gd name="csY19" fmla="*/ 889184 h 1440220"/>
                  <a:gd name="csX20" fmla="*/ 1195547 w 1963291"/>
                  <a:gd name="csY20" fmla="*/ 871722 h 1440220"/>
                  <a:gd name="csX21" fmla="*/ 704045 w 1963291"/>
                  <a:gd name="csY21" fmla="*/ 380221 h 1440220"/>
                  <a:gd name="csX22" fmla="*/ 1195547 w 1963291"/>
                  <a:gd name="csY22" fmla="*/ 271667 h 1440220"/>
                  <a:gd name="csX23" fmla="*/ 1945944 w 1963291"/>
                  <a:gd name="csY23" fmla="*/ 544408 h 1440220"/>
                  <a:gd name="csX24" fmla="*/ 1963291 w 1963291"/>
                  <a:gd name="csY24" fmla="*/ 523719 h 1440220"/>
                  <a:gd name="csX25" fmla="*/ 1195547 w 1963291"/>
                  <a:gd name="csY25" fmla="*/ 244674 h 144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963291" h="1440220">
                    <a:moveTo>
                      <a:pt x="1195547" y="244674"/>
                    </a:moveTo>
                    <a:cubicBezTo>
                      <a:pt x="1012507" y="244674"/>
                      <a:pt x="838978" y="286072"/>
                      <a:pt x="683741" y="359917"/>
                    </a:cubicBezTo>
                    <a:lnTo>
                      <a:pt x="527141" y="203317"/>
                    </a:lnTo>
                    <a:lnTo>
                      <a:pt x="1291444" y="203317"/>
                    </a:lnTo>
                    <a:cubicBezTo>
                      <a:pt x="1417763" y="203317"/>
                      <a:pt x="1538015" y="164174"/>
                      <a:pt x="1638589" y="91854"/>
                    </a:cubicBezTo>
                    <a:lnTo>
                      <a:pt x="1868083" y="321341"/>
                    </a:lnTo>
                    <a:lnTo>
                      <a:pt x="1875245" y="309413"/>
                    </a:lnTo>
                    <a:lnTo>
                      <a:pt x="1649626" y="83801"/>
                    </a:lnTo>
                    <a:cubicBezTo>
                      <a:pt x="1671860" y="67028"/>
                      <a:pt x="1693123" y="48674"/>
                      <a:pt x="1713163" y="28634"/>
                    </a:cubicBezTo>
                    <a:lnTo>
                      <a:pt x="1684530" y="0"/>
                    </a:lnTo>
                    <a:cubicBezTo>
                      <a:pt x="1579534" y="105003"/>
                      <a:pt x="1439937" y="162824"/>
                      <a:pt x="1291451" y="162824"/>
                    </a:cubicBezTo>
                    <a:lnTo>
                      <a:pt x="375847" y="162824"/>
                    </a:lnTo>
                    <a:lnTo>
                      <a:pt x="375847" y="203324"/>
                    </a:lnTo>
                    <a:lnTo>
                      <a:pt x="508052" y="203324"/>
                    </a:lnTo>
                    <a:lnTo>
                      <a:pt x="670869" y="366140"/>
                    </a:lnTo>
                    <a:cubicBezTo>
                      <a:pt x="273942" y="560824"/>
                      <a:pt x="0" y="969104"/>
                      <a:pt x="0" y="1440221"/>
                    </a:cubicBezTo>
                    <a:lnTo>
                      <a:pt x="27000" y="1440221"/>
                    </a:lnTo>
                    <a:cubicBezTo>
                      <a:pt x="27000" y="976455"/>
                      <a:pt x="298579" y="574938"/>
                      <a:pt x="691038" y="386309"/>
                    </a:cubicBezTo>
                    <a:lnTo>
                      <a:pt x="1194392" y="889664"/>
                    </a:lnTo>
                    <a:cubicBezTo>
                      <a:pt x="1194818" y="890089"/>
                      <a:pt x="1195547" y="889785"/>
                      <a:pt x="1195547" y="889184"/>
                    </a:cubicBezTo>
                    <a:lnTo>
                      <a:pt x="1195547" y="871722"/>
                    </a:lnTo>
                    <a:lnTo>
                      <a:pt x="704045" y="380221"/>
                    </a:lnTo>
                    <a:cubicBezTo>
                      <a:pt x="853544" y="310622"/>
                      <a:pt x="1020067" y="271667"/>
                      <a:pt x="1195547" y="271667"/>
                    </a:cubicBezTo>
                    <a:cubicBezTo>
                      <a:pt x="1469718" y="271667"/>
                      <a:pt x="1736215" y="368530"/>
                      <a:pt x="1945944" y="544408"/>
                    </a:cubicBezTo>
                    <a:lnTo>
                      <a:pt x="1963291" y="523719"/>
                    </a:lnTo>
                    <a:cubicBezTo>
                      <a:pt x="1748709" y="343778"/>
                      <a:pt x="1476050" y="244674"/>
                      <a:pt x="1195547" y="244674"/>
                    </a:cubicBezTo>
                    <a:close/>
                  </a:path>
                </a:pathLst>
              </a:custGeom>
              <a:solidFill>
                <a:srgbClr val="D1D1D1"/>
              </a:solidFill>
              <a:ln w="6747" cap="flat">
                <a:noFill/>
                <a:prstDash val="solid"/>
                <a:miter/>
              </a:ln>
            </p:spPr>
            <p:txBody>
              <a:bodyPr/>
              <a:lstStyle/>
              <a:p>
                <a:endParaRPr lang="zh-CN" altLang="en-US"/>
              </a:p>
            </p:txBody>
          </p:sp>
          <p:sp>
            <p:nvSpPr>
              <p:cNvPr id="20" name="矩形 19">
                <a:extLst>
                  <a:ext uri="{FF2B5EF4-FFF2-40B4-BE49-F238E27FC236}">
                    <a16:creationId xmlns:a16="http://schemas.microsoft.com/office/drawing/2014/main" id="{88348B23-574F-C7D9-55C1-2A0D7FDE703D}"/>
                  </a:ext>
                </a:extLst>
              </p:cNvPr>
              <p:cNvSpPr/>
              <p:nvPr/>
            </p:nvSpPr>
            <p:spPr>
              <a:xfrm>
                <a:off x="4245482" y="4086276"/>
                <a:ext cx="67500" cy="175500"/>
              </a:xfrm>
              <a:prstGeom prst="rect">
                <a:avLst/>
              </a:prstGeom>
              <a:solidFill>
                <a:schemeClr val="accent2"/>
              </a:solidFill>
              <a:ln w="6747" cap="flat">
                <a:noFill/>
                <a:prstDash val="solid"/>
                <a:miter/>
              </a:ln>
            </p:spPr>
            <p:txBody>
              <a:bodyPr/>
              <a:lstStyle/>
              <a:p>
                <a:endParaRPr lang="zh-CN" altLang="en-US"/>
              </a:p>
            </p:txBody>
          </p:sp>
        </p:grpSp>
        <p:grpSp>
          <p:nvGrpSpPr>
            <p:cNvPr id="21" name="图形 4" descr="一辆自行车">
              <a:extLst>
                <a:ext uri="{FF2B5EF4-FFF2-40B4-BE49-F238E27FC236}">
                  <a16:creationId xmlns:a16="http://schemas.microsoft.com/office/drawing/2014/main" id="{1CCE1373-4146-9C01-A0BF-9C264BF696BC}"/>
                </a:ext>
              </a:extLst>
            </p:cNvPr>
            <p:cNvGrpSpPr/>
            <p:nvPr/>
          </p:nvGrpSpPr>
          <p:grpSpPr>
            <a:xfrm>
              <a:off x="5310463" y="2223000"/>
              <a:ext cx="3750934" cy="2311989"/>
              <a:chOff x="5310463" y="2223000"/>
              <a:chExt cx="3750934" cy="2311989"/>
            </a:xfrm>
          </p:grpSpPr>
          <p:sp>
            <p:nvSpPr>
              <p:cNvPr id="22" name="椭圆 21">
                <a:extLst>
                  <a:ext uri="{FF2B5EF4-FFF2-40B4-BE49-F238E27FC236}">
                    <a16:creationId xmlns:a16="http://schemas.microsoft.com/office/drawing/2014/main" id="{34CCE2A2-755C-9DBF-1CCC-BEAAFC564749}"/>
                  </a:ext>
                </a:extLst>
              </p:cNvPr>
              <p:cNvSpPr/>
              <p:nvPr/>
            </p:nvSpPr>
            <p:spPr>
              <a:xfrm>
                <a:off x="8716958" y="4090934"/>
                <a:ext cx="344439" cy="344439"/>
              </a:xfrm>
              <a:prstGeom prst="ellipse">
                <a:avLst/>
              </a:prstGeom>
              <a:solidFill>
                <a:schemeClr val="accent4"/>
              </a:solidFill>
              <a:ln w="6747" cap="flat">
                <a:noFill/>
                <a:prstDash val="solid"/>
                <a:miter/>
              </a:ln>
            </p:spPr>
            <p:txBody>
              <a:bodyPr/>
              <a:lstStyle/>
              <a:p>
                <a:endParaRPr lang="zh-CN" altLang="en-US"/>
              </a:p>
            </p:txBody>
          </p:sp>
          <p:sp>
            <p:nvSpPr>
              <p:cNvPr id="23" name="任意多边形: 形状 22">
                <a:extLst>
                  <a:ext uri="{FF2B5EF4-FFF2-40B4-BE49-F238E27FC236}">
                    <a16:creationId xmlns:a16="http://schemas.microsoft.com/office/drawing/2014/main" id="{9DBDCAAA-6433-B39B-26F7-FD12FF35DB25}"/>
                  </a:ext>
                </a:extLst>
              </p:cNvPr>
              <p:cNvSpPr/>
              <p:nvPr/>
            </p:nvSpPr>
            <p:spPr>
              <a:xfrm>
                <a:off x="6754477" y="3991324"/>
                <a:ext cx="541383" cy="543665"/>
              </a:xfrm>
              <a:custGeom>
                <a:avLst/>
                <a:gdLst>
                  <a:gd name="csX0" fmla="*/ 515524 w 541383"/>
                  <a:gd name="csY0" fmla="*/ 271829 h 543665"/>
                  <a:gd name="csX1" fmla="*/ 541384 w 541383"/>
                  <a:gd name="csY1" fmla="*/ 246753 h 543665"/>
                  <a:gd name="csX2" fmla="*/ 511400 w 541383"/>
                  <a:gd name="csY2" fmla="*/ 226807 h 543665"/>
                  <a:gd name="csX3" fmla="*/ 532217 w 541383"/>
                  <a:gd name="csY3" fmla="*/ 197417 h 543665"/>
                  <a:gd name="csX4" fmla="*/ 499061 w 541383"/>
                  <a:gd name="csY4" fmla="*/ 183357 h 543665"/>
                  <a:gd name="csX5" fmla="*/ 514073 w 541383"/>
                  <a:gd name="csY5" fmla="*/ 150620 h 543665"/>
                  <a:gd name="csX6" fmla="*/ 478892 w 541383"/>
                  <a:gd name="csY6" fmla="*/ 142925 h 543665"/>
                  <a:gd name="csX7" fmla="*/ 487627 w 541383"/>
                  <a:gd name="csY7" fmla="*/ 107986 h 543665"/>
                  <a:gd name="csX8" fmla="*/ 451629 w 541383"/>
                  <a:gd name="csY8" fmla="*/ 106879 h 543665"/>
                  <a:gd name="csX9" fmla="*/ 453823 w 541383"/>
                  <a:gd name="csY9" fmla="*/ 70936 h 543665"/>
                  <a:gd name="csX10" fmla="*/ 418230 w 541383"/>
                  <a:gd name="csY10" fmla="*/ 76424 h 543665"/>
                  <a:gd name="csX11" fmla="*/ 413816 w 541383"/>
                  <a:gd name="csY11" fmla="*/ 40682 h 543665"/>
                  <a:gd name="csX12" fmla="*/ 379836 w 541383"/>
                  <a:gd name="csY12" fmla="*/ 52603 h 543665"/>
                  <a:gd name="csX13" fmla="*/ 368921 w 541383"/>
                  <a:gd name="csY13" fmla="*/ 18286 h 543665"/>
                  <a:gd name="csX14" fmla="*/ 337723 w 541383"/>
                  <a:gd name="csY14" fmla="*/ 36281 h 543665"/>
                  <a:gd name="csX15" fmla="*/ 320645 w 541383"/>
                  <a:gd name="csY15" fmla="*/ 4577 h 543665"/>
                  <a:gd name="csX16" fmla="*/ 293308 w 541383"/>
                  <a:gd name="csY16" fmla="*/ 28026 h 543665"/>
                  <a:gd name="csX17" fmla="*/ 270695 w 541383"/>
                  <a:gd name="csY17" fmla="*/ 0 h 543665"/>
                  <a:gd name="csX18" fmla="*/ 248083 w 541383"/>
                  <a:gd name="csY18" fmla="*/ 28033 h 543665"/>
                  <a:gd name="csX19" fmla="*/ 220745 w 541383"/>
                  <a:gd name="csY19" fmla="*/ 4583 h 543665"/>
                  <a:gd name="csX20" fmla="*/ 203661 w 541383"/>
                  <a:gd name="csY20" fmla="*/ 36288 h 543665"/>
                  <a:gd name="csX21" fmla="*/ 172462 w 541383"/>
                  <a:gd name="csY21" fmla="*/ 18299 h 543665"/>
                  <a:gd name="csX22" fmla="*/ 161541 w 541383"/>
                  <a:gd name="csY22" fmla="*/ 52616 h 543665"/>
                  <a:gd name="csX23" fmla="*/ 127555 w 541383"/>
                  <a:gd name="csY23" fmla="*/ 40696 h 543665"/>
                  <a:gd name="csX24" fmla="*/ 123140 w 541383"/>
                  <a:gd name="csY24" fmla="*/ 76437 h 543665"/>
                  <a:gd name="csX25" fmla="*/ 87548 w 541383"/>
                  <a:gd name="csY25" fmla="*/ 70949 h 543665"/>
                  <a:gd name="csX26" fmla="*/ 89748 w 541383"/>
                  <a:gd name="csY26" fmla="*/ 106893 h 543665"/>
                  <a:gd name="csX27" fmla="*/ 53750 w 541383"/>
                  <a:gd name="csY27" fmla="*/ 108007 h 543665"/>
                  <a:gd name="csX28" fmla="*/ 62485 w 541383"/>
                  <a:gd name="csY28" fmla="*/ 142938 h 543665"/>
                  <a:gd name="csX29" fmla="*/ 27304 w 541383"/>
                  <a:gd name="csY29" fmla="*/ 150633 h 543665"/>
                  <a:gd name="csX30" fmla="*/ 42322 w 541383"/>
                  <a:gd name="csY30" fmla="*/ 183364 h 543665"/>
                  <a:gd name="csX31" fmla="*/ 9167 w 541383"/>
                  <a:gd name="csY31" fmla="*/ 197424 h 543665"/>
                  <a:gd name="csX32" fmla="*/ 29983 w 541383"/>
                  <a:gd name="csY32" fmla="*/ 226807 h 543665"/>
                  <a:gd name="csX33" fmla="*/ 0 w 541383"/>
                  <a:gd name="csY33" fmla="*/ 246753 h 543665"/>
                  <a:gd name="csX34" fmla="*/ 25859 w 541383"/>
                  <a:gd name="csY34" fmla="*/ 271829 h 543665"/>
                  <a:gd name="csX35" fmla="*/ 0 w 541383"/>
                  <a:gd name="csY35" fmla="*/ 296906 h 543665"/>
                  <a:gd name="csX36" fmla="*/ 29983 w 541383"/>
                  <a:gd name="csY36" fmla="*/ 316852 h 543665"/>
                  <a:gd name="csX37" fmla="*/ 9167 w 541383"/>
                  <a:gd name="csY37" fmla="*/ 346241 h 543665"/>
                  <a:gd name="csX38" fmla="*/ 42322 w 541383"/>
                  <a:gd name="csY38" fmla="*/ 360301 h 543665"/>
                  <a:gd name="csX39" fmla="*/ 27310 w 541383"/>
                  <a:gd name="csY39" fmla="*/ 393039 h 543665"/>
                  <a:gd name="csX40" fmla="*/ 62491 w 541383"/>
                  <a:gd name="csY40" fmla="*/ 400734 h 543665"/>
                  <a:gd name="csX41" fmla="*/ 53757 w 541383"/>
                  <a:gd name="csY41" fmla="*/ 435672 h 543665"/>
                  <a:gd name="csX42" fmla="*/ 89755 w 541383"/>
                  <a:gd name="csY42" fmla="*/ 436779 h 543665"/>
                  <a:gd name="csX43" fmla="*/ 87561 w 541383"/>
                  <a:gd name="csY43" fmla="*/ 472723 h 543665"/>
                  <a:gd name="csX44" fmla="*/ 123154 w 541383"/>
                  <a:gd name="csY44" fmla="*/ 467235 h 543665"/>
                  <a:gd name="csX45" fmla="*/ 127568 w 541383"/>
                  <a:gd name="csY45" fmla="*/ 502976 h 543665"/>
                  <a:gd name="csX46" fmla="*/ 161548 w 541383"/>
                  <a:gd name="csY46" fmla="*/ 491056 h 543665"/>
                  <a:gd name="csX47" fmla="*/ 172462 w 541383"/>
                  <a:gd name="csY47" fmla="*/ 525373 h 543665"/>
                  <a:gd name="csX48" fmla="*/ 203661 w 541383"/>
                  <a:gd name="csY48" fmla="*/ 507377 h 543665"/>
                  <a:gd name="csX49" fmla="*/ 220738 w 541383"/>
                  <a:gd name="csY49" fmla="*/ 539082 h 543665"/>
                  <a:gd name="csX50" fmla="*/ 248076 w 541383"/>
                  <a:gd name="csY50" fmla="*/ 515633 h 543665"/>
                  <a:gd name="csX51" fmla="*/ 270688 w 541383"/>
                  <a:gd name="csY51" fmla="*/ 543665 h 543665"/>
                  <a:gd name="csX52" fmla="*/ 293301 w 541383"/>
                  <a:gd name="csY52" fmla="*/ 515633 h 543665"/>
                  <a:gd name="csX53" fmla="*/ 320638 w 541383"/>
                  <a:gd name="csY53" fmla="*/ 539082 h 543665"/>
                  <a:gd name="csX54" fmla="*/ 337723 w 541383"/>
                  <a:gd name="csY54" fmla="*/ 507377 h 543665"/>
                  <a:gd name="csX55" fmla="*/ 368921 w 541383"/>
                  <a:gd name="csY55" fmla="*/ 525366 h 543665"/>
                  <a:gd name="csX56" fmla="*/ 379843 w 541383"/>
                  <a:gd name="csY56" fmla="*/ 491049 h 543665"/>
                  <a:gd name="csX57" fmla="*/ 413829 w 541383"/>
                  <a:gd name="csY57" fmla="*/ 502969 h 543665"/>
                  <a:gd name="csX58" fmla="*/ 418244 w 541383"/>
                  <a:gd name="csY58" fmla="*/ 467228 h 543665"/>
                  <a:gd name="csX59" fmla="*/ 453836 w 541383"/>
                  <a:gd name="csY59" fmla="*/ 472716 h 543665"/>
                  <a:gd name="csX60" fmla="*/ 451636 w 541383"/>
                  <a:gd name="csY60" fmla="*/ 436772 h 543665"/>
                  <a:gd name="csX61" fmla="*/ 487634 w 541383"/>
                  <a:gd name="csY61" fmla="*/ 435658 h 543665"/>
                  <a:gd name="csX62" fmla="*/ 478899 w 541383"/>
                  <a:gd name="csY62" fmla="*/ 400721 h 543665"/>
                  <a:gd name="csX63" fmla="*/ 514080 w 541383"/>
                  <a:gd name="csY63" fmla="*/ 393026 h 543665"/>
                  <a:gd name="csX64" fmla="*/ 499061 w 541383"/>
                  <a:gd name="csY64" fmla="*/ 360295 h 543665"/>
                  <a:gd name="csX65" fmla="*/ 532217 w 541383"/>
                  <a:gd name="csY65" fmla="*/ 346235 h 543665"/>
                  <a:gd name="csX66" fmla="*/ 511400 w 541383"/>
                  <a:gd name="csY66" fmla="*/ 316852 h 543665"/>
                  <a:gd name="csX67" fmla="*/ 541384 w 541383"/>
                  <a:gd name="csY67" fmla="*/ 296906 h 543665"/>
                  <a:gd name="csX68" fmla="*/ 515524 w 541383"/>
                  <a:gd name="csY68" fmla="*/ 271829 h 543665"/>
                  <a:gd name="csX69" fmla="*/ 271701 w 541383"/>
                  <a:gd name="csY69" fmla="*/ 432176 h 543665"/>
                  <a:gd name="csX70" fmla="*/ 109701 w 541383"/>
                  <a:gd name="csY70" fmla="*/ 270176 h 543665"/>
                  <a:gd name="csX71" fmla="*/ 271701 w 541383"/>
                  <a:gd name="csY71" fmla="*/ 108176 h 543665"/>
                  <a:gd name="csX72" fmla="*/ 433701 w 541383"/>
                  <a:gd name="csY72" fmla="*/ 270176 h 543665"/>
                  <a:gd name="csX73" fmla="*/ 271701 w 541383"/>
                  <a:gd name="csY73" fmla="*/ 432176 h 54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541383" h="543665">
                    <a:moveTo>
                      <a:pt x="515524" y="271829"/>
                    </a:moveTo>
                    <a:lnTo>
                      <a:pt x="541384" y="246753"/>
                    </a:lnTo>
                    <a:lnTo>
                      <a:pt x="511400" y="226807"/>
                    </a:lnTo>
                    <a:lnTo>
                      <a:pt x="532217" y="197417"/>
                    </a:lnTo>
                    <a:lnTo>
                      <a:pt x="499061" y="183357"/>
                    </a:lnTo>
                    <a:lnTo>
                      <a:pt x="514073" y="150620"/>
                    </a:lnTo>
                    <a:lnTo>
                      <a:pt x="478892" y="142925"/>
                    </a:lnTo>
                    <a:lnTo>
                      <a:pt x="487627" y="107986"/>
                    </a:lnTo>
                    <a:lnTo>
                      <a:pt x="451629" y="106879"/>
                    </a:lnTo>
                    <a:lnTo>
                      <a:pt x="453823" y="70936"/>
                    </a:lnTo>
                    <a:lnTo>
                      <a:pt x="418230" y="76424"/>
                    </a:lnTo>
                    <a:lnTo>
                      <a:pt x="413816" y="40682"/>
                    </a:lnTo>
                    <a:lnTo>
                      <a:pt x="379836" y="52603"/>
                    </a:lnTo>
                    <a:lnTo>
                      <a:pt x="368921" y="18286"/>
                    </a:lnTo>
                    <a:lnTo>
                      <a:pt x="337723" y="36281"/>
                    </a:lnTo>
                    <a:lnTo>
                      <a:pt x="320645" y="4577"/>
                    </a:lnTo>
                    <a:lnTo>
                      <a:pt x="293308" y="28026"/>
                    </a:lnTo>
                    <a:lnTo>
                      <a:pt x="270695" y="0"/>
                    </a:lnTo>
                    <a:lnTo>
                      <a:pt x="248083" y="28033"/>
                    </a:lnTo>
                    <a:lnTo>
                      <a:pt x="220745" y="4583"/>
                    </a:lnTo>
                    <a:lnTo>
                      <a:pt x="203661" y="36288"/>
                    </a:lnTo>
                    <a:lnTo>
                      <a:pt x="172462" y="18299"/>
                    </a:lnTo>
                    <a:lnTo>
                      <a:pt x="161541" y="52616"/>
                    </a:lnTo>
                    <a:lnTo>
                      <a:pt x="127555" y="40696"/>
                    </a:lnTo>
                    <a:lnTo>
                      <a:pt x="123140" y="76437"/>
                    </a:lnTo>
                    <a:lnTo>
                      <a:pt x="87548" y="70949"/>
                    </a:lnTo>
                    <a:lnTo>
                      <a:pt x="89748" y="106893"/>
                    </a:lnTo>
                    <a:lnTo>
                      <a:pt x="53750" y="108007"/>
                    </a:lnTo>
                    <a:lnTo>
                      <a:pt x="62485" y="142938"/>
                    </a:lnTo>
                    <a:lnTo>
                      <a:pt x="27304" y="150633"/>
                    </a:lnTo>
                    <a:lnTo>
                      <a:pt x="42322" y="183364"/>
                    </a:lnTo>
                    <a:lnTo>
                      <a:pt x="9167" y="197424"/>
                    </a:lnTo>
                    <a:lnTo>
                      <a:pt x="29983" y="226807"/>
                    </a:lnTo>
                    <a:lnTo>
                      <a:pt x="0" y="246753"/>
                    </a:lnTo>
                    <a:lnTo>
                      <a:pt x="25859" y="271829"/>
                    </a:lnTo>
                    <a:lnTo>
                      <a:pt x="0" y="296906"/>
                    </a:lnTo>
                    <a:lnTo>
                      <a:pt x="29983" y="316852"/>
                    </a:lnTo>
                    <a:lnTo>
                      <a:pt x="9167" y="346241"/>
                    </a:lnTo>
                    <a:lnTo>
                      <a:pt x="42322" y="360301"/>
                    </a:lnTo>
                    <a:lnTo>
                      <a:pt x="27310" y="393039"/>
                    </a:lnTo>
                    <a:lnTo>
                      <a:pt x="62491" y="400734"/>
                    </a:lnTo>
                    <a:lnTo>
                      <a:pt x="53757" y="435672"/>
                    </a:lnTo>
                    <a:lnTo>
                      <a:pt x="89755" y="436779"/>
                    </a:lnTo>
                    <a:lnTo>
                      <a:pt x="87561" y="472723"/>
                    </a:lnTo>
                    <a:lnTo>
                      <a:pt x="123154" y="467235"/>
                    </a:lnTo>
                    <a:lnTo>
                      <a:pt x="127568" y="502976"/>
                    </a:lnTo>
                    <a:lnTo>
                      <a:pt x="161548" y="491056"/>
                    </a:lnTo>
                    <a:lnTo>
                      <a:pt x="172462" y="525373"/>
                    </a:lnTo>
                    <a:lnTo>
                      <a:pt x="203661" y="507377"/>
                    </a:lnTo>
                    <a:lnTo>
                      <a:pt x="220738" y="539082"/>
                    </a:lnTo>
                    <a:lnTo>
                      <a:pt x="248076" y="515633"/>
                    </a:lnTo>
                    <a:lnTo>
                      <a:pt x="270688" y="543665"/>
                    </a:lnTo>
                    <a:lnTo>
                      <a:pt x="293301" y="515633"/>
                    </a:lnTo>
                    <a:lnTo>
                      <a:pt x="320638" y="539082"/>
                    </a:lnTo>
                    <a:lnTo>
                      <a:pt x="337723" y="507377"/>
                    </a:lnTo>
                    <a:lnTo>
                      <a:pt x="368921" y="525366"/>
                    </a:lnTo>
                    <a:lnTo>
                      <a:pt x="379843" y="491049"/>
                    </a:lnTo>
                    <a:lnTo>
                      <a:pt x="413829" y="502969"/>
                    </a:lnTo>
                    <a:lnTo>
                      <a:pt x="418244" y="467228"/>
                    </a:lnTo>
                    <a:lnTo>
                      <a:pt x="453836" y="472716"/>
                    </a:lnTo>
                    <a:lnTo>
                      <a:pt x="451636" y="436772"/>
                    </a:lnTo>
                    <a:lnTo>
                      <a:pt x="487634" y="435658"/>
                    </a:lnTo>
                    <a:lnTo>
                      <a:pt x="478899" y="400721"/>
                    </a:lnTo>
                    <a:lnTo>
                      <a:pt x="514080" y="393026"/>
                    </a:lnTo>
                    <a:lnTo>
                      <a:pt x="499061" y="360295"/>
                    </a:lnTo>
                    <a:lnTo>
                      <a:pt x="532217" y="346235"/>
                    </a:lnTo>
                    <a:lnTo>
                      <a:pt x="511400" y="316852"/>
                    </a:lnTo>
                    <a:lnTo>
                      <a:pt x="541384" y="296906"/>
                    </a:lnTo>
                    <a:lnTo>
                      <a:pt x="515524" y="271829"/>
                    </a:lnTo>
                    <a:close/>
                    <a:moveTo>
                      <a:pt x="271701" y="432176"/>
                    </a:moveTo>
                    <a:cubicBezTo>
                      <a:pt x="182230" y="432176"/>
                      <a:pt x="109701" y="359647"/>
                      <a:pt x="109701" y="270176"/>
                    </a:cubicBezTo>
                    <a:cubicBezTo>
                      <a:pt x="109701" y="180704"/>
                      <a:pt x="182230" y="108176"/>
                      <a:pt x="271701" y="108176"/>
                    </a:cubicBezTo>
                    <a:cubicBezTo>
                      <a:pt x="361172" y="108176"/>
                      <a:pt x="433701" y="180704"/>
                      <a:pt x="433701" y="270176"/>
                    </a:cubicBezTo>
                    <a:cubicBezTo>
                      <a:pt x="433701" y="359647"/>
                      <a:pt x="361172" y="432176"/>
                      <a:pt x="271701" y="432176"/>
                    </a:cubicBezTo>
                    <a:close/>
                  </a:path>
                </a:pathLst>
              </a:custGeom>
              <a:solidFill>
                <a:srgbClr val="D1D1D1"/>
              </a:solidFill>
              <a:ln w="6747" cap="flat">
                <a:noFill/>
                <a:prstDash val="solid"/>
                <a:miter/>
              </a:ln>
            </p:spPr>
            <p:txBody>
              <a:bodyPr/>
              <a:lstStyle/>
              <a:p>
                <a:endParaRPr lang="zh-CN" altLang="en-US"/>
              </a:p>
            </p:txBody>
          </p:sp>
          <p:sp>
            <p:nvSpPr>
              <p:cNvPr id="24" name="任意多边形: 形状 23">
                <a:extLst>
                  <a:ext uri="{FF2B5EF4-FFF2-40B4-BE49-F238E27FC236}">
                    <a16:creationId xmlns:a16="http://schemas.microsoft.com/office/drawing/2014/main" id="{9732EEE1-6729-086A-D393-5B869A3334F1}"/>
                  </a:ext>
                </a:extLst>
              </p:cNvPr>
              <p:cNvSpPr/>
              <p:nvPr/>
            </p:nvSpPr>
            <p:spPr>
              <a:xfrm>
                <a:off x="5310463" y="3959329"/>
                <a:ext cx="2018540" cy="303817"/>
              </a:xfrm>
              <a:custGeom>
                <a:avLst/>
                <a:gdLst>
                  <a:gd name="csX0" fmla="*/ 1714304 w 2018540"/>
                  <a:gd name="csY0" fmla="*/ 0 h 303817"/>
                  <a:gd name="csX1" fmla="*/ 212753 w 2018540"/>
                  <a:gd name="csY1" fmla="*/ 90200 h 303817"/>
                  <a:gd name="csX2" fmla="*/ 207947 w 2018540"/>
                  <a:gd name="csY2" fmla="*/ 90491 h 303817"/>
                  <a:gd name="csX3" fmla="*/ 0 w 2018540"/>
                  <a:gd name="csY3" fmla="*/ 303818 h 303817"/>
                  <a:gd name="csX4" fmla="*/ 13500 w 2018540"/>
                  <a:gd name="csY4" fmla="*/ 303818 h 303817"/>
                  <a:gd name="csX5" fmla="*/ 207144 w 2018540"/>
                  <a:gd name="csY5" fmla="*/ 104004 h 303817"/>
                  <a:gd name="csX6" fmla="*/ 213563 w 2018540"/>
                  <a:gd name="csY6" fmla="*/ 103673 h 303817"/>
                  <a:gd name="csX7" fmla="*/ 1714709 w 2018540"/>
                  <a:gd name="csY7" fmla="*/ 13486 h 303817"/>
                  <a:gd name="csX8" fmla="*/ 2005040 w 2018540"/>
                  <a:gd name="csY8" fmla="*/ 303818 h 303817"/>
                  <a:gd name="csX9" fmla="*/ 2018540 w 2018540"/>
                  <a:gd name="csY9" fmla="*/ 303818 h 303817"/>
                  <a:gd name="csX10" fmla="*/ 1714304 w 2018540"/>
                  <a:gd name="csY10" fmla="*/ 0 h 303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018540" h="303817">
                    <a:moveTo>
                      <a:pt x="1714304" y="0"/>
                    </a:moveTo>
                    <a:lnTo>
                      <a:pt x="212753" y="90200"/>
                    </a:lnTo>
                    <a:cubicBezTo>
                      <a:pt x="212753" y="90200"/>
                      <a:pt x="209554" y="90450"/>
                      <a:pt x="207947" y="90491"/>
                    </a:cubicBezTo>
                    <a:cubicBezTo>
                      <a:pt x="92792" y="93400"/>
                      <a:pt x="0" y="187967"/>
                      <a:pt x="0" y="303818"/>
                    </a:cubicBezTo>
                    <a:lnTo>
                      <a:pt x="13500" y="303818"/>
                    </a:lnTo>
                    <a:cubicBezTo>
                      <a:pt x="13500" y="195689"/>
                      <a:pt x="99799" y="107332"/>
                      <a:pt x="207144" y="104004"/>
                    </a:cubicBezTo>
                    <a:cubicBezTo>
                      <a:pt x="209230" y="103937"/>
                      <a:pt x="213563" y="103673"/>
                      <a:pt x="213563" y="103673"/>
                    </a:cubicBezTo>
                    <a:lnTo>
                      <a:pt x="1714709" y="13486"/>
                    </a:lnTo>
                    <a:cubicBezTo>
                      <a:pt x="1874799" y="13486"/>
                      <a:pt x="2005040" y="143728"/>
                      <a:pt x="2005040" y="303818"/>
                    </a:cubicBezTo>
                    <a:lnTo>
                      <a:pt x="2018540" y="303818"/>
                    </a:lnTo>
                    <a:cubicBezTo>
                      <a:pt x="2018540" y="136289"/>
                      <a:pt x="1882238" y="-14"/>
                      <a:pt x="1714304" y="0"/>
                    </a:cubicBezTo>
                    <a:close/>
                  </a:path>
                </a:pathLst>
              </a:custGeom>
              <a:solidFill>
                <a:srgbClr val="737373"/>
              </a:solidFill>
              <a:ln w="6747" cap="flat">
                <a:noFill/>
                <a:prstDash val="solid"/>
                <a:miter/>
              </a:ln>
            </p:spPr>
            <p:txBody>
              <a:bodyPr/>
              <a:lstStyle/>
              <a:p>
                <a:endParaRPr lang="zh-CN" altLang="en-US"/>
              </a:p>
            </p:txBody>
          </p:sp>
          <p:sp>
            <p:nvSpPr>
              <p:cNvPr id="25" name="任意多边形: 形状 24">
                <a:extLst>
                  <a:ext uri="{FF2B5EF4-FFF2-40B4-BE49-F238E27FC236}">
                    <a16:creationId xmlns:a16="http://schemas.microsoft.com/office/drawing/2014/main" id="{45E314F9-8D4D-C53E-A0BB-05A6E0D100F0}"/>
                  </a:ext>
                </a:extLst>
              </p:cNvPr>
              <p:cNvSpPr/>
              <p:nvPr/>
            </p:nvSpPr>
            <p:spPr>
              <a:xfrm>
                <a:off x="5351658" y="2813251"/>
                <a:ext cx="3052728" cy="1622121"/>
              </a:xfrm>
              <a:custGeom>
                <a:avLst/>
                <a:gdLst>
                  <a:gd name="csX0" fmla="*/ 2958235 w 3052728"/>
                  <a:gd name="csY0" fmla="*/ 5909 h 1622121"/>
                  <a:gd name="csX1" fmla="*/ 2919017 w 3052728"/>
                  <a:gd name="csY1" fmla="*/ 2169 h 1622121"/>
                  <a:gd name="csX2" fmla="*/ 2894535 w 3052728"/>
                  <a:gd name="csY2" fmla="*/ 28258 h 1622121"/>
                  <a:gd name="csX3" fmla="*/ 2905659 w 3052728"/>
                  <a:gd name="csY3" fmla="*/ 61549 h 1622121"/>
                  <a:gd name="csX4" fmla="*/ 1014019 w 3052728"/>
                  <a:gd name="csY4" fmla="*/ 61549 h 1622121"/>
                  <a:gd name="csX5" fmla="*/ 990779 w 3052728"/>
                  <a:gd name="csY5" fmla="*/ 15527 h 1622121"/>
                  <a:gd name="csX6" fmla="*/ 952688 w 3052728"/>
                  <a:gd name="csY6" fmla="*/ 14710 h 1622121"/>
                  <a:gd name="csX7" fmla="*/ 930521 w 3052728"/>
                  <a:gd name="csY7" fmla="*/ 45956 h 1622121"/>
                  <a:gd name="csX8" fmla="*/ 957515 w 3052728"/>
                  <a:gd name="csY8" fmla="*/ 99403 h 1622121"/>
                  <a:gd name="csX9" fmla="*/ 241677 w 3052728"/>
                  <a:gd name="csY9" fmla="*/ 1292310 h 1622121"/>
                  <a:gd name="csX10" fmla="*/ 172220 w 3052728"/>
                  <a:gd name="csY10" fmla="*/ 1277683 h 1622121"/>
                  <a:gd name="csX11" fmla="*/ 0 w 3052728"/>
                  <a:gd name="csY11" fmla="*/ 1449902 h 1622121"/>
                  <a:gd name="csX12" fmla="*/ 172220 w 3052728"/>
                  <a:gd name="csY12" fmla="*/ 1622122 h 1622121"/>
                  <a:gd name="csX13" fmla="*/ 343049 w 3052728"/>
                  <a:gd name="csY13" fmla="*/ 1471482 h 1622121"/>
                  <a:gd name="csX14" fmla="*/ 1376764 w 3052728"/>
                  <a:gd name="csY14" fmla="*/ 1471482 h 1622121"/>
                  <a:gd name="csX15" fmla="*/ 1376764 w 3052728"/>
                  <a:gd name="csY15" fmla="*/ 1428424 h 1622121"/>
                  <a:gd name="csX16" fmla="*/ 343062 w 3052728"/>
                  <a:gd name="csY16" fmla="*/ 1428424 h 1622121"/>
                  <a:gd name="csX17" fmla="*/ 278579 w 3052728"/>
                  <a:gd name="csY17" fmla="*/ 1314497 h 1622121"/>
                  <a:gd name="csX18" fmla="*/ 980465 w 3052728"/>
                  <a:gd name="csY18" fmla="*/ 144844 h 1622121"/>
                  <a:gd name="csX19" fmla="*/ 1665428 w 3052728"/>
                  <a:gd name="csY19" fmla="*/ 1501114 h 1622121"/>
                  <a:gd name="csX20" fmla="*/ 1676180 w 3052728"/>
                  <a:gd name="csY20" fmla="*/ 1502890 h 1622121"/>
                  <a:gd name="csX21" fmla="*/ 2964357 w 3052728"/>
                  <a:gd name="csY21" fmla="*/ 237197 h 1622121"/>
                  <a:gd name="csX22" fmla="*/ 2988711 w 3052728"/>
                  <a:gd name="csY22" fmla="*/ 310070 h 1622121"/>
                  <a:gd name="csX23" fmla="*/ 3026457 w 3052728"/>
                  <a:gd name="csY23" fmla="*/ 315146 h 1622121"/>
                  <a:gd name="csX24" fmla="*/ 3052728 w 3052728"/>
                  <a:gd name="csY24" fmla="*/ 288673 h 1622121"/>
                  <a:gd name="csX25" fmla="*/ 2958235 w 3052728"/>
                  <a:gd name="csY25" fmla="*/ 5909 h 1622121"/>
                  <a:gd name="csX26" fmla="*/ 1694783 w 3052728"/>
                  <a:gd name="csY26" fmla="*/ 1389989 h 1622121"/>
                  <a:gd name="csX27" fmla="*/ 1684031 w 3052728"/>
                  <a:gd name="csY27" fmla="*/ 1388214 h 1622121"/>
                  <a:gd name="csX28" fmla="*/ 1054931 w 3052728"/>
                  <a:gd name="csY28" fmla="*/ 142555 h 1622121"/>
                  <a:gd name="csX29" fmla="*/ 2932734 w 3052728"/>
                  <a:gd name="csY29" fmla="*/ 142555 h 1622121"/>
                  <a:gd name="csX30" fmla="*/ 2940557 w 3052728"/>
                  <a:gd name="csY30" fmla="*/ 165965 h 1622121"/>
                  <a:gd name="csX31" fmla="*/ 1694783 w 3052728"/>
                  <a:gd name="csY31" fmla="*/ 1389989 h 1622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052728" h="1622121">
                    <a:moveTo>
                      <a:pt x="2958235" y="5909"/>
                    </a:moveTo>
                    <a:cubicBezTo>
                      <a:pt x="2958235" y="5909"/>
                      <a:pt x="2938592" y="-4352"/>
                      <a:pt x="2919017" y="2169"/>
                    </a:cubicBezTo>
                    <a:cubicBezTo>
                      <a:pt x="2899443" y="8696"/>
                      <a:pt x="2894535" y="28258"/>
                      <a:pt x="2894535" y="28258"/>
                    </a:cubicBezTo>
                    <a:lnTo>
                      <a:pt x="2905659" y="61549"/>
                    </a:lnTo>
                    <a:lnTo>
                      <a:pt x="1014019" y="61549"/>
                    </a:lnTo>
                    <a:lnTo>
                      <a:pt x="990779" y="15527"/>
                    </a:lnTo>
                    <a:cubicBezTo>
                      <a:pt x="990779" y="15527"/>
                      <a:pt x="972432" y="5260"/>
                      <a:pt x="952688" y="14710"/>
                    </a:cubicBezTo>
                    <a:cubicBezTo>
                      <a:pt x="932945" y="24160"/>
                      <a:pt x="930521" y="45956"/>
                      <a:pt x="930521" y="45956"/>
                    </a:cubicBezTo>
                    <a:lnTo>
                      <a:pt x="957515" y="99403"/>
                    </a:lnTo>
                    <a:lnTo>
                      <a:pt x="241677" y="1292310"/>
                    </a:lnTo>
                    <a:cubicBezTo>
                      <a:pt x="220428" y="1282928"/>
                      <a:pt x="196938" y="1277683"/>
                      <a:pt x="172220" y="1277683"/>
                    </a:cubicBezTo>
                    <a:cubicBezTo>
                      <a:pt x="77105" y="1277683"/>
                      <a:pt x="0" y="1354788"/>
                      <a:pt x="0" y="1449902"/>
                    </a:cubicBezTo>
                    <a:cubicBezTo>
                      <a:pt x="0" y="1545017"/>
                      <a:pt x="77105" y="1622122"/>
                      <a:pt x="172220" y="1622122"/>
                    </a:cubicBezTo>
                    <a:cubicBezTo>
                      <a:pt x="260024" y="1622122"/>
                      <a:pt x="332424" y="1556404"/>
                      <a:pt x="343049" y="1471482"/>
                    </a:cubicBezTo>
                    <a:lnTo>
                      <a:pt x="1376764" y="1471482"/>
                    </a:lnTo>
                    <a:lnTo>
                      <a:pt x="1376764" y="1428424"/>
                    </a:lnTo>
                    <a:lnTo>
                      <a:pt x="343062" y="1428424"/>
                    </a:lnTo>
                    <a:cubicBezTo>
                      <a:pt x="337318" y="1382301"/>
                      <a:pt x="313355" y="1341855"/>
                      <a:pt x="278579" y="1314497"/>
                    </a:cubicBezTo>
                    <a:lnTo>
                      <a:pt x="980465" y="144844"/>
                    </a:lnTo>
                    <a:lnTo>
                      <a:pt x="1665428" y="1501114"/>
                    </a:lnTo>
                    <a:cubicBezTo>
                      <a:pt x="1667486" y="1505191"/>
                      <a:pt x="1672920" y="1506089"/>
                      <a:pt x="1676180" y="1502890"/>
                    </a:cubicBezTo>
                    <a:lnTo>
                      <a:pt x="2964357" y="237197"/>
                    </a:lnTo>
                    <a:lnTo>
                      <a:pt x="2988711" y="310070"/>
                    </a:lnTo>
                    <a:cubicBezTo>
                      <a:pt x="2988711" y="310070"/>
                      <a:pt x="3004459" y="322632"/>
                      <a:pt x="3026457" y="315146"/>
                    </a:cubicBezTo>
                    <a:cubicBezTo>
                      <a:pt x="3048280" y="307721"/>
                      <a:pt x="3052728" y="288673"/>
                      <a:pt x="3052728" y="288673"/>
                    </a:cubicBezTo>
                    <a:lnTo>
                      <a:pt x="2958235" y="5909"/>
                    </a:lnTo>
                    <a:close/>
                    <a:moveTo>
                      <a:pt x="1694783" y="1389989"/>
                    </a:moveTo>
                    <a:cubicBezTo>
                      <a:pt x="1691523" y="1393196"/>
                      <a:pt x="1686089" y="1392298"/>
                      <a:pt x="1684031" y="1388214"/>
                    </a:cubicBezTo>
                    <a:lnTo>
                      <a:pt x="1054931" y="142555"/>
                    </a:lnTo>
                    <a:lnTo>
                      <a:pt x="2932734" y="142555"/>
                    </a:lnTo>
                    <a:lnTo>
                      <a:pt x="2940557" y="165965"/>
                    </a:lnTo>
                    <a:lnTo>
                      <a:pt x="1694783" y="1389989"/>
                    </a:lnTo>
                    <a:close/>
                  </a:path>
                </a:pathLst>
              </a:custGeom>
              <a:solidFill>
                <a:schemeClr val="accent4"/>
              </a:solidFill>
              <a:ln w="6747" cap="flat">
                <a:noFill/>
                <a:prstDash val="solid"/>
                <a:miter/>
              </a:ln>
            </p:spPr>
            <p:txBody>
              <a:bodyPr/>
              <a:lstStyle/>
              <a:p>
                <a:endParaRPr lang="zh-CN" altLang="en-US"/>
              </a:p>
            </p:txBody>
          </p:sp>
          <p:sp>
            <p:nvSpPr>
              <p:cNvPr id="26" name="任意多边形: 形状 25">
                <a:extLst>
                  <a:ext uri="{FF2B5EF4-FFF2-40B4-BE49-F238E27FC236}">
                    <a16:creationId xmlns:a16="http://schemas.microsoft.com/office/drawing/2014/main" id="{E035E17A-AEA1-DBC2-E34E-816B404ADE8E}"/>
                  </a:ext>
                </a:extLst>
              </p:cNvPr>
              <p:cNvSpPr/>
              <p:nvPr/>
            </p:nvSpPr>
            <p:spPr>
              <a:xfrm>
                <a:off x="8340355" y="3101964"/>
                <a:ext cx="570833" cy="1181276"/>
              </a:xfrm>
              <a:custGeom>
                <a:avLst/>
                <a:gdLst>
                  <a:gd name="csX0" fmla="*/ 519210 w 570833"/>
                  <a:gd name="csY0" fmla="*/ 1181277 h 1181276"/>
                  <a:gd name="csX1" fmla="*/ 393161 w 570833"/>
                  <a:gd name="csY1" fmla="*/ 1031596 h 1181276"/>
                  <a:gd name="csX2" fmla="*/ 252903 w 570833"/>
                  <a:gd name="csY2" fmla="*/ 781191 h 1181276"/>
                  <a:gd name="csX3" fmla="*/ 0 w 570833"/>
                  <a:gd name="csY3" fmla="*/ 21316 h 1181276"/>
                  <a:gd name="csX4" fmla="*/ 64044 w 570833"/>
                  <a:gd name="csY4" fmla="*/ 0 h 1181276"/>
                  <a:gd name="csX5" fmla="*/ 316946 w 570833"/>
                  <a:gd name="csY5" fmla="*/ 759874 h 1181276"/>
                  <a:gd name="csX6" fmla="*/ 444785 w 570833"/>
                  <a:gd name="csY6" fmla="*/ 988112 h 1181276"/>
                  <a:gd name="csX7" fmla="*/ 570834 w 570833"/>
                  <a:gd name="csY7" fmla="*/ 1137793 h 1181276"/>
                  <a:gd name="csX8" fmla="*/ 519210 w 570833"/>
                  <a:gd name="csY8" fmla="*/ 1181277 h 11812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0833" h="1181276">
                    <a:moveTo>
                      <a:pt x="519210" y="1181277"/>
                    </a:moveTo>
                    <a:lnTo>
                      <a:pt x="393161" y="1031596"/>
                    </a:lnTo>
                    <a:cubicBezTo>
                      <a:pt x="330710" y="957434"/>
                      <a:pt x="283520" y="873180"/>
                      <a:pt x="252903" y="781191"/>
                    </a:cubicBezTo>
                    <a:lnTo>
                      <a:pt x="0" y="21316"/>
                    </a:lnTo>
                    <a:lnTo>
                      <a:pt x="64044" y="0"/>
                    </a:lnTo>
                    <a:lnTo>
                      <a:pt x="316946" y="759874"/>
                    </a:lnTo>
                    <a:cubicBezTo>
                      <a:pt x="344858" y="843723"/>
                      <a:pt x="387869" y="920518"/>
                      <a:pt x="444785" y="988112"/>
                    </a:cubicBezTo>
                    <a:lnTo>
                      <a:pt x="570834" y="1137793"/>
                    </a:lnTo>
                    <a:lnTo>
                      <a:pt x="519210" y="1181277"/>
                    </a:lnTo>
                    <a:close/>
                  </a:path>
                </a:pathLst>
              </a:custGeom>
              <a:solidFill>
                <a:srgbClr val="737373"/>
              </a:solidFill>
              <a:ln w="6747" cap="flat">
                <a:noFill/>
                <a:prstDash val="solid"/>
                <a:miter/>
              </a:ln>
            </p:spPr>
            <p:txBody>
              <a:bodyPr/>
              <a:lstStyle/>
              <a:p>
                <a:endParaRPr lang="zh-CN" altLang="en-US"/>
              </a:p>
            </p:txBody>
          </p:sp>
          <p:grpSp>
            <p:nvGrpSpPr>
              <p:cNvPr id="27" name="图形 4" descr="一辆自行车">
                <a:extLst>
                  <a:ext uri="{FF2B5EF4-FFF2-40B4-BE49-F238E27FC236}">
                    <a16:creationId xmlns:a16="http://schemas.microsoft.com/office/drawing/2014/main" id="{440D16F6-1D99-086B-D746-2368CD67B7AD}"/>
                  </a:ext>
                </a:extLst>
              </p:cNvPr>
              <p:cNvGrpSpPr/>
              <p:nvPr/>
            </p:nvGrpSpPr>
            <p:grpSpPr>
              <a:xfrm>
                <a:off x="6949822" y="4187810"/>
                <a:ext cx="697355" cy="150687"/>
                <a:chOff x="6949822" y="4187810"/>
                <a:chExt cx="697355" cy="150687"/>
              </a:xfrm>
            </p:grpSpPr>
            <p:sp>
              <p:nvSpPr>
                <p:cNvPr id="28" name="矩形 27">
                  <a:extLst>
                    <a:ext uri="{FF2B5EF4-FFF2-40B4-BE49-F238E27FC236}">
                      <a16:creationId xmlns:a16="http://schemas.microsoft.com/office/drawing/2014/main" id="{A5ECE275-FF97-9405-6A3B-600A7C4EF480}"/>
                    </a:ext>
                  </a:extLst>
                </p:cNvPr>
                <p:cNvSpPr/>
                <p:nvPr/>
              </p:nvSpPr>
              <p:spPr>
                <a:xfrm>
                  <a:off x="7417678" y="4214250"/>
                  <a:ext cx="229500" cy="94500"/>
                </a:xfrm>
                <a:prstGeom prst="rect">
                  <a:avLst/>
                </a:prstGeom>
                <a:solidFill>
                  <a:srgbClr val="505050"/>
                </a:solidFill>
                <a:ln w="6747" cap="flat">
                  <a:noFill/>
                  <a:prstDash val="solid"/>
                  <a:miter/>
                </a:ln>
              </p:spPr>
              <p:txBody>
                <a:bodyPr/>
                <a:lstStyle/>
                <a:p>
                  <a:endParaRPr lang="zh-CN" altLang="en-US"/>
                </a:p>
              </p:txBody>
            </p:sp>
            <p:sp>
              <p:nvSpPr>
                <p:cNvPr id="29" name="矩形 28">
                  <a:extLst>
                    <a:ext uri="{FF2B5EF4-FFF2-40B4-BE49-F238E27FC236}">
                      <a16:creationId xmlns:a16="http://schemas.microsoft.com/office/drawing/2014/main" id="{AFE2E98C-269C-D8F8-87D4-814A01D4E959}"/>
                    </a:ext>
                  </a:extLst>
                </p:cNvPr>
                <p:cNvSpPr/>
                <p:nvPr/>
              </p:nvSpPr>
              <p:spPr>
                <a:xfrm>
                  <a:off x="7026178" y="4227750"/>
                  <a:ext cx="364500" cy="67500"/>
                </a:xfrm>
                <a:prstGeom prst="rect">
                  <a:avLst/>
                </a:prstGeom>
                <a:solidFill>
                  <a:srgbClr val="737373"/>
                </a:solidFill>
                <a:ln w="6747" cap="flat">
                  <a:noFill/>
                  <a:prstDash val="solid"/>
                  <a:miter/>
                </a:ln>
              </p:spPr>
              <p:txBody>
                <a:bodyPr/>
                <a:lstStyle/>
                <a:p>
                  <a:endParaRPr lang="zh-CN" altLang="en-US"/>
                </a:p>
              </p:txBody>
            </p:sp>
            <p:sp>
              <p:nvSpPr>
                <p:cNvPr id="30" name="椭圆 29">
                  <a:extLst>
                    <a:ext uri="{FF2B5EF4-FFF2-40B4-BE49-F238E27FC236}">
                      <a16:creationId xmlns:a16="http://schemas.microsoft.com/office/drawing/2014/main" id="{7B33ACF6-7D89-AAC0-DB3D-2E1C98BA876A}"/>
                    </a:ext>
                  </a:extLst>
                </p:cNvPr>
                <p:cNvSpPr/>
                <p:nvPr/>
              </p:nvSpPr>
              <p:spPr>
                <a:xfrm>
                  <a:off x="6949822" y="4187810"/>
                  <a:ext cx="150686" cy="150687"/>
                </a:xfrm>
                <a:prstGeom prst="ellipse">
                  <a:avLst/>
                </a:prstGeom>
                <a:solidFill>
                  <a:srgbClr val="505050"/>
                </a:solidFill>
                <a:ln w="6747" cap="flat">
                  <a:noFill/>
                  <a:prstDash val="solid"/>
                  <a:miter/>
                </a:ln>
              </p:spPr>
              <p:txBody>
                <a:bodyPr/>
                <a:lstStyle/>
                <a:p>
                  <a:endParaRPr lang="zh-CN" altLang="en-US"/>
                </a:p>
              </p:txBody>
            </p:sp>
          </p:grpSp>
          <p:sp>
            <p:nvSpPr>
              <p:cNvPr id="31" name="椭圆 30">
                <a:extLst>
                  <a:ext uri="{FF2B5EF4-FFF2-40B4-BE49-F238E27FC236}">
                    <a16:creationId xmlns:a16="http://schemas.microsoft.com/office/drawing/2014/main" id="{10F69BEA-8CE1-29CB-B307-71CD0CA82C9A}"/>
                  </a:ext>
                </a:extLst>
              </p:cNvPr>
              <p:cNvSpPr/>
              <p:nvPr/>
            </p:nvSpPr>
            <p:spPr>
              <a:xfrm>
                <a:off x="5448534" y="4187810"/>
                <a:ext cx="150687" cy="150687"/>
              </a:xfrm>
              <a:prstGeom prst="ellipse">
                <a:avLst/>
              </a:prstGeom>
              <a:solidFill>
                <a:srgbClr val="505050"/>
              </a:solidFill>
              <a:ln w="6747" cap="flat">
                <a:noFill/>
                <a:prstDash val="solid"/>
                <a:miter/>
              </a:ln>
            </p:spPr>
            <p:txBody>
              <a:bodyPr/>
              <a:lstStyle/>
              <a:p>
                <a:endParaRPr lang="zh-CN" altLang="en-US"/>
              </a:p>
            </p:txBody>
          </p:sp>
          <p:sp>
            <p:nvSpPr>
              <p:cNvPr id="32" name="椭圆 31">
                <a:extLst>
                  <a:ext uri="{FF2B5EF4-FFF2-40B4-BE49-F238E27FC236}">
                    <a16:creationId xmlns:a16="http://schemas.microsoft.com/office/drawing/2014/main" id="{3502B31E-34DE-155B-2796-8DEB21972077}"/>
                  </a:ext>
                </a:extLst>
              </p:cNvPr>
              <p:cNvSpPr/>
              <p:nvPr/>
            </p:nvSpPr>
            <p:spPr>
              <a:xfrm>
                <a:off x="8813834" y="4187810"/>
                <a:ext cx="150687" cy="150687"/>
              </a:xfrm>
              <a:prstGeom prst="ellipse">
                <a:avLst/>
              </a:prstGeom>
              <a:solidFill>
                <a:srgbClr val="505050"/>
              </a:solidFill>
              <a:ln w="6747" cap="flat">
                <a:noFill/>
                <a:prstDash val="solid"/>
                <a:miter/>
              </a:ln>
            </p:spPr>
            <p:txBody>
              <a:bodyPr/>
              <a:lstStyle/>
              <a:p>
                <a:endParaRPr lang="zh-CN" altLang="en-US"/>
              </a:p>
            </p:txBody>
          </p:sp>
          <p:grpSp>
            <p:nvGrpSpPr>
              <p:cNvPr id="33" name="图形 4" descr="一辆自行车">
                <a:extLst>
                  <a:ext uri="{FF2B5EF4-FFF2-40B4-BE49-F238E27FC236}">
                    <a16:creationId xmlns:a16="http://schemas.microsoft.com/office/drawing/2014/main" id="{0CEA8869-6506-A67D-8B54-6F055440E708}"/>
                  </a:ext>
                </a:extLst>
              </p:cNvPr>
              <p:cNvGrpSpPr/>
              <p:nvPr/>
            </p:nvGrpSpPr>
            <p:grpSpPr>
              <a:xfrm>
                <a:off x="7764878" y="2223000"/>
                <a:ext cx="766833" cy="618597"/>
                <a:chOff x="7764878" y="2223000"/>
                <a:chExt cx="766833" cy="618597"/>
              </a:xfrm>
            </p:grpSpPr>
            <p:sp>
              <p:nvSpPr>
                <p:cNvPr id="34" name="任意多边形: 形状 33">
                  <a:extLst>
                    <a:ext uri="{FF2B5EF4-FFF2-40B4-BE49-F238E27FC236}">
                      <a16:creationId xmlns:a16="http://schemas.microsoft.com/office/drawing/2014/main" id="{7B79CEA9-1138-E0CE-DA37-94FFEE031AD5}"/>
                    </a:ext>
                  </a:extLst>
                </p:cNvPr>
                <p:cNvSpPr/>
                <p:nvPr/>
              </p:nvSpPr>
              <p:spPr>
                <a:xfrm>
                  <a:off x="7980878" y="2250006"/>
                  <a:ext cx="550833" cy="591590"/>
                </a:xfrm>
                <a:custGeom>
                  <a:avLst/>
                  <a:gdLst>
                    <a:gd name="csX0" fmla="*/ 265342 w 550833"/>
                    <a:gd name="csY0" fmla="*/ 591590 h 591590"/>
                    <a:gd name="csX1" fmla="*/ 155628 w 550833"/>
                    <a:gd name="csY1" fmla="*/ 278728 h 591590"/>
                    <a:gd name="csX2" fmla="*/ 201049 w 550833"/>
                    <a:gd name="csY2" fmla="*/ 276777 h 591590"/>
                    <a:gd name="csX3" fmla="*/ 481221 w 550833"/>
                    <a:gd name="csY3" fmla="*/ 67500 h 591590"/>
                    <a:gd name="csX4" fmla="*/ 0 w 550833"/>
                    <a:gd name="csY4" fmla="*/ 67500 h 591590"/>
                    <a:gd name="csX5" fmla="*/ 0 w 550833"/>
                    <a:gd name="csY5" fmla="*/ 0 h 591590"/>
                    <a:gd name="csX6" fmla="*/ 550834 w 550833"/>
                    <a:gd name="csY6" fmla="*/ 0 h 591590"/>
                    <a:gd name="csX7" fmla="*/ 550834 w 550833"/>
                    <a:gd name="csY7" fmla="*/ 33750 h 591590"/>
                    <a:gd name="csX8" fmla="*/ 373930 w 550833"/>
                    <a:gd name="csY8" fmla="*/ 301489 h 591590"/>
                    <a:gd name="csX9" fmla="*/ 248272 w 550833"/>
                    <a:gd name="csY9" fmla="*/ 339127 h 591590"/>
                    <a:gd name="csX10" fmla="*/ 329063 w 550833"/>
                    <a:gd name="csY10" fmla="*/ 569281 h 591590"/>
                    <a:gd name="csX11" fmla="*/ 265342 w 550833"/>
                    <a:gd name="csY11" fmla="*/ 591590 h 591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50833" h="591590">
                      <a:moveTo>
                        <a:pt x="265342" y="591590"/>
                      </a:moveTo>
                      <a:lnTo>
                        <a:pt x="155628" y="278728"/>
                      </a:lnTo>
                      <a:lnTo>
                        <a:pt x="201049" y="276777"/>
                      </a:lnTo>
                      <a:cubicBezTo>
                        <a:pt x="211930" y="276277"/>
                        <a:pt x="455902" y="262683"/>
                        <a:pt x="481221" y="67500"/>
                      </a:cubicBezTo>
                      <a:lnTo>
                        <a:pt x="0" y="67500"/>
                      </a:lnTo>
                      <a:lnTo>
                        <a:pt x="0" y="0"/>
                      </a:lnTo>
                      <a:lnTo>
                        <a:pt x="550834" y="0"/>
                      </a:lnTo>
                      <a:lnTo>
                        <a:pt x="550834" y="33750"/>
                      </a:lnTo>
                      <a:cubicBezTo>
                        <a:pt x="550834" y="155520"/>
                        <a:pt x="489658" y="248096"/>
                        <a:pt x="373930" y="301489"/>
                      </a:cubicBezTo>
                      <a:cubicBezTo>
                        <a:pt x="327206" y="323042"/>
                        <a:pt x="280787" y="333801"/>
                        <a:pt x="248272" y="339127"/>
                      </a:cubicBezTo>
                      <a:lnTo>
                        <a:pt x="329063" y="569281"/>
                      </a:lnTo>
                      <a:lnTo>
                        <a:pt x="265342" y="591590"/>
                      </a:lnTo>
                      <a:close/>
                    </a:path>
                  </a:pathLst>
                </a:custGeom>
                <a:solidFill>
                  <a:srgbClr val="D1D1D1"/>
                </a:solidFill>
                <a:ln w="6747" cap="flat">
                  <a:noFill/>
                  <a:prstDash val="solid"/>
                  <a:miter/>
                </a:ln>
              </p:spPr>
              <p:txBody>
                <a:bodyPr/>
                <a:lstStyle/>
                <a:p>
                  <a:endParaRPr lang="zh-CN" altLang="en-US"/>
                </a:p>
              </p:txBody>
            </p:sp>
            <p:sp>
              <p:nvSpPr>
                <p:cNvPr id="35" name="任意多边形: 形状 34">
                  <a:extLst>
                    <a:ext uri="{FF2B5EF4-FFF2-40B4-BE49-F238E27FC236}">
                      <a16:creationId xmlns:a16="http://schemas.microsoft.com/office/drawing/2014/main" id="{935E6F10-4F96-E7D4-F723-258C95A005F6}"/>
                    </a:ext>
                  </a:extLst>
                </p:cNvPr>
                <p:cNvSpPr/>
                <p:nvPr/>
              </p:nvSpPr>
              <p:spPr>
                <a:xfrm>
                  <a:off x="7764878" y="2223000"/>
                  <a:ext cx="418500" cy="121500"/>
                </a:xfrm>
                <a:custGeom>
                  <a:avLst/>
                  <a:gdLst>
                    <a:gd name="csX0" fmla="*/ 357750 w 418500"/>
                    <a:gd name="csY0" fmla="*/ 121500 h 121500"/>
                    <a:gd name="csX1" fmla="*/ 60750 w 418500"/>
                    <a:gd name="csY1" fmla="*/ 121500 h 121500"/>
                    <a:gd name="csX2" fmla="*/ 0 w 418500"/>
                    <a:gd name="csY2" fmla="*/ 60750 h 121500"/>
                    <a:gd name="csX3" fmla="*/ 0 w 418500"/>
                    <a:gd name="csY3" fmla="*/ 60750 h 121500"/>
                    <a:gd name="csX4" fmla="*/ 60750 w 418500"/>
                    <a:gd name="csY4" fmla="*/ 0 h 121500"/>
                    <a:gd name="csX5" fmla="*/ 357750 w 418500"/>
                    <a:gd name="csY5" fmla="*/ 0 h 121500"/>
                    <a:gd name="csX6" fmla="*/ 418500 w 418500"/>
                    <a:gd name="csY6" fmla="*/ 60750 h 121500"/>
                    <a:gd name="csX7" fmla="*/ 418500 w 418500"/>
                    <a:gd name="csY7" fmla="*/ 60750 h 121500"/>
                    <a:gd name="csX8" fmla="*/ 357750 w 418500"/>
                    <a:gd name="csY8" fmla="*/ 121500 h 121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8500" h="121500">
                      <a:moveTo>
                        <a:pt x="357750" y="121500"/>
                      </a:moveTo>
                      <a:lnTo>
                        <a:pt x="60750" y="121500"/>
                      </a:lnTo>
                      <a:cubicBezTo>
                        <a:pt x="27196" y="121500"/>
                        <a:pt x="0" y="94304"/>
                        <a:pt x="0" y="60750"/>
                      </a:cubicBezTo>
                      <a:lnTo>
                        <a:pt x="0" y="60750"/>
                      </a:lnTo>
                      <a:cubicBezTo>
                        <a:pt x="0" y="27196"/>
                        <a:pt x="27196" y="0"/>
                        <a:pt x="60750" y="0"/>
                      </a:cubicBezTo>
                      <a:lnTo>
                        <a:pt x="357750" y="0"/>
                      </a:lnTo>
                      <a:cubicBezTo>
                        <a:pt x="391304" y="0"/>
                        <a:pt x="418500" y="27196"/>
                        <a:pt x="418500" y="60750"/>
                      </a:cubicBezTo>
                      <a:lnTo>
                        <a:pt x="418500" y="60750"/>
                      </a:lnTo>
                      <a:cubicBezTo>
                        <a:pt x="418500" y="94304"/>
                        <a:pt x="391304" y="121500"/>
                        <a:pt x="357750" y="121500"/>
                      </a:cubicBezTo>
                      <a:close/>
                    </a:path>
                  </a:pathLst>
                </a:custGeom>
                <a:solidFill>
                  <a:srgbClr val="2F2F2F"/>
                </a:solidFill>
                <a:ln w="6747" cap="flat">
                  <a:noFill/>
                  <a:prstDash val="solid"/>
                  <a:miter/>
                </a:ln>
              </p:spPr>
              <p:txBody>
                <a:bodyPr/>
                <a:lstStyle/>
                <a:p>
                  <a:endParaRPr lang="zh-CN" altLang="en-US"/>
                </a:p>
              </p:txBody>
            </p:sp>
          </p:grpSp>
          <p:grpSp>
            <p:nvGrpSpPr>
              <p:cNvPr id="36" name="图形 4" descr="一辆自行车">
                <a:extLst>
                  <a:ext uri="{FF2B5EF4-FFF2-40B4-BE49-F238E27FC236}">
                    <a16:creationId xmlns:a16="http://schemas.microsoft.com/office/drawing/2014/main" id="{EBBD4F47-8963-F57D-A073-D1619A141041}"/>
                  </a:ext>
                </a:extLst>
              </p:cNvPr>
              <p:cNvGrpSpPr/>
              <p:nvPr/>
            </p:nvGrpSpPr>
            <p:grpSpPr>
              <a:xfrm>
                <a:off x="5744852" y="2321496"/>
                <a:ext cx="927814" cy="537681"/>
                <a:chOff x="5744852" y="2321496"/>
                <a:chExt cx="927814" cy="537681"/>
              </a:xfrm>
            </p:grpSpPr>
            <p:sp>
              <p:nvSpPr>
                <p:cNvPr id="37" name="矩形 36">
                  <a:extLst>
                    <a:ext uri="{FF2B5EF4-FFF2-40B4-BE49-F238E27FC236}">
                      <a16:creationId xmlns:a16="http://schemas.microsoft.com/office/drawing/2014/main" id="{6CC41473-79AD-FC23-5B0E-D0D3914D0384}"/>
                    </a:ext>
                  </a:extLst>
                </p:cNvPr>
                <p:cNvSpPr/>
                <p:nvPr/>
              </p:nvSpPr>
              <p:spPr>
                <a:xfrm rot="-1607740">
                  <a:off x="6196680" y="2500486"/>
                  <a:ext cx="67491" cy="362966"/>
                </a:xfrm>
                <a:prstGeom prst="rect">
                  <a:avLst/>
                </a:prstGeom>
                <a:solidFill>
                  <a:srgbClr val="737373"/>
                </a:solidFill>
                <a:ln w="6747" cap="flat">
                  <a:noFill/>
                  <a:prstDash val="solid"/>
                  <a:miter/>
                </a:ln>
              </p:spPr>
              <p:txBody>
                <a:bodyPr/>
                <a:lstStyle/>
                <a:p>
                  <a:endParaRPr lang="zh-CN" altLang="en-US"/>
                </a:p>
              </p:txBody>
            </p:sp>
            <p:sp>
              <p:nvSpPr>
                <p:cNvPr id="38" name="任意多边形: 形状 37">
                  <a:extLst>
                    <a:ext uri="{FF2B5EF4-FFF2-40B4-BE49-F238E27FC236}">
                      <a16:creationId xmlns:a16="http://schemas.microsoft.com/office/drawing/2014/main" id="{6A022E8F-9CA0-EF76-526C-CCB1B4750710}"/>
                    </a:ext>
                  </a:extLst>
                </p:cNvPr>
                <p:cNvSpPr/>
                <p:nvPr/>
              </p:nvSpPr>
              <p:spPr>
                <a:xfrm>
                  <a:off x="5744852" y="2321496"/>
                  <a:ext cx="927814" cy="249058"/>
                </a:xfrm>
                <a:custGeom>
                  <a:avLst/>
                  <a:gdLst>
                    <a:gd name="csX0" fmla="*/ 927815 w 927814"/>
                    <a:gd name="csY0" fmla="*/ 127743 h 249058"/>
                    <a:gd name="csX1" fmla="*/ 813017 w 927814"/>
                    <a:gd name="csY1" fmla="*/ 129613 h 249058"/>
                    <a:gd name="csX2" fmla="*/ 652205 w 927814"/>
                    <a:gd name="csY2" fmla="*/ 170261 h 249058"/>
                    <a:gd name="csX3" fmla="*/ 612711 w 927814"/>
                    <a:gd name="csY3" fmla="*/ 190768 h 249058"/>
                    <a:gd name="csX4" fmla="*/ 398196 w 927814"/>
                    <a:gd name="csY4" fmla="*/ 246246 h 249058"/>
                    <a:gd name="csX5" fmla="*/ 303534 w 927814"/>
                    <a:gd name="csY5" fmla="*/ 248831 h 249058"/>
                    <a:gd name="csX6" fmla="*/ 141797 w 927814"/>
                    <a:gd name="csY6" fmla="*/ 202020 h 249058"/>
                    <a:gd name="csX7" fmla="*/ 0 w 927814"/>
                    <a:gd name="csY7" fmla="*/ 104003 h 249058"/>
                    <a:gd name="csX8" fmla="*/ 0 w 927814"/>
                    <a:gd name="csY8" fmla="*/ 104003 h 249058"/>
                    <a:gd name="csX9" fmla="*/ 130518 w 927814"/>
                    <a:gd name="csY9" fmla="*/ 3509 h 249058"/>
                    <a:gd name="csX10" fmla="*/ 157741 w 927814"/>
                    <a:gd name="csY10" fmla="*/ 10705 h 249058"/>
                    <a:gd name="csX11" fmla="*/ 356265 w 927814"/>
                    <a:gd name="csY11" fmla="*/ 36503 h 249058"/>
                    <a:gd name="csX12" fmla="*/ 836575 w 927814"/>
                    <a:gd name="csY12" fmla="*/ 36503 h 249058"/>
                    <a:gd name="csX13" fmla="*/ 927815 w 927814"/>
                    <a:gd name="csY13" fmla="*/ 127743 h 249058"/>
                    <a:gd name="csX14" fmla="*/ 927815 w 927814"/>
                    <a:gd name="csY14" fmla="*/ 127743 h 249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27814" h="249058">
                      <a:moveTo>
                        <a:pt x="927815" y="127743"/>
                      </a:moveTo>
                      <a:lnTo>
                        <a:pt x="813017" y="129613"/>
                      </a:lnTo>
                      <a:cubicBezTo>
                        <a:pt x="756992" y="130524"/>
                        <a:pt x="701939" y="144443"/>
                        <a:pt x="652205" y="170261"/>
                      </a:cubicBezTo>
                      <a:lnTo>
                        <a:pt x="612711" y="190768"/>
                      </a:lnTo>
                      <a:cubicBezTo>
                        <a:pt x="546318" y="225233"/>
                        <a:pt x="472973" y="244208"/>
                        <a:pt x="398196" y="246246"/>
                      </a:cubicBezTo>
                      <a:lnTo>
                        <a:pt x="303534" y="248831"/>
                      </a:lnTo>
                      <a:cubicBezTo>
                        <a:pt x="245970" y="251214"/>
                        <a:pt x="189189" y="234785"/>
                        <a:pt x="141797" y="202020"/>
                      </a:cubicBezTo>
                      <a:lnTo>
                        <a:pt x="0" y="104003"/>
                      </a:lnTo>
                      <a:lnTo>
                        <a:pt x="0" y="104003"/>
                      </a:lnTo>
                      <a:cubicBezTo>
                        <a:pt x="0" y="35801"/>
                        <a:pt x="64577" y="-13926"/>
                        <a:pt x="130518" y="3509"/>
                      </a:cubicBezTo>
                      <a:lnTo>
                        <a:pt x="157741" y="10705"/>
                      </a:lnTo>
                      <a:cubicBezTo>
                        <a:pt x="222527" y="27830"/>
                        <a:pt x="289258" y="36503"/>
                        <a:pt x="356265" y="36503"/>
                      </a:cubicBezTo>
                      <a:lnTo>
                        <a:pt x="836575" y="36503"/>
                      </a:lnTo>
                      <a:cubicBezTo>
                        <a:pt x="886964" y="36503"/>
                        <a:pt x="927815" y="77354"/>
                        <a:pt x="927815" y="127743"/>
                      </a:cubicBezTo>
                      <a:lnTo>
                        <a:pt x="927815" y="127743"/>
                      </a:lnTo>
                      <a:close/>
                    </a:path>
                  </a:pathLst>
                </a:custGeom>
                <a:solidFill>
                  <a:srgbClr val="505050"/>
                </a:solidFill>
                <a:ln w="6747" cap="flat">
                  <a:noFill/>
                  <a:prstDash val="solid"/>
                  <a:miter/>
                </a:ln>
              </p:spPr>
              <p:txBody>
                <a:bodyPr/>
                <a:lstStyle/>
                <a:p>
                  <a:endParaRPr lang="zh-CN" altLang="en-US"/>
                </a:p>
              </p:txBody>
            </p:sp>
          </p:grpSp>
        </p:grpSp>
      </p:grpSp>
      <p:grpSp>
        <p:nvGrpSpPr>
          <p:cNvPr id="152" name="组合 151">
            <a:extLst>
              <a:ext uri="{FF2B5EF4-FFF2-40B4-BE49-F238E27FC236}">
                <a16:creationId xmlns:a16="http://schemas.microsoft.com/office/drawing/2014/main" id="{233062B1-8E59-E609-6EFB-07B7040AFC16}"/>
              </a:ext>
            </a:extLst>
          </p:cNvPr>
          <p:cNvGrpSpPr/>
          <p:nvPr/>
        </p:nvGrpSpPr>
        <p:grpSpPr>
          <a:xfrm>
            <a:off x="6414606" y="3065516"/>
            <a:ext cx="4055201" cy="3101988"/>
            <a:chOff x="827724" y="3150136"/>
            <a:chExt cx="4055201" cy="3101988"/>
          </a:xfrm>
        </p:grpSpPr>
        <p:grpSp>
          <p:nvGrpSpPr>
            <p:cNvPr id="41" name="图形 6" descr="校园餐盒，有三明治、果汁和水果">
              <a:extLst>
                <a:ext uri="{FF2B5EF4-FFF2-40B4-BE49-F238E27FC236}">
                  <a16:creationId xmlns:a16="http://schemas.microsoft.com/office/drawing/2014/main" id="{BBA63BAA-3A53-74DB-824B-7ED7AC5F9B0E}"/>
                </a:ext>
              </a:extLst>
            </p:cNvPr>
            <p:cNvGrpSpPr/>
            <p:nvPr/>
          </p:nvGrpSpPr>
          <p:grpSpPr>
            <a:xfrm>
              <a:off x="827724" y="3150136"/>
              <a:ext cx="4009910" cy="3101988"/>
              <a:chOff x="827724" y="3150136"/>
              <a:chExt cx="4009910" cy="3101988"/>
            </a:xfrm>
          </p:grpSpPr>
          <p:sp>
            <p:nvSpPr>
              <p:cNvPr id="42" name="任意多边形: 形状 41">
                <a:extLst>
                  <a:ext uri="{FF2B5EF4-FFF2-40B4-BE49-F238E27FC236}">
                    <a16:creationId xmlns:a16="http://schemas.microsoft.com/office/drawing/2014/main" id="{522F4B62-9B2B-5AAA-F901-283DE09AC594}"/>
                  </a:ext>
                </a:extLst>
              </p:cNvPr>
              <p:cNvSpPr/>
              <p:nvPr/>
            </p:nvSpPr>
            <p:spPr>
              <a:xfrm>
                <a:off x="2826496" y="3235174"/>
                <a:ext cx="209945" cy="400901"/>
              </a:xfrm>
              <a:custGeom>
                <a:avLst/>
                <a:gdLst>
                  <a:gd name="csX0" fmla="*/ 0 w 209945"/>
                  <a:gd name="csY0" fmla="*/ 400902 h 400901"/>
                  <a:gd name="csX1" fmla="*/ 209946 w 209945"/>
                  <a:gd name="csY1" fmla="*/ 400902 h 400901"/>
                  <a:gd name="csX2" fmla="*/ 209946 w 209945"/>
                  <a:gd name="csY2" fmla="*/ 60 h 400901"/>
                  <a:gd name="csX3" fmla="*/ 209856 w 209945"/>
                  <a:gd name="csY3" fmla="*/ 6 h 400901"/>
                  <a:gd name="csX4" fmla="*/ 30 w 209945"/>
                  <a:gd name="csY4" fmla="*/ 113484 h 400901"/>
                  <a:gd name="csX5" fmla="*/ 0 w 209945"/>
                  <a:gd name="csY5" fmla="*/ 113538 h 400901"/>
                  <a:gd name="csX6" fmla="*/ 0 w 209945"/>
                  <a:gd name="csY6" fmla="*/ 400902 h 4009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9945" h="400901">
                    <a:moveTo>
                      <a:pt x="0" y="400902"/>
                    </a:moveTo>
                    <a:lnTo>
                      <a:pt x="209946" y="400902"/>
                    </a:lnTo>
                    <a:lnTo>
                      <a:pt x="209946" y="60"/>
                    </a:lnTo>
                    <a:cubicBezTo>
                      <a:pt x="209946" y="12"/>
                      <a:pt x="209898" y="-12"/>
                      <a:pt x="209856" y="6"/>
                    </a:cubicBezTo>
                    <a:lnTo>
                      <a:pt x="30" y="113484"/>
                    </a:lnTo>
                    <a:cubicBezTo>
                      <a:pt x="12" y="113496"/>
                      <a:pt x="0" y="113514"/>
                      <a:pt x="0" y="113538"/>
                    </a:cubicBezTo>
                    <a:lnTo>
                      <a:pt x="0" y="400902"/>
                    </a:lnTo>
                    <a:close/>
                  </a:path>
                </a:pathLst>
              </a:custGeom>
              <a:solidFill>
                <a:srgbClr val="E6E6E6"/>
              </a:solidFill>
              <a:ln w="5993" cap="flat">
                <a:noFill/>
                <a:prstDash val="solid"/>
                <a:miter/>
              </a:ln>
            </p:spPr>
            <p:txBody>
              <a:bodyPr/>
              <a:lstStyle/>
              <a:p>
                <a:endParaRPr lang="zh-CN" altLang="en-US"/>
              </a:p>
            </p:txBody>
          </p:sp>
          <p:sp>
            <p:nvSpPr>
              <p:cNvPr id="43" name="任意多边形: 形状 42">
                <a:extLst>
                  <a:ext uri="{FF2B5EF4-FFF2-40B4-BE49-F238E27FC236}">
                    <a16:creationId xmlns:a16="http://schemas.microsoft.com/office/drawing/2014/main" id="{A59229D3-73EC-B853-7210-2060E8BA8C15}"/>
                  </a:ext>
                </a:extLst>
              </p:cNvPr>
              <p:cNvSpPr/>
              <p:nvPr/>
            </p:nvSpPr>
            <p:spPr>
              <a:xfrm>
                <a:off x="2826514" y="3150136"/>
                <a:ext cx="1055921" cy="485933"/>
              </a:xfrm>
              <a:custGeom>
                <a:avLst/>
                <a:gdLst>
                  <a:gd name="csX0" fmla="*/ 209921 w 1055921"/>
                  <a:gd name="csY0" fmla="*/ 0 h 485933"/>
                  <a:gd name="csX1" fmla="*/ 848723 w 1055921"/>
                  <a:gd name="csY1" fmla="*/ 0 h 485933"/>
                  <a:gd name="csX2" fmla="*/ 1055921 w 1055921"/>
                  <a:gd name="csY2" fmla="*/ 197970 h 485933"/>
                  <a:gd name="csX3" fmla="*/ 1055921 w 1055921"/>
                  <a:gd name="csY3" fmla="*/ 485934 h 485933"/>
                  <a:gd name="csX4" fmla="*/ 845975 w 1055921"/>
                  <a:gd name="csY4" fmla="*/ 485934 h 485933"/>
                  <a:gd name="csX5" fmla="*/ 845975 w 1055921"/>
                  <a:gd name="csY5" fmla="*/ 198558 h 485933"/>
                  <a:gd name="csX6" fmla="*/ 77 w 1055921"/>
                  <a:gd name="csY6" fmla="*/ 198558 h 485933"/>
                  <a:gd name="csX7" fmla="*/ 35 w 1055921"/>
                  <a:gd name="csY7" fmla="*/ 198456 h 485933"/>
                  <a:gd name="csX8" fmla="*/ 209921 w 1055921"/>
                  <a:gd name="csY8" fmla="*/ 0 h 4859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55921" h="485933">
                    <a:moveTo>
                      <a:pt x="209921" y="0"/>
                    </a:moveTo>
                    <a:lnTo>
                      <a:pt x="848723" y="0"/>
                    </a:lnTo>
                    <a:lnTo>
                      <a:pt x="1055921" y="197970"/>
                    </a:lnTo>
                    <a:lnTo>
                      <a:pt x="1055921" y="485934"/>
                    </a:lnTo>
                    <a:lnTo>
                      <a:pt x="845975" y="485934"/>
                    </a:lnTo>
                    <a:lnTo>
                      <a:pt x="845975" y="198558"/>
                    </a:lnTo>
                    <a:lnTo>
                      <a:pt x="77" y="198558"/>
                    </a:lnTo>
                    <a:cubicBezTo>
                      <a:pt x="-7" y="198558"/>
                      <a:pt x="-25" y="198510"/>
                      <a:pt x="35" y="198456"/>
                    </a:cubicBezTo>
                    <a:lnTo>
                      <a:pt x="209921" y="0"/>
                    </a:lnTo>
                    <a:close/>
                  </a:path>
                </a:pathLst>
              </a:custGeom>
              <a:solidFill>
                <a:srgbClr val="D2D2D2"/>
              </a:solidFill>
              <a:ln w="5993" cap="flat">
                <a:noFill/>
                <a:prstDash val="solid"/>
                <a:miter/>
              </a:ln>
            </p:spPr>
            <p:txBody>
              <a:bodyPr/>
              <a:lstStyle/>
              <a:p>
                <a:endParaRPr lang="zh-CN" altLang="en-US"/>
              </a:p>
            </p:txBody>
          </p:sp>
          <p:sp>
            <p:nvSpPr>
              <p:cNvPr id="44" name="任意多边形: 形状 43">
                <a:extLst>
                  <a:ext uri="{FF2B5EF4-FFF2-40B4-BE49-F238E27FC236}">
                    <a16:creationId xmlns:a16="http://schemas.microsoft.com/office/drawing/2014/main" id="{8AE0D72F-542B-D131-4118-891D15485B34}"/>
                  </a:ext>
                </a:extLst>
              </p:cNvPr>
              <p:cNvSpPr/>
              <p:nvPr/>
            </p:nvSpPr>
            <p:spPr>
              <a:xfrm>
                <a:off x="827724" y="5521420"/>
                <a:ext cx="3752534" cy="730703"/>
              </a:xfrm>
              <a:custGeom>
                <a:avLst/>
                <a:gdLst>
                  <a:gd name="csX0" fmla="*/ 76677 w 3752534"/>
                  <a:gd name="csY0" fmla="*/ 730704 h 730703"/>
                  <a:gd name="csX1" fmla="*/ 2338221 w 3752534"/>
                  <a:gd name="csY1" fmla="*/ 730704 h 730703"/>
                  <a:gd name="csX2" fmla="*/ 2454039 w 3752534"/>
                  <a:gd name="csY2" fmla="*/ 701406 h 730703"/>
                  <a:gd name="csX3" fmla="*/ 3752535 w 3752534"/>
                  <a:gd name="csY3" fmla="*/ 0 h 730703"/>
                  <a:gd name="csX4" fmla="*/ 1118835 w 3752534"/>
                  <a:gd name="csY4" fmla="*/ 3000 h 730703"/>
                  <a:gd name="csX5" fmla="*/ 40275 w 3752534"/>
                  <a:gd name="csY5" fmla="*/ 586812 h 730703"/>
                  <a:gd name="csX6" fmla="*/ 76677 w 3752534"/>
                  <a:gd name="csY6" fmla="*/ 730704 h 73070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752534" h="730703">
                    <a:moveTo>
                      <a:pt x="76677" y="730704"/>
                    </a:moveTo>
                    <a:lnTo>
                      <a:pt x="2338221" y="730704"/>
                    </a:lnTo>
                    <a:cubicBezTo>
                      <a:pt x="2378661" y="730704"/>
                      <a:pt x="2418465" y="720636"/>
                      <a:pt x="2454039" y="701406"/>
                    </a:cubicBezTo>
                    <a:lnTo>
                      <a:pt x="3752535" y="0"/>
                    </a:lnTo>
                    <a:lnTo>
                      <a:pt x="1118835" y="3000"/>
                    </a:lnTo>
                    <a:lnTo>
                      <a:pt x="40275" y="586812"/>
                    </a:lnTo>
                    <a:cubicBezTo>
                      <a:pt x="-29631" y="624594"/>
                      <a:pt x="-2793" y="730704"/>
                      <a:pt x="76677" y="730704"/>
                    </a:cubicBezTo>
                    <a:close/>
                  </a:path>
                </a:pathLst>
              </a:custGeom>
              <a:solidFill>
                <a:srgbClr val="737373"/>
              </a:solidFill>
              <a:ln w="5993" cap="flat">
                <a:noFill/>
                <a:prstDash val="solid"/>
                <a:miter/>
              </a:ln>
            </p:spPr>
            <p:txBody>
              <a:bodyPr/>
              <a:lstStyle/>
              <a:p>
                <a:endParaRPr lang="zh-CN" altLang="en-US"/>
              </a:p>
            </p:txBody>
          </p:sp>
          <p:sp>
            <p:nvSpPr>
              <p:cNvPr id="45" name="任意多边形: 形状 44">
                <a:extLst>
                  <a:ext uri="{FF2B5EF4-FFF2-40B4-BE49-F238E27FC236}">
                    <a16:creationId xmlns:a16="http://schemas.microsoft.com/office/drawing/2014/main" id="{A823F05B-B63F-9681-15BE-3B92358D9516}"/>
                  </a:ext>
                </a:extLst>
              </p:cNvPr>
              <p:cNvSpPr/>
              <p:nvPr/>
            </p:nvSpPr>
            <p:spPr>
              <a:xfrm>
                <a:off x="882436" y="6167307"/>
                <a:ext cx="2339999" cy="36000"/>
              </a:xfrm>
              <a:custGeom>
                <a:avLst/>
                <a:gdLst>
                  <a:gd name="csX0" fmla="*/ 2322000 w 2339999"/>
                  <a:gd name="csY0" fmla="*/ 36000 h 36000"/>
                  <a:gd name="csX1" fmla="*/ 18000 w 2339999"/>
                  <a:gd name="csY1" fmla="*/ 36000 h 36000"/>
                  <a:gd name="csX2" fmla="*/ 0 w 2339999"/>
                  <a:gd name="csY2" fmla="*/ 18000 h 36000"/>
                  <a:gd name="csX3" fmla="*/ 18000 w 2339999"/>
                  <a:gd name="csY3" fmla="*/ 0 h 36000"/>
                  <a:gd name="csX4" fmla="*/ 2322000 w 2339999"/>
                  <a:gd name="csY4" fmla="*/ 0 h 36000"/>
                  <a:gd name="csX5" fmla="*/ 2340000 w 2339999"/>
                  <a:gd name="csY5" fmla="*/ 18000 h 36000"/>
                  <a:gd name="csX6" fmla="*/ 2322000 w 2339999"/>
                  <a:gd name="csY6" fmla="*/ 36000 h 36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9999" h="36000">
                    <a:moveTo>
                      <a:pt x="2322000" y="36000"/>
                    </a:moveTo>
                    <a:lnTo>
                      <a:pt x="18000" y="36000"/>
                    </a:lnTo>
                    <a:cubicBezTo>
                      <a:pt x="8058" y="36000"/>
                      <a:pt x="0" y="27942"/>
                      <a:pt x="0" y="18000"/>
                    </a:cubicBezTo>
                    <a:cubicBezTo>
                      <a:pt x="0" y="8058"/>
                      <a:pt x="8058" y="0"/>
                      <a:pt x="18000" y="0"/>
                    </a:cubicBezTo>
                    <a:lnTo>
                      <a:pt x="2322000" y="0"/>
                    </a:lnTo>
                    <a:cubicBezTo>
                      <a:pt x="2331942" y="0"/>
                      <a:pt x="2340000" y="8058"/>
                      <a:pt x="2340000" y="18000"/>
                    </a:cubicBezTo>
                    <a:cubicBezTo>
                      <a:pt x="2340000" y="27942"/>
                      <a:pt x="2331948" y="36000"/>
                      <a:pt x="2322000" y="36000"/>
                    </a:cubicBezTo>
                    <a:close/>
                  </a:path>
                </a:pathLst>
              </a:custGeom>
              <a:solidFill>
                <a:srgbClr val="505050"/>
              </a:solidFill>
              <a:ln w="5993" cap="flat">
                <a:noFill/>
                <a:prstDash val="solid"/>
                <a:miter/>
              </a:ln>
            </p:spPr>
            <p:txBody>
              <a:bodyPr/>
              <a:lstStyle/>
              <a:p>
                <a:endParaRPr lang="zh-CN" altLang="en-US"/>
              </a:p>
            </p:txBody>
          </p:sp>
          <p:sp>
            <p:nvSpPr>
              <p:cNvPr id="46" name="任意多边形: 形状 45">
                <a:extLst>
                  <a:ext uri="{FF2B5EF4-FFF2-40B4-BE49-F238E27FC236}">
                    <a16:creationId xmlns:a16="http://schemas.microsoft.com/office/drawing/2014/main" id="{729C6246-42F6-F46B-CBBE-61A7597998F5}"/>
                  </a:ext>
                </a:extLst>
              </p:cNvPr>
              <p:cNvSpPr/>
              <p:nvPr/>
            </p:nvSpPr>
            <p:spPr>
              <a:xfrm>
                <a:off x="1812436" y="3606075"/>
                <a:ext cx="3025199" cy="1991231"/>
              </a:xfrm>
              <a:custGeom>
                <a:avLst/>
                <a:gdLst>
                  <a:gd name="csX0" fmla="*/ 0 w 3025199"/>
                  <a:gd name="csY0" fmla="*/ 1991232 h 1991231"/>
                  <a:gd name="csX1" fmla="*/ 97722 w 3025199"/>
                  <a:gd name="csY1" fmla="*/ 1991232 h 1991231"/>
                  <a:gd name="csX2" fmla="*/ 178116 w 3025199"/>
                  <a:gd name="csY2" fmla="*/ 1940238 h 1991231"/>
                  <a:gd name="csX3" fmla="*/ 2565852 w 3025199"/>
                  <a:gd name="csY3" fmla="*/ 1936518 h 1991231"/>
                  <a:gd name="csX4" fmla="*/ 2627610 w 3025199"/>
                  <a:gd name="csY4" fmla="*/ 1991232 h 1991231"/>
                  <a:gd name="csX5" fmla="*/ 2725200 w 3025199"/>
                  <a:gd name="csY5" fmla="*/ 1991232 h 1991231"/>
                  <a:gd name="csX6" fmla="*/ 3025200 w 3025199"/>
                  <a:gd name="csY6" fmla="*/ 1691232 h 1991231"/>
                  <a:gd name="csX7" fmla="*/ 3025200 w 3025199"/>
                  <a:gd name="csY7" fmla="*/ 300000 h 1991231"/>
                  <a:gd name="csX8" fmla="*/ 2725200 w 3025199"/>
                  <a:gd name="csY8" fmla="*/ 0 h 1991231"/>
                  <a:gd name="csX9" fmla="*/ 300000 w 3025199"/>
                  <a:gd name="csY9" fmla="*/ 0 h 1991231"/>
                  <a:gd name="csX10" fmla="*/ 0 w 3025199"/>
                  <a:gd name="csY10" fmla="*/ 300000 h 1991231"/>
                  <a:gd name="csX11" fmla="*/ 0 w 3025199"/>
                  <a:gd name="csY11" fmla="*/ 1991232 h 1991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025199" h="1991231">
                    <a:moveTo>
                      <a:pt x="0" y="1991232"/>
                    </a:moveTo>
                    <a:lnTo>
                      <a:pt x="97722" y="1991232"/>
                    </a:lnTo>
                    <a:lnTo>
                      <a:pt x="178116" y="1940238"/>
                    </a:lnTo>
                    <a:lnTo>
                      <a:pt x="2565852" y="1936518"/>
                    </a:lnTo>
                    <a:lnTo>
                      <a:pt x="2627610" y="1991232"/>
                    </a:lnTo>
                    <a:lnTo>
                      <a:pt x="2725200" y="1991232"/>
                    </a:lnTo>
                    <a:cubicBezTo>
                      <a:pt x="2890884" y="1991232"/>
                      <a:pt x="3025200" y="1856916"/>
                      <a:pt x="3025200" y="1691232"/>
                    </a:cubicBezTo>
                    <a:lnTo>
                      <a:pt x="3025200" y="300000"/>
                    </a:lnTo>
                    <a:cubicBezTo>
                      <a:pt x="3025200" y="134316"/>
                      <a:pt x="2890884" y="0"/>
                      <a:pt x="2725200" y="0"/>
                    </a:cubicBezTo>
                    <a:lnTo>
                      <a:pt x="300000" y="0"/>
                    </a:lnTo>
                    <a:cubicBezTo>
                      <a:pt x="134316" y="0"/>
                      <a:pt x="0" y="134316"/>
                      <a:pt x="0" y="300000"/>
                    </a:cubicBezTo>
                    <a:lnTo>
                      <a:pt x="0" y="1991232"/>
                    </a:lnTo>
                    <a:close/>
                  </a:path>
                </a:pathLst>
              </a:custGeom>
              <a:solidFill>
                <a:srgbClr val="D2D2D2"/>
              </a:solidFill>
              <a:ln w="5993" cap="flat">
                <a:noFill/>
                <a:prstDash val="solid"/>
                <a:miter/>
              </a:ln>
            </p:spPr>
            <p:txBody>
              <a:bodyPr/>
              <a:lstStyle/>
              <a:p>
                <a:endParaRPr lang="zh-CN" altLang="en-US"/>
              </a:p>
            </p:txBody>
          </p:sp>
          <p:sp>
            <p:nvSpPr>
              <p:cNvPr id="47" name="任意多边形: 形状 46">
                <a:extLst>
                  <a:ext uri="{FF2B5EF4-FFF2-40B4-BE49-F238E27FC236}">
                    <a16:creationId xmlns:a16="http://schemas.microsoft.com/office/drawing/2014/main" id="{4E410C5D-5ADD-7107-FB7E-4D8184A117D0}"/>
                  </a:ext>
                </a:extLst>
              </p:cNvPr>
              <p:cNvSpPr/>
              <p:nvPr/>
            </p:nvSpPr>
            <p:spPr>
              <a:xfrm>
                <a:off x="1908436" y="3701308"/>
                <a:ext cx="492000" cy="1895999"/>
              </a:xfrm>
              <a:custGeom>
                <a:avLst/>
                <a:gdLst>
                  <a:gd name="csX0" fmla="*/ 492000 w 492000"/>
                  <a:gd name="csY0" fmla="*/ 1896000 h 1895999"/>
                  <a:gd name="csX1" fmla="*/ 576 w 492000"/>
                  <a:gd name="csY1" fmla="*/ 1896000 h 1895999"/>
                  <a:gd name="csX2" fmla="*/ 0 w 492000"/>
                  <a:gd name="csY2" fmla="*/ 192000 h 1895999"/>
                  <a:gd name="csX3" fmla="*/ 192000 w 492000"/>
                  <a:gd name="csY3" fmla="*/ 0 h 1895999"/>
                  <a:gd name="csX4" fmla="*/ 492000 w 492000"/>
                  <a:gd name="csY4" fmla="*/ 0 h 1895999"/>
                  <a:gd name="csX5" fmla="*/ 492000 w 492000"/>
                  <a:gd name="csY5" fmla="*/ 1896000 h 1895999"/>
                </a:gdLst>
                <a:ahLst/>
                <a:cxnLst>
                  <a:cxn ang="0">
                    <a:pos x="csX0" y="csY0"/>
                  </a:cxn>
                  <a:cxn ang="0">
                    <a:pos x="csX1" y="csY1"/>
                  </a:cxn>
                  <a:cxn ang="0">
                    <a:pos x="csX2" y="csY2"/>
                  </a:cxn>
                  <a:cxn ang="0">
                    <a:pos x="csX3" y="csY3"/>
                  </a:cxn>
                  <a:cxn ang="0">
                    <a:pos x="csX4" y="csY4"/>
                  </a:cxn>
                  <a:cxn ang="0">
                    <a:pos x="csX5" y="csY5"/>
                  </a:cxn>
                </a:cxnLst>
                <a:rect l="l" t="t" r="r" b="b"/>
                <a:pathLst>
                  <a:path w="492000" h="1895999">
                    <a:moveTo>
                      <a:pt x="492000" y="1896000"/>
                    </a:moveTo>
                    <a:lnTo>
                      <a:pt x="576" y="1896000"/>
                    </a:lnTo>
                    <a:lnTo>
                      <a:pt x="0" y="192000"/>
                    </a:lnTo>
                    <a:cubicBezTo>
                      <a:pt x="0" y="85962"/>
                      <a:pt x="85962" y="0"/>
                      <a:pt x="192000" y="0"/>
                    </a:cubicBezTo>
                    <a:lnTo>
                      <a:pt x="492000" y="0"/>
                    </a:lnTo>
                    <a:lnTo>
                      <a:pt x="492000" y="1896000"/>
                    </a:lnTo>
                    <a:close/>
                  </a:path>
                </a:pathLst>
              </a:custGeom>
              <a:solidFill>
                <a:srgbClr val="737373"/>
              </a:solidFill>
              <a:ln w="5993" cap="flat">
                <a:noFill/>
                <a:prstDash val="solid"/>
                <a:miter/>
              </a:ln>
            </p:spPr>
            <p:txBody>
              <a:bodyPr/>
              <a:lstStyle/>
              <a:p>
                <a:endParaRPr lang="zh-CN" altLang="en-US"/>
              </a:p>
            </p:txBody>
          </p:sp>
          <p:sp>
            <p:nvSpPr>
              <p:cNvPr id="48" name="任意多边形: 形状 47">
                <a:extLst>
                  <a:ext uri="{FF2B5EF4-FFF2-40B4-BE49-F238E27FC236}">
                    <a16:creationId xmlns:a16="http://schemas.microsoft.com/office/drawing/2014/main" id="{92A54D01-9389-B2D8-798A-9569F622C5C1}"/>
                  </a:ext>
                </a:extLst>
              </p:cNvPr>
              <p:cNvSpPr/>
              <p:nvPr/>
            </p:nvSpPr>
            <p:spPr>
              <a:xfrm>
                <a:off x="2376436" y="3701308"/>
                <a:ext cx="2063633" cy="1895999"/>
              </a:xfrm>
              <a:custGeom>
                <a:avLst/>
                <a:gdLst>
                  <a:gd name="csX0" fmla="*/ 2063634 w 2063633"/>
                  <a:gd name="csY0" fmla="*/ 1896000 h 1895999"/>
                  <a:gd name="csX1" fmla="*/ 0 w 2063633"/>
                  <a:gd name="csY1" fmla="*/ 1896000 h 1895999"/>
                  <a:gd name="csX2" fmla="*/ 0 w 2063633"/>
                  <a:gd name="csY2" fmla="*/ 0 h 1895999"/>
                  <a:gd name="csX3" fmla="*/ 1871634 w 2063633"/>
                  <a:gd name="csY3" fmla="*/ 0 h 1895999"/>
                  <a:gd name="csX4" fmla="*/ 2063634 w 2063633"/>
                  <a:gd name="csY4" fmla="*/ 192000 h 1895999"/>
                  <a:gd name="csX5" fmla="*/ 2063634 w 2063633"/>
                  <a:gd name="csY5" fmla="*/ 1896000 h 1895999"/>
                </a:gdLst>
                <a:ahLst/>
                <a:cxnLst>
                  <a:cxn ang="0">
                    <a:pos x="csX0" y="csY0"/>
                  </a:cxn>
                  <a:cxn ang="0">
                    <a:pos x="csX1" y="csY1"/>
                  </a:cxn>
                  <a:cxn ang="0">
                    <a:pos x="csX2" y="csY2"/>
                  </a:cxn>
                  <a:cxn ang="0">
                    <a:pos x="csX3" y="csY3"/>
                  </a:cxn>
                  <a:cxn ang="0">
                    <a:pos x="csX4" y="csY4"/>
                  </a:cxn>
                  <a:cxn ang="0">
                    <a:pos x="csX5" y="csY5"/>
                  </a:cxn>
                </a:cxnLst>
                <a:rect l="l" t="t" r="r" b="b"/>
                <a:pathLst>
                  <a:path w="2063633" h="1895999">
                    <a:moveTo>
                      <a:pt x="2063634" y="1896000"/>
                    </a:moveTo>
                    <a:lnTo>
                      <a:pt x="0" y="1896000"/>
                    </a:lnTo>
                    <a:lnTo>
                      <a:pt x="0" y="0"/>
                    </a:lnTo>
                    <a:lnTo>
                      <a:pt x="1871634" y="0"/>
                    </a:lnTo>
                    <a:cubicBezTo>
                      <a:pt x="1977672" y="0"/>
                      <a:pt x="2063634" y="85962"/>
                      <a:pt x="2063634" y="192000"/>
                    </a:cubicBezTo>
                    <a:lnTo>
                      <a:pt x="2063634" y="1896000"/>
                    </a:lnTo>
                    <a:close/>
                  </a:path>
                </a:pathLst>
              </a:custGeom>
              <a:solidFill>
                <a:srgbClr val="505050"/>
              </a:solidFill>
              <a:ln w="5993" cap="flat">
                <a:noFill/>
                <a:prstDash val="solid"/>
                <a:miter/>
              </a:ln>
            </p:spPr>
            <p:txBody>
              <a:bodyPr/>
              <a:lstStyle/>
              <a:p>
                <a:endParaRPr lang="zh-CN" altLang="en-US"/>
              </a:p>
            </p:txBody>
          </p:sp>
        </p:grpSp>
        <p:grpSp>
          <p:nvGrpSpPr>
            <p:cNvPr id="49" name="图形 6" descr="校园餐盒，有三明治、果汁和水果">
              <a:extLst>
                <a:ext uri="{FF2B5EF4-FFF2-40B4-BE49-F238E27FC236}">
                  <a16:creationId xmlns:a16="http://schemas.microsoft.com/office/drawing/2014/main" id="{6141A3EA-66DF-D731-B9A2-5821FF4F97B3}"/>
                </a:ext>
              </a:extLst>
            </p:cNvPr>
            <p:cNvGrpSpPr/>
            <p:nvPr/>
          </p:nvGrpSpPr>
          <p:grpSpPr>
            <a:xfrm>
              <a:off x="3636435" y="3765886"/>
              <a:ext cx="725832" cy="1838117"/>
              <a:chOff x="3636435" y="3765886"/>
              <a:chExt cx="725832" cy="1838117"/>
            </a:xfrm>
          </p:grpSpPr>
          <p:grpSp>
            <p:nvGrpSpPr>
              <p:cNvPr id="50" name="图形 6" descr="校园餐盒，有三明治、果汁和水果">
                <a:extLst>
                  <a:ext uri="{FF2B5EF4-FFF2-40B4-BE49-F238E27FC236}">
                    <a16:creationId xmlns:a16="http://schemas.microsoft.com/office/drawing/2014/main" id="{93C14D9E-A248-2912-2EE5-F4F08638D073}"/>
                  </a:ext>
                </a:extLst>
              </p:cNvPr>
              <p:cNvGrpSpPr/>
              <p:nvPr/>
            </p:nvGrpSpPr>
            <p:grpSpPr>
              <a:xfrm>
                <a:off x="3636963" y="3765886"/>
                <a:ext cx="724955" cy="1838117"/>
                <a:chOff x="3636963" y="3765886"/>
                <a:chExt cx="724955" cy="1838117"/>
              </a:xfrm>
            </p:grpSpPr>
            <p:sp>
              <p:nvSpPr>
                <p:cNvPr id="51" name="任意多边形: 形状 50">
                  <a:extLst>
                    <a:ext uri="{FF2B5EF4-FFF2-40B4-BE49-F238E27FC236}">
                      <a16:creationId xmlns:a16="http://schemas.microsoft.com/office/drawing/2014/main" id="{83971618-7D13-A2D2-4697-551EB09D33DE}"/>
                    </a:ext>
                  </a:extLst>
                </p:cNvPr>
                <p:cNvSpPr/>
                <p:nvPr/>
              </p:nvSpPr>
              <p:spPr>
                <a:xfrm>
                  <a:off x="3636963" y="4409523"/>
                  <a:ext cx="724950" cy="1194480"/>
                </a:xfrm>
                <a:custGeom>
                  <a:avLst/>
                  <a:gdLst>
                    <a:gd name="csX0" fmla="*/ 0 w 724950"/>
                    <a:gd name="csY0" fmla="*/ 60480 h 1194480"/>
                    <a:gd name="csX1" fmla="*/ 0 w 724950"/>
                    <a:gd name="csY1" fmla="*/ 1052130 h 1194480"/>
                    <a:gd name="csX2" fmla="*/ 142350 w 724950"/>
                    <a:gd name="csY2" fmla="*/ 1194480 h 1194480"/>
                    <a:gd name="csX3" fmla="*/ 582600 w 724950"/>
                    <a:gd name="csY3" fmla="*/ 1194480 h 1194480"/>
                    <a:gd name="csX4" fmla="*/ 724950 w 724950"/>
                    <a:gd name="csY4" fmla="*/ 1052130 h 1194480"/>
                    <a:gd name="csX5" fmla="*/ 724950 w 724950"/>
                    <a:gd name="csY5" fmla="*/ 60480 h 1194480"/>
                    <a:gd name="csX6" fmla="*/ 363198 w 724950"/>
                    <a:gd name="csY6" fmla="*/ 0 h 1194480"/>
                    <a:gd name="csX7" fmla="*/ 0 w 724950"/>
                    <a:gd name="csY7" fmla="*/ 60480 h 1194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4950" h="1194480">
                      <a:moveTo>
                        <a:pt x="0" y="60480"/>
                      </a:moveTo>
                      <a:lnTo>
                        <a:pt x="0" y="1052130"/>
                      </a:lnTo>
                      <a:cubicBezTo>
                        <a:pt x="0" y="1130748"/>
                        <a:pt x="63726" y="1194480"/>
                        <a:pt x="142350" y="1194480"/>
                      </a:cubicBezTo>
                      <a:lnTo>
                        <a:pt x="582600" y="1194480"/>
                      </a:lnTo>
                      <a:cubicBezTo>
                        <a:pt x="661218" y="1194480"/>
                        <a:pt x="724950" y="1130742"/>
                        <a:pt x="724950" y="1052130"/>
                      </a:cubicBezTo>
                      <a:lnTo>
                        <a:pt x="724950" y="60480"/>
                      </a:lnTo>
                      <a:cubicBezTo>
                        <a:pt x="724950" y="60480"/>
                        <a:pt x="615996" y="0"/>
                        <a:pt x="363198" y="0"/>
                      </a:cubicBezTo>
                      <a:cubicBezTo>
                        <a:pt x="110394" y="-6"/>
                        <a:pt x="0" y="60480"/>
                        <a:pt x="0" y="60480"/>
                      </a:cubicBezTo>
                      <a:close/>
                    </a:path>
                  </a:pathLst>
                </a:custGeom>
                <a:solidFill>
                  <a:srgbClr val="F2F2F2"/>
                </a:solidFill>
                <a:ln w="5993" cap="flat">
                  <a:noFill/>
                  <a:prstDash val="solid"/>
                  <a:miter/>
                </a:ln>
              </p:spPr>
              <p:txBody>
                <a:bodyPr/>
                <a:lstStyle/>
                <a:p>
                  <a:endParaRPr lang="zh-CN" altLang="en-US"/>
                </a:p>
              </p:txBody>
            </p:sp>
            <p:sp>
              <p:nvSpPr>
                <p:cNvPr id="52" name="任意多边形: 形状 51">
                  <a:extLst>
                    <a:ext uri="{FF2B5EF4-FFF2-40B4-BE49-F238E27FC236}">
                      <a16:creationId xmlns:a16="http://schemas.microsoft.com/office/drawing/2014/main" id="{1813E07B-6196-7389-7A4B-A7A34D0F2AA7}"/>
                    </a:ext>
                  </a:extLst>
                </p:cNvPr>
                <p:cNvSpPr/>
                <p:nvPr/>
              </p:nvSpPr>
              <p:spPr>
                <a:xfrm>
                  <a:off x="3636970" y="3852886"/>
                  <a:ext cx="724949" cy="617117"/>
                </a:xfrm>
                <a:custGeom>
                  <a:avLst/>
                  <a:gdLst>
                    <a:gd name="csX0" fmla="*/ 724944 w 724949"/>
                    <a:gd name="csY0" fmla="*/ 473118 h 617117"/>
                    <a:gd name="csX1" fmla="*/ 613482 w 724949"/>
                    <a:gd name="csY1" fmla="*/ 209772 h 617117"/>
                    <a:gd name="csX2" fmla="*/ 521958 w 724949"/>
                    <a:gd name="csY2" fmla="*/ 0 h 617117"/>
                    <a:gd name="csX3" fmla="*/ 202980 w 724949"/>
                    <a:gd name="csY3" fmla="*/ 0 h 617117"/>
                    <a:gd name="csX4" fmla="*/ 111456 w 724949"/>
                    <a:gd name="csY4" fmla="*/ 209772 h 617117"/>
                    <a:gd name="csX5" fmla="*/ 0 w 724949"/>
                    <a:gd name="csY5" fmla="*/ 471216 h 617117"/>
                    <a:gd name="csX6" fmla="*/ 0 w 724949"/>
                    <a:gd name="csY6" fmla="*/ 617118 h 617117"/>
                    <a:gd name="csX7" fmla="*/ 724950 w 724949"/>
                    <a:gd name="csY7" fmla="*/ 617118 h 617117"/>
                    <a:gd name="csX8" fmla="*/ 724950 w 724949"/>
                    <a:gd name="csY8" fmla="*/ 473118 h 617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24949" h="617117">
                      <a:moveTo>
                        <a:pt x="724944" y="473118"/>
                      </a:moveTo>
                      <a:cubicBezTo>
                        <a:pt x="724944" y="370362"/>
                        <a:pt x="682176" y="275718"/>
                        <a:pt x="613482" y="209772"/>
                      </a:cubicBezTo>
                      <a:cubicBezTo>
                        <a:pt x="556056" y="154638"/>
                        <a:pt x="521958" y="79608"/>
                        <a:pt x="521958" y="0"/>
                      </a:cubicBezTo>
                      <a:lnTo>
                        <a:pt x="202980" y="0"/>
                      </a:lnTo>
                      <a:cubicBezTo>
                        <a:pt x="202980" y="79608"/>
                        <a:pt x="168888" y="154638"/>
                        <a:pt x="111456" y="209772"/>
                      </a:cubicBezTo>
                      <a:cubicBezTo>
                        <a:pt x="42768" y="275718"/>
                        <a:pt x="0" y="368460"/>
                        <a:pt x="0" y="471216"/>
                      </a:cubicBezTo>
                      <a:lnTo>
                        <a:pt x="0" y="617118"/>
                      </a:lnTo>
                      <a:lnTo>
                        <a:pt x="724950" y="617118"/>
                      </a:lnTo>
                      <a:lnTo>
                        <a:pt x="724950" y="473118"/>
                      </a:lnTo>
                      <a:close/>
                    </a:path>
                  </a:pathLst>
                </a:custGeom>
                <a:solidFill>
                  <a:srgbClr val="E6E6E6"/>
                </a:solidFill>
                <a:ln w="5993" cap="flat">
                  <a:noFill/>
                  <a:prstDash val="solid"/>
                  <a:miter/>
                </a:ln>
              </p:spPr>
              <p:txBody>
                <a:bodyPr/>
                <a:lstStyle/>
                <a:p>
                  <a:endParaRPr lang="zh-CN" altLang="en-US"/>
                </a:p>
              </p:txBody>
            </p:sp>
            <p:sp>
              <p:nvSpPr>
                <p:cNvPr id="53" name="任意多边形: 形状 52">
                  <a:extLst>
                    <a:ext uri="{FF2B5EF4-FFF2-40B4-BE49-F238E27FC236}">
                      <a16:creationId xmlns:a16="http://schemas.microsoft.com/office/drawing/2014/main" id="{581618E9-4535-ED0A-9703-0D59EAA7AC48}"/>
                    </a:ext>
                  </a:extLst>
                </p:cNvPr>
                <p:cNvSpPr/>
                <p:nvPr/>
              </p:nvSpPr>
              <p:spPr>
                <a:xfrm>
                  <a:off x="4200967" y="4152004"/>
                  <a:ext cx="89996" cy="263999"/>
                </a:xfrm>
                <a:custGeom>
                  <a:avLst/>
                  <a:gdLst>
                    <a:gd name="csX0" fmla="*/ 77997 w 89996"/>
                    <a:gd name="csY0" fmla="*/ 263999 h 263999"/>
                    <a:gd name="csX1" fmla="*/ 65997 w 89996"/>
                    <a:gd name="csY1" fmla="*/ 251999 h 263999"/>
                    <a:gd name="csX2" fmla="*/ 65997 w 89996"/>
                    <a:gd name="csY2" fmla="*/ 192173 h 263999"/>
                    <a:gd name="csX3" fmla="*/ 2841 w 89996"/>
                    <a:gd name="csY3" fmla="*/ 19751 h 263999"/>
                    <a:gd name="csX4" fmla="*/ 4245 w 89996"/>
                    <a:gd name="csY4" fmla="*/ 2843 h 263999"/>
                    <a:gd name="csX5" fmla="*/ 21153 w 89996"/>
                    <a:gd name="csY5" fmla="*/ 4247 h 263999"/>
                    <a:gd name="csX6" fmla="*/ 89997 w 89996"/>
                    <a:gd name="csY6" fmla="*/ 192173 h 263999"/>
                    <a:gd name="csX7" fmla="*/ 89997 w 89996"/>
                    <a:gd name="csY7" fmla="*/ 251999 h 263999"/>
                    <a:gd name="csX8" fmla="*/ 77997 w 89996"/>
                    <a:gd name="csY8" fmla="*/ 263999 h 263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9996" h="263999">
                      <a:moveTo>
                        <a:pt x="77997" y="263999"/>
                      </a:moveTo>
                      <a:cubicBezTo>
                        <a:pt x="71373" y="263999"/>
                        <a:pt x="65997" y="258623"/>
                        <a:pt x="65997" y="251999"/>
                      </a:cubicBezTo>
                      <a:lnTo>
                        <a:pt x="65997" y="192173"/>
                      </a:lnTo>
                      <a:cubicBezTo>
                        <a:pt x="65997" y="129113"/>
                        <a:pt x="43569" y="67883"/>
                        <a:pt x="2841" y="19751"/>
                      </a:cubicBezTo>
                      <a:cubicBezTo>
                        <a:pt x="-1443" y="14687"/>
                        <a:pt x="-807" y="7121"/>
                        <a:pt x="4245" y="2843"/>
                      </a:cubicBezTo>
                      <a:cubicBezTo>
                        <a:pt x="9315" y="-1447"/>
                        <a:pt x="16875" y="-805"/>
                        <a:pt x="21153" y="4247"/>
                      </a:cubicBezTo>
                      <a:cubicBezTo>
                        <a:pt x="65547" y="56705"/>
                        <a:pt x="89997" y="123449"/>
                        <a:pt x="89997" y="192173"/>
                      </a:cubicBezTo>
                      <a:lnTo>
                        <a:pt x="89997" y="251999"/>
                      </a:lnTo>
                      <a:cubicBezTo>
                        <a:pt x="89997" y="258623"/>
                        <a:pt x="84627" y="263999"/>
                        <a:pt x="77997" y="263999"/>
                      </a:cubicBezTo>
                      <a:close/>
                    </a:path>
                  </a:pathLst>
                </a:custGeom>
                <a:solidFill>
                  <a:srgbClr val="FFFFFF"/>
                </a:solidFill>
                <a:ln w="5993" cap="flat">
                  <a:noFill/>
                  <a:prstDash val="solid"/>
                  <a:miter/>
                </a:ln>
              </p:spPr>
              <p:txBody>
                <a:bodyPr/>
                <a:lstStyle/>
                <a:p>
                  <a:endParaRPr lang="zh-CN" altLang="en-US"/>
                </a:p>
              </p:txBody>
            </p:sp>
            <p:sp>
              <p:nvSpPr>
                <p:cNvPr id="54" name="任意多边形: 形状 53">
                  <a:extLst>
                    <a:ext uri="{FF2B5EF4-FFF2-40B4-BE49-F238E27FC236}">
                      <a16:creationId xmlns:a16="http://schemas.microsoft.com/office/drawing/2014/main" id="{52D579CA-B8D7-2359-781C-A48800AADEDC}"/>
                    </a:ext>
                  </a:extLst>
                </p:cNvPr>
                <p:cNvSpPr/>
                <p:nvPr/>
              </p:nvSpPr>
              <p:spPr>
                <a:xfrm>
                  <a:off x="4266963" y="4458004"/>
                  <a:ext cx="24000" cy="252000"/>
                </a:xfrm>
                <a:custGeom>
                  <a:avLst/>
                  <a:gdLst>
                    <a:gd name="csX0" fmla="*/ 12000 w 24000"/>
                    <a:gd name="csY0" fmla="*/ 252000 h 252000"/>
                    <a:gd name="csX1" fmla="*/ 0 w 24000"/>
                    <a:gd name="csY1" fmla="*/ 240000 h 252000"/>
                    <a:gd name="csX2" fmla="*/ 0 w 24000"/>
                    <a:gd name="csY2" fmla="*/ 12000 h 252000"/>
                    <a:gd name="csX3" fmla="*/ 12000 w 24000"/>
                    <a:gd name="csY3" fmla="*/ 0 h 252000"/>
                    <a:gd name="csX4" fmla="*/ 24000 w 24000"/>
                    <a:gd name="csY4" fmla="*/ 12000 h 252000"/>
                    <a:gd name="csX5" fmla="*/ 24000 w 24000"/>
                    <a:gd name="csY5" fmla="*/ 240000 h 252000"/>
                    <a:gd name="csX6" fmla="*/ 12000 w 24000"/>
                    <a:gd name="csY6" fmla="*/ 252000 h 252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000" h="252000">
                      <a:moveTo>
                        <a:pt x="12000" y="252000"/>
                      </a:moveTo>
                      <a:cubicBezTo>
                        <a:pt x="5376" y="252000"/>
                        <a:pt x="0" y="246624"/>
                        <a:pt x="0" y="240000"/>
                      </a:cubicBezTo>
                      <a:lnTo>
                        <a:pt x="0" y="12000"/>
                      </a:lnTo>
                      <a:cubicBezTo>
                        <a:pt x="0" y="5376"/>
                        <a:pt x="5376" y="0"/>
                        <a:pt x="12000" y="0"/>
                      </a:cubicBezTo>
                      <a:cubicBezTo>
                        <a:pt x="18624" y="0"/>
                        <a:pt x="24000" y="5376"/>
                        <a:pt x="24000" y="12000"/>
                      </a:cubicBezTo>
                      <a:lnTo>
                        <a:pt x="24000" y="240000"/>
                      </a:lnTo>
                      <a:cubicBezTo>
                        <a:pt x="24000" y="246624"/>
                        <a:pt x="18630" y="252000"/>
                        <a:pt x="12000" y="252000"/>
                      </a:cubicBezTo>
                      <a:close/>
                    </a:path>
                  </a:pathLst>
                </a:custGeom>
                <a:solidFill>
                  <a:srgbClr val="FFFFFF"/>
                </a:solidFill>
                <a:ln w="5993" cap="flat">
                  <a:noFill/>
                  <a:prstDash val="solid"/>
                  <a:miter/>
                </a:ln>
              </p:spPr>
              <p:txBody>
                <a:bodyPr/>
                <a:lstStyle/>
                <a:p>
                  <a:endParaRPr lang="zh-CN" altLang="en-US"/>
                </a:p>
              </p:txBody>
            </p:sp>
            <p:sp>
              <p:nvSpPr>
                <p:cNvPr id="55" name="任意多边形: 形状 54">
                  <a:extLst>
                    <a:ext uri="{FF2B5EF4-FFF2-40B4-BE49-F238E27FC236}">
                      <a16:creationId xmlns:a16="http://schemas.microsoft.com/office/drawing/2014/main" id="{FA76963D-6C67-31AB-05BF-F9C715B4FAD2}"/>
                    </a:ext>
                  </a:extLst>
                </p:cNvPr>
                <p:cNvSpPr/>
                <p:nvPr/>
              </p:nvSpPr>
              <p:spPr>
                <a:xfrm>
                  <a:off x="3782481" y="3765886"/>
                  <a:ext cx="434969" cy="101495"/>
                </a:xfrm>
                <a:custGeom>
                  <a:avLst/>
                  <a:gdLst>
                    <a:gd name="csX0" fmla="*/ 384222 w 434969"/>
                    <a:gd name="csY0" fmla="*/ 101496 h 101495"/>
                    <a:gd name="csX1" fmla="*/ 50748 w 434969"/>
                    <a:gd name="csY1" fmla="*/ 101496 h 101495"/>
                    <a:gd name="csX2" fmla="*/ 0 w 434969"/>
                    <a:gd name="csY2" fmla="*/ 50748 h 101495"/>
                    <a:gd name="csX3" fmla="*/ 50748 w 434969"/>
                    <a:gd name="csY3" fmla="*/ 0 h 101495"/>
                    <a:gd name="csX4" fmla="*/ 384222 w 434969"/>
                    <a:gd name="csY4" fmla="*/ 0 h 101495"/>
                    <a:gd name="csX5" fmla="*/ 434970 w 434969"/>
                    <a:gd name="csY5" fmla="*/ 50748 h 101495"/>
                    <a:gd name="csX6" fmla="*/ 384222 w 434969"/>
                    <a:gd name="csY6" fmla="*/ 101496 h 1014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4969" h="101495">
                      <a:moveTo>
                        <a:pt x="384222" y="101496"/>
                      </a:moveTo>
                      <a:lnTo>
                        <a:pt x="50748" y="101496"/>
                      </a:lnTo>
                      <a:cubicBezTo>
                        <a:pt x="22722" y="101496"/>
                        <a:pt x="0" y="78774"/>
                        <a:pt x="0" y="50748"/>
                      </a:cubicBezTo>
                      <a:cubicBezTo>
                        <a:pt x="0" y="22722"/>
                        <a:pt x="22716" y="0"/>
                        <a:pt x="50748" y="0"/>
                      </a:cubicBezTo>
                      <a:lnTo>
                        <a:pt x="384222" y="0"/>
                      </a:lnTo>
                      <a:cubicBezTo>
                        <a:pt x="412248" y="0"/>
                        <a:pt x="434970" y="22716"/>
                        <a:pt x="434970" y="50748"/>
                      </a:cubicBezTo>
                      <a:cubicBezTo>
                        <a:pt x="434970" y="78774"/>
                        <a:pt x="412248" y="101496"/>
                        <a:pt x="384222" y="101496"/>
                      </a:cubicBezTo>
                      <a:close/>
                    </a:path>
                  </a:pathLst>
                </a:custGeom>
                <a:solidFill>
                  <a:srgbClr val="2F2F2F"/>
                </a:solidFill>
                <a:ln w="5993" cap="flat">
                  <a:noFill/>
                  <a:prstDash val="solid"/>
                  <a:miter/>
                </a:ln>
              </p:spPr>
              <p:txBody>
                <a:bodyPr/>
                <a:lstStyle/>
                <a:p>
                  <a:endParaRPr lang="zh-CN" altLang="en-US"/>
                </a:p>
              </p:txBody>
            </p:sp>
          </p:grpSp>
          <p:grpSp>
            <p:nvGrpSpPr>
              <p:cNvPr id="56" name="图形 6" descr="校园餐盒，有三明治、果汁和水果">
                <a:extLst>
                  <a:ext uri="{FF2B5EF4-FFF2-40B4-BE49-F238E27FC236}">
                    <a16:creationId xmlns:a16="http://schemas.microsoft.com/office/drawing/2014/main" id="{78BA6D24-5FFA-D273-26D6-F8662CB384DF}"/>
                  </a:ext>
                </a:extLst>
              </p:cNvPr>
              <p:cNvGrpSpPr/>
              <p:nvPr/>
            </p:nvGrpSpPr>
            <p:grpSpPr>
              <a:xfrm>
                <a:off x="3636435" y="4746004"/>
                <a:ext cx="725832" cy="678000"/>
                <a:chOff x="3636435" y="4746004"/>
                <a:chExt cx="725832" cy="678000"/>
              </a:xfrm>
            </p:grpSpPr>
            <p:sp>
              <p:nvSpPr>
                <p:cNvPr id="57" name="任意多边形: 形状 56">
                  <a:extLst>
                    <a:ext uri="{FF2B5EF4-FFF2-40B4-BE49-F238E27FC236}">
                      <a16:creationId xmlns:a16="http://schemas.microsoft.com/office/drawing/2014/main" id="{FC2F80D1-5EBA-558B-2643-5D69F1A2EE34}"/>
                    </a:ext>
                  </a:extLst>
                </p:cNvPr>
                <p:cNvSpPr/>
                <p:nvPr/>
              </p:nvSpPr>
              <p:spPr>
                <a:xfrm>
                  <a:off x="3636435" y="4746004"/>
                  <a:ext cx="725832" cy="678000"/>
                </a:xfrm>
                <a:custGeom>
                  <a:avLst/>
                  <a:gdLst>
                    <a:gd name="csX0" fmla="*/ 725832 w 725832"/>
                    <a:gd name="csY0" fmla="*/ 678000 h 678000"/>
                    <a:gd name="csX1" fmla="*/ 0 w 725832"/>
                    <a:gd name="csY1" fmla="*/ 678000 h 678000"/>
                    <a:gd name="csX2" fmla="*/ 0 w 725832"/>
                    <a:gd name="csY2" fmla="*/ 390 h 678000"/>
                    <a:gd name="csX3" fmla="*/ 725832 w 725832"/>
                    <a:gd name="csY3" fmla="*/ 0 h 678000"/>
                  </a:gdLst>
                  <a:ahLst/>
                  <a:cxnLst>
                    <a:cxn ang="0">
                      <a:pos x="csX0" y="csY0"/>
                    </a:cxn>
                    <a:cxn ang="0">
                      <a:pos x="csX1" y="csY1"/>
                    </a:cxn>
                    <a:cxn ang="0">
                      <a:pos x="csX2" y="csY2"/>
                    </a:cxn>
                    <a:cxn ang="0">
                      <a:pos x="csX3" y="csY3"/>
                    </a:cxn>
                  </a:cxnLst>
                  <a:rect l="l" t="t" r="r" b="b"/>
                  <a:pathLst>
                    <a:path w="725832" h="678000">
                      <a:moveTo>
                        <a:pt x="725832" y="678000"/>
                      </a:moveTo>
                      <a:lnTo>
                        <a:pt x="0" y="678000"/>
                      </a:lnTo>
                      <a:lnTo>
                        <a:pt x="0" y="390"/>
                      </a:lnTo>
                      <a:lnTo>
                        <a:pt x="725832" y="0"/>
                      </a:lnTo>
                      <a:close/>
                    </a:path>
                  </a:pathLst>
                </a:custGeom>
                <a:solidFill>
                  <a:srgbClr val="737373"/>
                </a:solidFill>
                <a:ln w="5993" cap="flat">
                  <a:noFill/>
                  <a:prstDash val="solid"/>
                  <a:miter/>
                </a:ln>
              </p:spPr>
              <p:txBody>
                <a:bodyPr/>
                <a:lstStyle/>
                <a:p>
                  <a:endParaRPr lang="zh-CN" altLang="en-US"/>
                </a:p>
              </p:txBody>
            </p:sp>
            <p:sp>
              <p:nvSpPr>
                <p:cNvPr id="58" name="任意多边形: 形状 57">
                  <a:extLst>
                    <a:ext uri="{FF2B5EF4-FFF2-40B4-BE49-F238E27FC236}">
                      <a16:creationId xmlns:a16="http://schemas.microsoft.com/office/drawing/2014/main" id="{0ED486B3-80FC-6419-ACFA-2921CF30548E}"/>
                    </a:ext>
                  </a:extLst>
                </p:cNvPr>
                <p:cNvSpPr/>
                <p:nvPr/>
              </p:nvSpPr>
              <p:spPr>
                <a:xfrm>
                  <a:off x="3739917" y="4825450"/>
                  <a:ext cx="289980" cy="43500"/>
                </a:xfrm>
                <a:custGeom>
                  <a:avLst/>
                  <a:gdLst>
                    <a:gd name="csX0" fmla="*/ 268230 w 289980"/>
                    <a:gd name="csY0" fmla="*/ 43500 h 43500"/>
                    <a:gd name="csX1" fmla="*/ 21750 w 289980"/>
                    <a:gd name="csY1" fmla="*/ 43500 h 43500"/>
                    <a:gd name="csX2" fmla="*/ 0 w 289980"/>
                    <a:gd name="csY2" fmla="*/ 21750 h 43500"/>
                    <a:gd name="csX3" fmla="*/ 21750 w 289980"/>
                    <a:gd name="csY3" fmla="*/ 0 h 43500"/>
                    <a:gd name="csX4" fmla="*/ 268230 w 289980"/>
                    <a:gd name="csY4" fmla="*/ 0 h 43500"/>
                    <a:gd name="csX5" fmla="*/ 289980 w 289980"/>
                    <a:gd name="csY5" fmla="*/ 21750 h 43500"/>
                    <a:gd name="csX6" fmla="*/ 268230 w 289980"/>
                    <a:gd name="csY6" fmla="*/ 43500 h 4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9980" h="43500">
                      <a:moveTo>
                        <a:pt x="268230" y="43500"/>
                      </a:moveTo>
                      <a:lnTo>
                        <a:pt x="21750" y="43500"/>
                      </a:lnTo>
                      <a:cubicBezTo>
                        <a:pt x="9738" y="43500"/>
                        <a:pt x="0" y="33762"/>
                        <a:pt x="0" y="21750"/>
                      </a:cubicBezTo>
                      <a:cubicBezTo>
                        <a:pt x="0" y="9738"/>
                        <a:pt x="9738" y="0"/>
                        <a:pt x="21750" y="0"/>
                      </a:cubicBezTo>
                      <a:lnTo>
                        <a:pt x="268230" y="0"/>
                      </a:lnTo>
                      <a:cubicBezTo>
                        <a:pt x="280242" y="0"/>
                        <a:pt x="289980" y="9738"/>
                        <a:pt x="289980" y="21750"/>
                      </a:cubicBezTo>
                      <a:cubicBezTo>
                        <a:pt x="289980" y="33762"/>
                        <a:pt x="280242" y="43500"/>
                        <a:pt x="268230" y="43500"/>
                      </a:cubicBezTo>
                      <a:close/>
                    </a:path>
                  </a:pathLst>
                </a:custGeom>
                <a:solidFill>
                  <a:srgbClr val="505050"/>
                </a:solidFill>
                <a:ln w="5993" cap="flat">
                  <a:noFill/>
                  <a:prstDash val="solid"/>
                  <a:miter/>
                </a:ln>
              </p:spPr>
              <p:txBody>
                <a:bodyPr/>
                <a:lstStyle/>
                <a:p>
                  <a:endParaRPr lang="zh-CN" altLang="en-US"/>
                </a:p>
              </p:txBody>
            </p:sp>
            <p:sp>
              <p:nvSpPr>
                <p:cNvPr id="59" name="任意多边形: 形状 58">
                  <a:extLst>
                    <a:ext uri="{FF2B5EF4-FFF2-40B4-BE49-F238E27FC236}">
                      <a16:creationId xmlns:a16="http://schemas.microsoft.com/office/drawing/2014/main" id="{88980EA0-F9A0-FDA5-BD23-30B16FE973A5}"/>
                    </a:ext>
                  </a:extLst>
                </p:cNvPr>
                <p:cNvSpPr/>
                <p:nvPr/>
              </p:nvSpPr>
              <p:spPr>
                <a:xfrm>
                  <a:off x="3739924" y="4912443"/>
                  <a:ext cx="526452" cy="43500"/>
                </a:xfrm>
                <a:custGeom>
                  <a:avLst/>
                  <a:gdLst>
                    <a:gd name="csX0" fmla="*/ 504702 w 526452"/>
                    <a:gd name="csY0" fmla="*/ 43500 h 43500"/>
                    <a:gd name="csX1" fmla="*/ 21750 w 526452"/>
                    <a:gd name="csY1" fmla="*/ 43500 h 43500"/>
                    <a:gd name="csX2" fmla="*/ 0 w 526452"/>
                    <a:gd name="csY2" fmla="*/ 21750 h 43500"/>
                    <a:gd name="csX3" fmla="*/ 21750 w 526452"/>
                    <a:gd name="csY3" fmla="*/ 0 h 43500"/>
                    <a:gd name="csX4" fmla="*/ 504702 w 526452"/>
                    <a:gd name="csY4" fmla="*/ 0 h 43500"/>
                    <a:gd name="csX5" fmla="*/ 526452 w 526452"/>
                    <a:gd name="csY5" fmla="*/ 21750 h 43500"/>
                    <a:gd name="csX6" fmla="*/ 504702 w 526452"/>
                    <a:gd name="csY6" fmla="*/ 43500 h 4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6452" h="43500">
                      <a:moveTo>
                        <a:pt x="504702" y="43500"/>
                      </a:moveTo>
                      <a:lnTo>
                        <a:pt x="21750" y="43500"/>
                      </a:lnTo>
                      <a:cubicBezTo>
                        <a:pt x="9738" y="43500"/>
                        <a:pt x="0" y="33762"/>
                        <a:pt x="0" y="21750"/>
                      </a:cubicBezTo>
                      <a:cubicBezTo>
                        <a:pt x="0" y="9738"/>
                        <a:pt x="9738" y="0"/>
                        <a:pt x="21750" y="0"/>
                      </a:cubicBezTo>
                      <a:lnTo>
                        <a:pt x="504702" y="0"/>
                      </a:lnTo>
                      <a:cubicBezTo>
                        <a:pt x="516714" y="0"/>
                        <a:pt x="526452" y="9738"/>
                        <a:pt x="526452" y="21750"/>
                      </a:cubicBezTo>
                      <a:cubicBezTo>
                        <a:pt x="526452" y="33762"/>
                        <a:pt x="516714" y="43500"/>
                        <a:pt x="504702" y="43500"/>
                      </a:cubicBezTo>
                      <a:close/>
                    </a:path>
                  </a:pathLst>
                </a:custGeom>
                <a:solidFill>
                  <a:srgbClr val="505050"/>
                </a:solidFill>
                <a:ln w="5993" cap="flat">
                  <a:noFill/>
                  <a:prstDash val="solid"/>
                  <a:miter/>
                </a:ln>
              </p:spPr>
              <p:txBody>
                <a:bodyPr/>
                <a:lstStyle/>
                <a:p>
                  <a:endParaRPr lang="zh-CN" altLang="en-US"/>
                </a:p>
              </p:txBody>
            </p:sp>
            <p:sp>
              <p:nvSpPr>
                <p:cNvPr id="60" name="椭圆 59">
                  <a:extLst>
                    <a:ext uri="{FF2B5EF4-FFF2-40B4-BE49-F238E27FC236}">
                      <a16:creationId xmlns:a16="http://schemas.microsoft.com/office/drawing/2014/main" id="{C04A5CC1-D8AD-0A46-05D4-6630003CF7B5}"/>
                    </a:ext>
                  </a:extLst>
                </p:cNvPr>
                <p:cNvSpPr/>
                <p:nvPr/>
              </p:nvSpPr>
              <p:spPr>
                <a:xfrm>
                  <a:off x="3738964" y="5049970"/>
                  <a:ext cx="272027" cy="272027"/>
                </a:xfrm>
                <a:prstGeom prst="ellipse">
                  <a:avLst/>
                </a:prstGeom>
                <a:solidFill>
                  <a:srgbClr val="505050"/>
                </a:solidFill>
                <a:ln w="5993" cap="flat">
                  <a:noFill/>
                  <a:prstDash val="solid"/>
                  <a:miter/>
                </a:ln>
              </p:spPr>
              <p:txBody>
                <a:bodyPr/>
                <a:lstStyle/>
                <a:p>
                  <a:endParaRPr lang="zh-CN" altLang="en-US"/>
                </a:p>
              </p:txBody>
            </p:sp>
            <p:sp>
              <p:nvSpPr>
                <p:cNvPr id="61" name="任意多边形: 形状 60">
                  <a:extLst>
                    <a:ext uri="{FF2B5EF4-FFF2-40B4-BE49-F238E27FC236}">
                      <a16:creationId xmlns:a16="http://schemas.microsoft.com/office/drawing/2014/main" id="{58388710-E84B-3EFB-C034-2B27833CBEB2}"/>
                    </a:ext>
                  </a:extLst>
                </p:cNvPr>
                <p:cNvSpPr/>
                <p:nvPr/>
              </p:nvSpPr>
              <p:spPr>
                <a:xfrm>
                  <a:off x="3824729" y="5086110"/>
                  <a:ext cx="124586" cy="107898"/>
                </a:xfrm>
                <a:custGeom>
                  <a:avLst/>
                  <a:gdLst>
                    <a:gd name="csX0" fmla="*/ 124510 w 124586"/>
                    <a:gd name="csY0" fmla="*/ 54003 h 107898"/>
                    <a:gd name="csX1" fmla="*/ 84376 w 124586"/>
                    <a:gd name="csY1" fmla="*/ 66681 h 107898"/>
                    <a:gd name="csX2" fmla="*/ 93466 w 124586"/>
                    <a:gd name="csY2" fmla="*/ 107800 h 107898"/>
                    <a:gd name="csX3" fmla="*/ 93370 w 124586"/>
                    <a:gd name="csY3" fmla="*/ 107860 h 107898"/>
                    <a:gd name="csX4" fmla="*/ 62290 w 124586"/>
                    <a:gd name="csY4" fmla="*/ 79438 h 107898"/>
                    <a:gd name="csX5" fmla="*/ 31211 w 124586"/>
                    <a:gd name="csY5" fmla="*/ 107860 h 107898"/>
                    <a:gd name="csX6" fmla="*/ 31115 w 124586"/>
                    <a:gd name="csY6" fmla="*/ 107800 h 107898"/>
                    <a:gd name="csX7" fmla="*/ 40204 w 124586"/>
                    <a:gd name="csY7" fmla="*/ 66681 h 107898"/>
                    <a:gd name="csX8" fmla="*/ 76 w 124586"/>
                    <a:gd name="csY8" fmla="*/ 54009 h 107898"/>
                    <a:gd name="csX9" fmla="*/ 76 w 124586"/>
                    <a:gd name="csY9" fmla="*/ 53895 h 107898"/>
                    <a:gd name="csX10" fmla="*/ 40211 w 124586"/>
                    <a:gd name="csY10" fmla="*/ 41218 h 107898"/>
                    <a:gd name="csX11" fmla="*/ 31120 w 124586"/>
                    <a:gd name="csY11" fmla="*/ 99 h 107898"/>
                    <a:gd name="csX12" fmla="*/ 31216 w 124586"/>
                    <a:gd name="csY12" fmla="*/ 39 h 107898"/>
                    <a:gd name="csX13" fmla="*/ 62290 w 124586"/>
                    <a:gd name="csY13" fmla="*/ 28461 h 107898"/>
                    <a:gd name="csX14" fmla="*/ 93370 w 124586"/>
                    <a:gd name="csY14" fmla="*/ 39 h 107898"/>
                    <a:gd name="csX15" fmla="*/ 93472 w 124586"/>
                    <a:gd name="csY15" fmla="*/ 99 h 107898"/>
                    <a:gd name="csX16" fmla="*/ 84383 w 124586"/>
                    <a:gd name="csY16" fmla="*/ 41218 h 107898"/>
                    <a:gd name="csX17" fmla="*/ 124510 w 124586"/>
                    <a:gd name="csY17" fmla="*/ 53890 h 107898"/>
                    <a:gd name="csX18" fmla="*/ 124510 w 124586"/>
                    <a:gd name="csY18" fmla="*/ 54003 h 107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4586" h="107898">
                      <a:moveTo>
                        <a:pt x="124510" y="54003"/>
                      </a:moveTo>
                      <a:lnTo>
                        <a:pt x="84376" y="66681"/>
                      </a:lnTo>
                      <a:lnTo>
                        <a:pt x="93466" y="107800"/>
                      </a:lnTo>
                      <a:cubicBezTo>
                        <a:pt x="93491" y="107901"/>
                        <a:pt x="93443" y="107925"/>
                        <a:pt x="93370" y="107860"/>
                      </a:cubicBezTo>
                      <a:lnTo>
                        <a:pt x="62290" y="79438"/>
                      </a:lnTo>
                      <a:lnTo>
                        <a:pt x="31211" y="107860"/>
                      </a:lnTo>
                      <a:cubicBezTo>
                        <a:pt x="31133" y="107931"/>
                        <a:pt x="31090" y="107901"/>
                        <a:pt x="31115" y="107800"/>
                      </a:cubicBezTo>
                      <a:lnTo>
                        <a:pt x="40204" y="66681"/>
                      </a:lnTo>
                      <a:lnTo>
                        <a:pt x="76" y="54009"/>
                      </a:lnTo>
                      <a:cubicBezTo>
                        <a:pt x="-25" y="53979"/>
                        <a:pt x="-25" y="53925"/>
                        <a:pt x="76" y="53895"/>
                      </a:cubicBezTo>
                      <a:lnTo>
                        <a:pt x="40211" y="41218"/>
                      </a:lnTo>
                      <a:lnTo>
                        <a:pt x="31120" y="99"/>
                      </a:lnTo>
                      <a:cubicBezTo>
                        <a:pt x="31096" y="-2"/>
                        <a:pt x="31144" y="-27"/>
                        <a:pt x="31216" y="39"/>
                      </a:cubicBezTo>
                      <a:lnTo>
                        <a:pt x="62290" y="28461"/>
                      </a:lnTo>
                      <a:lnTo>
                        <a:pt x="93370" y="39"/>
                      </a:lnTo>
                      <a:cubicBezTo>
                        <a:pt x="93448" y="-32"/>
                        <a:pt x="93491" y="-2"/>
                        <a:pt x="93472" y="99"/>
                      </a:cubicBezTo>
                      <a:lnTo>
                        <a:pt x="84383" y="41218"/>
                      </a:lnTo>
                      <a:lnTo>
                        <a:pt x="124510" y="53890"/>
                      </a:lnTo>
                      <a:cubicBezTo>
                        <a:pt x="124612" y="53920"/>
                        <a:pt x="124612" y="53973"/>
                        <a:pt x="124510" y="54003"/>
                      </a:cubicBezTo>
                      <a:close/>
                    </a:path>
                  </a:pathLst>
                </a:custGeom>
                <a:solidFill>
                  <a:srgbClr val="737373"/>
                </a:solidFill>
                <a:ln w="5993" cap="flat">
                  <a:noFill/>
                  <a:prstDash val="solid"/>
                  <a:miter/>
                </a:ln>
              </p:spPr>
              <p:txBody>
                <a:bodyPr/>
                <a:lstStyle/>
                <a:p>
                  <a:endParaRPr lang="zh-CN" altLang="en-US"/>
                </a:p>
              </p:txBody>
            </p:sp>
          </p:grpSp>
        </p:grpSp>
        <p:grpSp>
          <p:nvGrpSpPr>
            <p:cNvPr id="62" name="图形 6" descr="校园餐盒，有三明治、果汁和水果">
              <a:extLst>
                <a:ext uri="{FF2B5EF4-FFF2-40B4-BE49-F238E27FC236}">
                  <a16:creationId xmlns:a16="http://schemas.microsoft.com/office/drawing/2014/main" id="{93B8B3EE-10E0-8236-94F7-D7A31A72EDB3}"/>
                </a:ext>
              </a:extLst>
            </p:cNvPr>
            <p:cNvGrpSpPr/>
            <p:nvPr/>
          </p:nvGrpSpPr>
          <p:grpSpPr>
            <a:xfrm>
              <a:off x="2073436" y="3939652"/>
              <a:ext cx="1563006" cy="1664351"/>
              <a:chOff x="2073436" y="3939652"/>
              <a:chExt cx="1563006" cy="1664351"/>
            </a:xfrm>
          </p:grpSpPr>
          <p:sp>
            <p:nvSpPr>
              <p:cNvPr id="63" name="任意多边形: 形状 62">
                <a:extLst>
                  <a:ext uri="{FF2B5EF4-FFF2-40B4-BE49-F238E27FC236}">
                    <a16:creationId xmlns:a16="http://schemas.microsoft.com/office/drawing/2014/main" id="{4ED21665-2DC0-5699-903C-68A795A0DF9F}"/>
                  </a:ext>
                </a:extLst>
              </p:cNvPr>
              <p:cNvSpPr/>
              <p:nvPr/>
            </p:nvSpPr>
            <p:spPr>
              <a:xfrm>
                <a:off x="2196442" y="4163997"/>
                <a:ext cx="1440000" cy="1440000"/>
              </a:xfrm>
              <a:custGeom>
                <a:avLst/>
                <a:gdLst>
                  <a:gd name="csX0" fmla="*/ 1440000 w 1440000"/>
                  <a:gd name="csY0" fmla="*/ 196530 h 1440000"/>
                  <a:gd name="csX1" fmla="*/ 1440000 w 1440000"/>
                  <a:gd name="csY1" fmla="*/ 1243470 h 1440000"/>
                  <a:gd name="csX2" fmla="*/ 1243470 w 1440000"/>
                  <a:gd name="csY2" fmla="*/ 1440000 h 1440000"/>
                  <a:gd name="csX3" fmla="*/ 196530 w 1440000"/>
                  <a:gd name="csY3" fmla="*/ 1440000 h 1440000"/>
                  <a:gd name="csX4" fmla="*/ 0 w 1440000"/>
                  <a:gd name="csY4" fmla="*/ 1243470 h 1440000"/>
                  <a:gd name="csX5" fmla="*/ 0 w 1440000"/>
                  <a:gd name="csY5" fmla="*/ 196530 h 1440000"/>
                  <a:gd name="csX6" fmla="*/ 196530 w 1440000"/>
                  <a:gd name="csY6" fmla="*/ 0 h 1440000"/>
                  <a:gd name="csX7" fmla="*/ 1243470 w 1440000"/>
                  <a:gd name="csY7" fmla="*/ 0 h 1440000"/>
                  <a:gd name="csX8" fmla="*/ 1440000 w 1440000"/>
                  <a:gd name="csY8" fmla="*/ 196530 h 14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40000" h="1440000">
                    <a:moveTo>
                      <a:pt x="1440000" y="196530"/>
                    </a:moveTo>
                    <a:lnTo>
                      <a:pt x="1440000" y="1243470"/>
                    </a:lnTo>
                    <a:cubicBezTo>
                      <a:pt x="1440000" y="1352010"/>
                      <a:pt x="1352010" y="1440000"/>
                      <a:pt x="1243470" y="1440000"/>
                    </a:cubicBezTo>
                    <a:lnTo>
                      <a:pt x="196530" y="1440000"/>
                    </a:lnTo>
                    <a:cubicBezTo>
                      <a:pt x="87990" y="1440000"/>
                      <a:pt x="0" y="1352010"/>
                      <a:pt x="0" y="1243470"/>
                    </a:cubicBezTo>
                    <a:lnTo>
                      <a:pt x="0" y="196530"/>
                    </a:lnTo>
                    <a:cubicBezTo>
                      <a:pt x="0" y="87990"/>
                      <a:pt x="87990" y="0"/>
                      <a:pt x="196530" y="0"/>
                    </a:cubicBezTo>
                    <a:lnTo>
                      <a:pt x="1243470" y="0"/>
                    </a:lnTo>
                    <a:cubicBezTo>
                      <a:pt x="1352010" y="0"/>
                      <a:pt x="1440000" y="87990"/>
                      <a:pt x="1440000" y="196530"/>
                    </a:cubicBezTo>
                    <a:close/>
                  </a:path>
                </a:pathLst>
              </a:custGeom>
              <a:solidFill>
                <a:srgbClr val="737373"/>
              </a:solidFill>
              <a:ln w="5993" cap="flat">
                <a:noFill/>
                <a:prstDash val="solid"/>
                <a:miter/>
              </a:ln>
            </p:spPr>
            <p:txBody>
              <a:bodyPr/>
              <a:lstStyle/>
              <a:p>
                <a:endParaRPr lang="zh-CN" altLang="en-US"/>
              </a:p>
            </p:txBody>
          </p:sp>
          <p:sp>
            <p:nvSpPr>
              <p:cNvPr id="64" name="任意多边形: 形状 63">
                <a:extLst>
                  <a:ext uri="{FF2B5EF4-FFF2-40B4-BE49-F238E27FC236}">
                    <a16:creationId xmlns:a16="http://schemas.microsoft.com/office/drawing/2014/main" id="{996B44B1-928C-5BBA-9A63-FF55620F5175}"/>
                  </a:ext>
                </a:extLst>
              </p:cNvPr>
              <p:cNvSpPr/>
              <p:nvPr/>
            </p:nvSpPr>
            <p:spPr>
              <a:xfrm>
                <a:off x="2212869" y="3958419"/>
                <a:ext cx="1273572" cy="1273584"/>
              </a:xfrm>
              <a:custGeom>
                <a:avLst/>
                <a:gdLst>
                  <a:gd name="csX0" fmla="*/ 126894 w 1273572"/>
                  <a:gd name="csY0" fmla="*/ 1273584 h 1273584"/>
                  <a:gd name="csX1" fmla="*/ 1146648 w 1273572"/>
                  <a:gd name="csY1" fmla="*/ 1273578 h 1273584"/>
                  <a:gd name="csX2" fmla="*/ 1273554 w 1273572"/>
                  <a:gd name="csY2" fmla="*/ 1146672 h 1273584"/>
                  <a:gd name="csX3" fmla="*/ 1273572 w 1273572"/>
                  <a:gd name="csY3" fmla="*/ 126912 h 1273584"/>
                  <a:gd name="csX4" fmla="*/ 1146666 w 1273572"/>
                  <a:gd name="csY4" fmla="*/ 6 h 1273584"/>
                  <a:gd name="csX5" fmla="*/ 402012 w 1273572"/>
                  <a:gd name="csY5" fmla="*/ 0 h 1273584"/>
                  <a:gd name="csX6" fmla="*/ 376596 w 1273572"/>
                  <a:gd name="csY6" fmla="*/ 85680 h 1273584"/>
                  <a:gd name="csX7" fmla="*/ 243924 w 1273572"/>
                  <a:gd name="csY7" fmla="*/ 85680 h 1273584"/>
                  <a:gd name="csX8" fmla="*/ 218514 w 1273572"/>
                  <a:gd name="csY8" fmla="*/ 0 h 1273584"/>
                  <a:gd name="csX9" fmla="*/ 126918 w 1273572"/>
                  <a:gd name="csY9" fmla="*/ 0 h 1273584"/>
                  <a:gd name="csX10" fmla="*/ 12 w 1273572"/>
                  <a:gd name="csY10" fmla="*/ 126912 h 1273584"/>
                  <a:gd name="csX11" fmla="*/ 0 w 1273572"/>
                  <a:gd name="csY11" fmla="*/ 1146666 h 1273584"/>
                  <a:gd name="csX12" fmla="*/ 126894 w 1273572"/>
                  <a:gd name="csY12" fmla="*/ 1273584 h 1273584"/>
                  <a:gd name="csX13" fmla="*/ 445194 w 1273572"/>
                  <a:gd name="csY13" fmla="*/ 135342 h 1273584"/>
                  <a:gd name="csX14" fmla="*/ 445194 w 1273572"/>
                  <a:gd name="csY14" fmla="*/ 79212 h 1273584"/>
                  <a:gd name="csX15" fmla="*/ 501324 w 1273572"/>
                  <a:gd name="csY15" fmla="*/ 79212 h 1273584"/>
                  <a:gd name="csX16" fmla="*/ 501324 w 1273572"/>
                  <a:gd name="csY16" fmla="*/ 135342 h 1273584"/>
                  <a:gd name="csX17" fmla="*/ 445194 w 1273572"/>
                  <a:gd name="csY17" fmla="*/ 135342 h 1273584"/>
                  <a:gd name="csX18" fmla="*/ 105282 w 1273572"/>
                  <a:gd name="csY18" fmla="*/ 163614 h 1273584"/>
                  <a:gd name="csX19" fmla="*/ 105282 w 1273572"/>
                  <a:gd name="csY19" fmla="*/ 76866 h 1273584"/>
                  <a:gd name="csX20" fmla="*/ 192030 w 1273572"/>
                  <a:gd name="csY20" fmla="*/ 76866 h 1273584"/>
                  <a:gd name="csX21" fmla="*/ 192030 w 1273572"/>
                  <a:gd name="csY21" fmla="*/ 163614 h 1273584"/>
                  <a:gd name="csX22" fmla="*/ 105282 w 1273572"/>
                  <a:gd name="csY22" fmla="*/ 163614 h 12735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273572" h="1273584">
                    <a:moveTo>
                      <a:pt x="126894" y="1273584"/>
                    </a:moveTo>
                    <a:lnTo>
                      <a:pt x="1146648" y="1273578"/>
                    </a:lnTo>
                    <a:cubicBezTo>
                      <a:pt x="1216734" y="1273578"/>
                      <a:pt x="1273554" y="1216764"/>
                      <a:pt x="1273554" y="1146672"/>
                    </a:cubicBezTo>
                    <a:lnTo>
                      <a:pt x="1273572" y="126912"/>
                    </a:lnTo>
                    <a:cubicBezTo>
                      <a:pt x="1273572" y="56826"/>
                      <a:pt x="1216752" y="6"/>
                      <a:pt x="1146666" y="6"/>
                    </a:cubicBezTo>
                    <a:lnTo>
                      <a:pt x="402012" y="0"/>
                    </a:lnTo>
                    <a:cubicBezTo>
                      <a:pt x="408300" y="29970"/>
                      <a:pt x="399870" y="62412"/>
                      <a:pt x="376596" y="85680"/>
                    </a:cubicBezTo>
                    <a:cubicBezTo>
                      <a:pt x="339960" y="122316"/>
                      <a:pt x="280560" y="122316"/>
                      <a:pt x="243924" y="85680"/>
                    </a:cubicBezTo>
                    <a:cubicBezTo>
                      <a:pt x="220656" y="62412"/>
                      <a:pt x="212226" y="29970"/>
                      <a:pt x="218514" y="0"/>
                    </a:cubicBezTo>
                    <a:lnTo>
                      <a:pt x="126918" y="0"/>
                    </a:lnTo>
                    <a:cubicBezTo>
                      <a:pt x="56826" y="6"/>
                      <a:pt x="12" y="56820"/>
                      <a:pt x="12" y="126912"/>
                    </a:cubicBezTo>
                    <a:lnTo>
                      <a:pt x="0" y="1146666"/>
                    </a:lnTo>
                    <a:cubicBezTo>
                      <a:pt x="-6" y="1216764"/>
                      <a:pt x="56808" y="1273584"/>
                      <a:pt x="126894" y="1273584"/>
                    </a:cubicBezTo>
                    <a:close/>
                    <a:moveTo>
                      <a:pt x="445194" y="135342"/>
                    </a:moveTo>
                    <a:cubicBezTo>
                      <a:pt x="429696" y="119844"/>
                      <a:pt x="429696" y="94710"/>
                      <a:pt x="445194" y="79212"/>
                    </a:cubicBezTo>
                    <a:cubicBezTo>
                      <a:pt x="460698" y="63708"/>
                      <a:pt x="485826" y="63714"/>
                      <a:pt x="501324" y="79212"/>
                    </a:cubicBezTo>
                    <a:cubicBezTo>
                      <a:pt x="516822" y="94710"/>
                      <a:pt x="516828" y="119838"/>
                      <a:pt x="501324" y="135342"/>
                    </a:cubicBezTo>
                    <a:cubicBezTo>
                      <a:pt x="485826" y="150840"/>
                      <a:pt x="460692" y="150840"/>
                      <a:pt x="445194" y="135342"/>
                    </a:cubicBezTo>
                    <a:close/>
                    <a:moveTo>
                      <a:pt x="105282" y="163614"/>
                    </a:moveTo>
                    <a:cubicBezTo>
                      <a:pt x="81330" y="139662"/>
                      <a:pt x="81330" y="100818"/>
                      <a:pt x="105282" y="76866"/>
                    </a:cubicBezTo>
                    <a:cubicBezTo>
                      <a:pt x="129234" y="52914"/>
                      <a:pt x="168078" y="52914"/>
                      <a:pt x="192030" y="76866"/>
                    </a:cubicBezTo>
                    <a:cubicBezTo>
                      <a:pt x="215982" y="100818"/>
                      <a:pt x="215982" y="139662"/>
                      <a:pt x="192030" y="163614"/>
                    </a:cubicBezTo>
                    <a:cubicBezTo>
                      <a:pt x="168078" y="187572"/>
                      <a:pt x="129240" y="187572"/>
                      <a:pt x="105282" y="163614"/>
                    </a:cubicBezTo>
                    <a:close/>
                  </a:path>
                </a:pathLst>
              </a:custGeom>
              <a:solidFill>
                <a:schemeClr val="accent4"/>
              </a:solidFill>
              <a:ln w="5993" cap="flat">
                <a:noFill/>
                <a:prstDash val="solid"/>
                <a:miter/>
              </a:ln>
            </p:spPr>
            <p:txBody>
              <a:bodyPr/>
              <a:lstStyle/>
              <a:p>
                <a:endParaRPr lang="zh-CN" altLang="en-US"/>
              </a:p>
            </p:txBody>
          </p:sp>
          <p:grpSp>
            <p:nvGrpSpPr>
              <p:cNvPr id="65" name="图形 6" descr="校园餐盒，有三明治、果汁和水果">
                <a:extLst>
                  <a:ext uri="{FF2B5EF4-FFF2-40B4-BE49-F238E27FC236}">
                    <a16:creationId xmlns:a16="http://schemas.microsoft.com/office/drawing/2014/main" id="{4BFBAE2A-71E6-DC03-78BC-FF22DCDB64FF}"/>
                  </a:ext>
                </a:extLst>
              </p:cNvPr>
              <p:cNvGrpSpPr/>
              <p:nvPr/>
            </p:nvGrpSpPr>
            <p:grpSpPr>
              <a:xfrm>
                <a:off x="2766460" y="3939652"/>
                <a:ext cx="581363" cy="563296"/>
                <a:chOff x="2766460" y="3939652"/>
                <a:chExt cx="581363" cy="563296"/>
              </a:xfrm>
            </p:grpSpPr>
            <p:sp>
              <p:nvSpPr>
                <p:cNvPr id="66" name="任意多边形: 形状 65">
                  <a:extLst>
                    <a:ext uri="{FF2B5EF4-FFF2-40B4-BE49-F238E27FC236}">
                      <a16:creationId xmlns:a16="http://schemas.microsoft.com/office/drawing/2014/main" id="{910C292A-6CF0-6394-42D3-263B31426B29}"/>
                    </a:ext>
                  </a:extLst>
                </p:cNvPr>
                <p:cNvSpPr/>
                <p:nvPr/>
              </p:nvSpPr>
              <p:spPr>
                <a:xfrm>
                  <a:off x="2766460" y="3939652"/>
                  <a:ext cx="581363" cy="563296"/>
                </a:xfrm>
                <a:custGeom>
                  <a:avLst/>
                  <a:gdLst>
                    <a:gd name="csX0" fmla="*/ 581364 w 581363"/>
                    <a:gd name="csY0" fmla="*/ 281645 h 563296"/>
                    <a:gd name="csX1" fmla="*/ 556956 w 581363"/>
                    <a:gd name="csY1" fmla="*/ 368165 h 563296"/>
                    <a:gd name="csX2" fmla="*/ 525864 w 581363"/>
                    <a:gd name="csY2" fmla="*/ 452519 h 563296"/>
                    <a:gd name="csX3" fmla="*/ 455208 w 581363"/>
                    <a:gd name="csY3" fmla="*/ 508115 h 563296"/>
                    <a:gd name="csX4" fmla="*/ 380532 w 581363"/>
                    <a:gd name="csY4" fmla="*/ 558179 h 563296"/>
                    <a:gd name="csX5" fmla="*/ 290682 w 581363"/>
                    <a:gd name="csY5" fmla="*/ 561551 h 563296"/>
                    <a:gd name="csX6" fmla="*/ 200832 w 581363"/>
                    <a:gd name="csY6" fmla="*/ 558179 h 563296"/>
                    <a:gd name="csX7" fmla="*/ 126156 w 581363"/>
                    <a:gd name="csY7" fmla="*/ 508115 h 563296"/>
                    <a:gd name="csX8" fmla="*/ 55500 w 581363"/>
                    <a:gd name="csY8" fmla="*/ 452519 h 563296"/>
                    <a:gd name="csX9" fmla="*/ 24408 w 581363"/>
                    <a:gd name="csY9" fmla="*/ 368171 h 563296"/>
                    <a:gd name="csX10" fmla="*/ 0 w 581363"/>
                    <a:gd name="csY10" fmla="*/ 281651 h 563296"/>
                    <a:gd name="csX11" fmla="*/ 24408 w 581363"/>
                    <a:gd name="csY11" fmla="*/ 195131 h 563296"/>
                    <a:gd name="csX12" fmla="*/ 55500 w 581363"/>
                    <a:gd name="csY12" fmla="*/ 110777 h 563296"/>
                    <a:gd name="csX13" fmla="*/ 126156 w 581363"/>
                    <a:gd name="csY13" fmla="*/ 55181 h 563296"/>
                    <a:gd name="csX14" fmla="*/ 200832 w 581363"/>
                    <a:gd name="csY14" fmla="*/ 5117 h 563296"/>
                    <a:gd name="csX15" fmla="*/ 290682 w 581363"/>
                    <a:gd name="csY15" fmla="*/ 1745 h 563296"/>
                    <a:gd name="csX16" fmla="*/ 380532 w 581363"/>
                    <a:gd name="csY16" fmla="*/ 5117 h 563296"/>
                    <a:gd name="csX17" fmla="*/ 455208 w 581363"/>
                    <a:gd name="csY17" fmla="*/ 55181 h 563296"/>
                    <a:gd name="csX18" fmla="*/ 525864 w 581363"/>
                    <a:gd name="csY18" fmla="*/ 110777 h 563296"/>
                    <a:gd name="csX19" fmla="*/ 556956 w 581363"/>
                    <a:gd name="csY19" fmla="*/ 195125 h 563296"/>
                    <a:gd name="csX20" fmla="*/ 581364 w 581363"/>
                    <a:gd name="csY20" fmla="*/ 281645 h 563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81363" h="563296">
                      <a:moveTo>
                        <a:pt x="581364" y="281645"/>
                      </a:moveTo>
                      <a:cubicBezTo>
                        <a:pt x="581364" y="312425"/>
                        <a:pt x="565974" y="340397"/>
                        <a:pt x="556956" y="368165"/>
                      </a:cubicBezTo>
                      <a:cubicBezTo>
                        <a:pt x="547608" y="396947"/>
                        <a:pt x="543300" y="428561"/>
                        <a:pt x="525864" y="452519"/>
                      </a:cubicBezTo>
                      <a:cubicBezTo>
                        <a:pt x="508254" y="476717"/>
                        <a:pt x="479400" y="490505"/>
                        <a:pt x="455208" y="508115"/>
                      </a:cubicBezTo>
                      <a:cubicBezTo>
                        <a:pt x="431250" y="525551"/>
                        <a:pt x="409314" y="548831"/>
                        <a:pt x="380532" y="558179"/>
                      </a:cubicBezTo>
                      <a:cubicBezTo>
                        <a:pt x="352764" y="567197"/>
                        <a:pt x="321456" y="561551"/>
                        <a:pt x="290682" y="561551"/>
                      </a:cubicBezTo>
                      <a:cubicBezTo>
                        <a:pt x="259902" y="561551"/>
                        <a:pt x="228600" y="567197"/>
                        <a:pt x="200832" y="558179"/>
                      </a:cubicBezTo>
                      <a:cubicBezTo>
                        <a:pt x="172050" y="548831"/>
                        <a:pt x="150114" y="525551"/>
                        <a:pt x="126156" y="508115"/>
                      </a:cubicBezTo>
                      <a:cubicBezTo>
                        <a:pt x="101958" y="490505"/>
                        <a:pt x="73110" y="476717"/>
                        <a:pt x="55500" y="452519"/>
                      </a:cubicBezTo>
                      <a:cubicBezTo>
                        <a:pt x="38064" y="428561"/>
                        <a:pt x="33756" y="396947"/>
                        <a:pt x="24408" y="368171"/>
                      </a:cubicBezTo>
                      <a:cubicBezTo>
                        <a:pt x="15390" y="340403"/>
                        <a:pt x="0" y="312425"/>
                        <a:pt x="0" y="281651"/>
                      </a:cubicBezTo>
                      <a:cubicBezTo>
                        <a:pt x="0" y="250871"/>
                        <a:pt x="15390" y="222899"/>
                        <a:pt x="24408" y="195131"/>
                      </a:cubicBezTo>
                      <a:cubicBezTo>
                        <a:pt x="33756" y="166349"/>
                        <a:pt x="38064" y="134735"/>
                        <a:pt x="55500" y="110777"/>
                      </a:cubicBezTo>
                      <a:cubicBezTo>
                        <a:pt x="73110" y="86579"/>
                        <a:pt x="101964" y="72791"/>
                        <a:pt x="126156" y="55181"/>
                      </a:cubicBezTo>
                      <a:cubicBezTo>
                        <a:pt x="150114" y="37745"/>
                        <a:pt x="172050" y="14465"/>
                        <a:pt x="200832" y="5117"/>
                      </a:cubicBezTo>
                      <a:cubicBezTo>
                        <a:pt x="228600" y="-3901"/>
                        <a:pt x="259908" y="1745"/>
                        <a:pt x="290682" y="1745"/>
                      </a:cubicBezTo>
                      <a:cubicBezTo>
                        <a:pt x="321462" y="1745"/>
                        <a:pt x="352764" y="-3901"/>
                        <a:pt x="380532" y="5117"/>
                      </a:cubicBezTo>
                      <a:cubicBezTo>
                        <a:pt x="409314" y="14465"/>
                        <a:pt x="431250" y="37745"/>
                        <a:pt x="455208" y="55181"/>
                      </a:cubicBezTo>
                      <a:cubicBezTo>
                        <a:pt x="479406" y="72791"/>
                        <a:pt x="508254" y="86579"/>
                        <a:pt x="525864" y="110777"/>
                      </a:cubicBezTo>
                      <a:cubicBezTo>
                        <a:pt x="543300" y="134735"/>
                        <a:pt x="547608" y="166349"/>
                        <a:pt x="556956" y="195125"/>
                      </a:cubicBezTo>
                      <a:cubicBezTo>
                        <a:pt x="565974" y="222893"/>
                        <a:pt x="581364" y="250865"/>
                        <a:pt x="581364" y="281645"/>
                      </a:cubicBezTo>
                      <a:close/>
                    </a:path>
                  </a:pathLst>
                </a:custGeom>
                <a:solidFill>
                  <a:srgbClr val="737373"/>
                </a:solidFill>
                <a:ln w="5993" cap="flat">
                  <a:noFill/>
                  <a:prstDash val="solid"/>
                  <a:miter/>
                </a:ln>
              </p:spPr>
              <p:txBody>
                <a:bodyPr/>
                <a:lstStyle/>
                <a:p>
                  <a:endParaRPr lang="zh-CN" altLang="en-US"/>
                </a:p>
              </p:txBody>
            </p:sp>
            <p:sp>
              <p:nvSpPr>
                <p:cNvPr id="67" name="椭圆 66">
                  <a:extLst>
                    <a:ext uri="{FF2B5EF4-FFF2-40B4-BE49-F238E27FC236}">
                      <a16:creationId xmlns:a16="http://schemas.microsoft.com/office/drawing/2014/main" id="{16E27656-2F30-A90F-DEB2-8FC24807F41F}"/>
                    </a:ext>
                  </a:extLst>
                </p:cNvPr>
                <p:cNvSpPr/>
                <p:nvPr/>
              </p:nvSpPr>
              <p:spPr>
                <a:xfrm rot="-400722">
                  <a:off x="2828965" y="3992871"/>
                  <a:ext cx="456461" cy="456461"/>
                </a:xfrm>
                <a:prstGeom prst="ellipse">
                  <a:avLst/>
                </a:prstGeom>
                <a:solidFill>
                  <a:srgbClr val="F2F2F2"/>
                </a:solidFill>
                <a:ln w="5993" cap="flat">
                  <a:noFill/>
                  <a:prstDash val="solid"/>
                  <a:miter/>
                </a:ln>
              </p:spPr>
              <p:txBody>
                <a:bodyPr/>
                <a:lstStyle/>
                <a:p>
                  <a:endParaRPr lang="zh-CN" altLang="en-US"/>
                </a:p>
              </p:txBody>
            </p:sp>
            <p:grpSp>
              <p:nvGrpSpPr>
                <p:cNvPr id="68" name="图形 6" descr="校园餐盒，有三明治、果汁和水果">
                  <a:extLst>
                    <a:ext uri="{FF2B5EF4-FFF2-40B4-BE49-F238E27FC236}">
                      <a16:creationId xmlns:a16="http://schemas.microsoft.com/office/drawing/2014/main" id="{552DECB1-8F86-6ED3-706A-58F47564F8C4}"/>
                    </a:ext>
                  </a:extLst>
                </p:cNvPr>
                <p:cNvGrpSpPr/>
                <p:nvPr/>
              </p:nvGrpSpPr>
              <p:grpSpPr>
                <a:xfrm>
                  <a:off x="2862091" y="4037833"/>
                  <a:ext cx="368217" cy="366922"/>
                  <a:chOff x="2862091" y="4037833"/>
                  <a:chExt cx="368217" cy="366922"/>
                </a:xfrm>
              </p:grpSpPr>
              <p:sp>
                <p:nvSpPr>
                  <p:cNvPr id="69" name="任意多边形: 形状 68">
                    <a:extLst>
                      <a:ext uri="{FF2B5EF4-FFF2-40B4-BE49-F238E27FC236}">
                        <a16:creationId xmlns:a16="http://schemas.microsoft.com/office/drawing/2014/main" id="{8AAC53E8-5035-A32F-3509-4D97F63CC7A4}"/>
                      </a:ext>
                    </a:extLst>
                  </p:cNvPr>
                  <p:cNvSpPr/>
                  <p:nvPr/>
                </p:nvSpPr>
                <p:spPr>
                  <a:xfrm>
                    <a:off x="2862091" y="4198550"/>
                    <a:ext cx="61315" cy="40880"/>
                  </a:xfrm>
                  <a:custGeom>
                    <a:avLst/>
                    <a:gdLst>
                      <a:gd name="csX0" fmla="*/ 20720 w 61315"/>
                      <a:gd name="csY0" fmla="*/ 2 h 40880"/>
                      <a:gd name="csX1" fmla="*/ 61316 w 61315"/>
                      <a:gd name="csY1" fmla="*/ 21008 h 40880"/>
                      <a:gd name="csX2" fmla="*/ 20156 w 61315"/>
                      <a:gd name="csY2" fmla="*/ 40880 h 40880"/>
                      <a:gd name="csX3" fmla="*/ 2 w 61315"/>
                      <a:gd name="csY3" fmla="*/ 20156 h 40880"/>
                      <a:gd name="csX4" fmla="*/ 20720 w 61315"/>
                      <a:gd name="csY4" fmla="*/ 2 h 40880"/>
                    </a:gdLst>
                    <a:ahLst/>
                    <a:cxnLst>
                      <a:cxn ang="0">
                        <a:pos x="csX0" y="csY0"/>
                      </a:cxn>
                      <a:cxn ang="0">
                        <a:pos x="csX1" y="csY1"/>
                      </a:cxn>
                      <a:cxn ang="0">
                        <a:pos x="csX2" y="csY2"/>
                      </a:cxn>
                      <a:cxn ang="0">
                        <a:pos x="csX3" y="csY3"/>
                      </a:cxn>
                      <a:cxn ang="0">
                        <a:pos x="csX4" y="csY4"/>
                      </a:cxn>
                    </a:cxnLst>
                    <a:rect l="l" t="t" r="r" b="b"/>
                    <a:pathLst>
                      <a:path w="61315" h="40880">
                        <a:moveTo>
                          <a:pt x="20720" y="2"/>
                        </a:moveTo>
                        <a:cubicBezTo>
                          <a:pt x="32006" y="158"/>
                          <a:pt x="61316" y="21008"/>
                          <a:pt x="61316" y="21008"/>
                        </a:cubicBezTo>
                        <a:cubicBezTo>
                          <a:pt x="61316" y="21008"/>
                          <a:pt x="31442" y="41036"/>
                          <a:pt x="20156" y="40880"/>
                        </a:cubicBezTo>
                        <a:cubicBezTo>
                          <a:pt x="8870" y="40724"/>
                          <a:pt x="-154" y="31448"/>
                          <a:pt x="2" y="20156"/>
                        </a:cubicBezTo>
                        <a:cubicBezTo>
                          <a:pt x="152" y="8870"/>
                          <a:pt x="9428" y="-154"/>
                          <a:pt x="20720" y="2"/>
                        </a:cubicBezTo>
                        <a:close/>
                      </a:path>
                    </a:pathLst>
                  </a:custGeom>
                  <a:solidFill>
                    <a:srgbClr val="D2D2D2"/>
                  </a:solidFill>
                  <a:ln w="5993" cap="flat">
                    <a:noFill/>
                    <a:prstDash val="solid"/>
                    <a:miter/>
                  </a:ln>
                </p:spPr>
                <p:txBody>
                  <a:bodyPr/>
                  <a:lstStyle/>
                  <a:p>
                    <a:endParaRPr lang="zh-CN" altLang="en-US"/>
                  </a:p>
                </p:txBody>
              </p:sp>
              <p:grpSp>
                <p:nvGrpSpPr>
                  <p:cNvPr id="70" name="图形 6" descr="校园餐盒，有三明治、果汁和水果">
                    <a:extLst>
                      <a:ext uri="{FF2B5EF4-FFF2-40B4-BE49-F238E27FC236}">
                        <a16:creationId xmlns:a16="http://schemas.microsoft.com/office/drawing/2014/main" id="{46CBB839-5E1A-7852-82F1-E29A182569C7}"/>
                      </a:ext>
                    </a:extLst>
                  </p:cNvPr>
                  <p:cNvGrpSpPr/>
                  <p:nvPr/>
                </p:nvGrpSpPr>
                <p:grpSpPr>
                  <a:xfrm>
                    <a:off x="2883974" y="4037833"/>
                    <a:ext cx="346335" cy="366922"/>
                    <a:chOff x="2883974" y="4037833"/>
                    <a:chExt cx="346335" cy="366922"/>
                  </a:xfrm>
                </p:grpSpPr>
                <p:sp>
                  <p:nvSpPr>
                    <p:cNvPr id="71" name="任意多边形: 形状 70">
                      <a:extLst>
                        <a:ext uri="{FF2B5EF4-FFF2-40B4-BE49-F238E27FC236}">
                          <a16:creationId xmlns:a16="http://schemas.microsoft.com/office/drawing/2014/main" id="{35CC5F4B-2716-583B-75B3-8FBA8B31A017}"/>
                        </a:ext>
                      </a:extLst>
                    </p:cNvPr>
                    <p:cNvSpPr/>
                    <p:nvPr/>
                  </p:nvSpPr>
                  <p:spPr>
                    <a:xfrm>
                      <a:off x="3028916" y="4343440"/>
                      <a:ext cx="40881" cy="61315"/>
                    </a:xfrm>
                    <a:custGeom>
                      <a:avLst/>
                      <a:gdLst>
                        <a:gd name="csX0" fmla="*/ 2 w 40881"/>
                        <a:gd name="csY0" fmla="*/ 40596 h 61315"/>
                        <a:gd name="csX1" fmla="*/ 21008 w 40881"/>
                        <a:gd name="csY1" fmla="*/ 0 h 61315"/>
                        <a:gd name="csX2" fmla="*/ 40880 w 40881"/>
                        <a:gd name="csY2" fmla="*/ 41160 h 61315"/>
                        <a:gd name="csX3" fmla="*/ 20156 w 40881"/>
                        <a:gd name="csY3" fmla="*/ 61314 h 61315"/>
                        <a:gd name="csX4" fmla="*/ 2 w 40881"/>
                        <a:gd name="csY4" fmla="*/ 40596 h 61315"/>
                      </a:gdLst>
                      <a:ahLst/>
                      <a:cxnLst>
                        <a:cxn ang="0">
                          <a:pos x="csX0" y="csY0"/>
                        </a:cxn>
                        <a:cxn ang="0">
                          <a:pos x="csX1" y="csY1"/>
                        </a:cxn>
                        <a:cxn ang="0">
                          <a:pos x="csX2" y="csY2"/>
                        </a:cxn>
                        <a:cxn ang="0">
                          <a:pos x="csX3" y="csY3"/>
                        </a:cxn>
                        <a:cxn ang="0">
                          <a:pos x="csX4" y="csY4"/>
                        </a:cxn>
                      </a:cxnLst>
                      <a:rect l="l" t="t" r="r" b="b"/>
                      <a:pathLst>
                        <a:path w="40881" h="61315">
                          <a:moveTo>
                            <a:pt x="2" y="40596"/>
                          </a:moveTo>
                          <a:cubicBezTo>
                            <a:pt x="158" y="29310"/>
                            <a:pt x="21008" y="0"/>
                            <a:pt x="21008" y="0"/>
                          </a:cubicBezTo>
                          <a:cubicBezTo>
                            <a:pt x="21008" y="0"/>
                            <a:pt x="41036" y="29874"/>
                            <a:pt x="40880" y="41160"/>
                          </a:cubicBezTo>
                          <a:cubicBezTo>
                            <a:pt x="40724" y="52446"/>
                            <a:pt x="31448" y="61470"/>
                            <a:pt x="20156" y="61314"/>
                          </a:cubicBezTo>
                          <a:cubicBezTo>
                            <a:pt x="8870" y="61164"/>
                            <a:pt x="-154" y="51888"/>
                            <a:pt x="2" y="40596"/>
                          </a:cubicBezTo>
                          <a:close/>
                        </a:path>
                      </a:pathLst>
                    </a:custGeom>
                    <a:solidFill>
                      <a:srgbClr val="E6E6E6"/>
                    </a:solidFill>
                    <a:ln w="5993" cap="flat">
                      <a:noFill/>
                      <a:prstDash val="solid"/>
                      <a:miter/>
                    </a:ln>
                  </p:spPr>
                  <p:txBody>
                    <a:bodyPr/>
                    <a:lstStyle/>
                    <a:p>
                      <a:endParaRPr lang="zh-CN" altLang="en-US"/>
                    </a:p>
                  </p:txBody>
                </p:sp>
                <p:sp>
                  <p:nvSpPr>
                    <p:cNvPr id="72" name="任意多边形: 形状 71">
                      <a:extLst>
                        <a:ext uri="{FF2B5EF4-FFF2-40B4-BE49-F238E27FC236}">
                          <a16:creationId xmlns:a16="http://schemas.microsoft.com/office/drawing/2014/main" id="{E56E7FF7-241B-C707-8855-9EF6899C9BEC}"/>
                        </a:ext>
                      </a:extLst>
                    </p:cNvPr>
                    <p:cNvSpPr/>
                    <p:nvPr/>
                  </p:nvSpPr>
                  <p:spPr>
                    <a:xfrm>
                      <a:off x="3109545" y="4325542"/>
                      <a:ext cx="41429" cy="56128"/>
                    </a:xfrm>
                    <a:custGeom>
                      <a:avLst/>
                      <a:gdLst>
                        <a:gd name="csX0" fmla="*/ 3145 w 41429"/>
                        <a:gd name="csY0" fmla="*/ 45660 h 56128"/>
                        <a:gd name="csX1" fmla="*/ 1039 w 41429"/>
                        <a:gd name="csY1" fmla="*/ 0 h 56128"/>
                        <a:gd name="csX2" fmla="*/ 38827 w 41429"/>
                        <a:gd name="csY2" fmla="*/ 25710 h 56128"/>
                        <a:gd name="csX3" fmla="*/ 30961 w 41429"/>
                        <a:gd name="csY3" fmla="*/ 53526 h 56128"/>
                        <a:gd name="csX4" fmla="*/ 3145 w 41429"/>
                        <a:gd name="csY4" fmla="*/ 45660 h 56128"/>
                      </a:gdLst>
                      <a:ahLst/>
                      <a:cxnLst>
                        <a:cxn ang="0">
                          <a:pos x="csX0" y="csY0"/>
                        </a:cxn>
                        <a:cxn ang="0">
                          <a:pos x="csX1" y="csY1"/>
                        </a:cxn>
                        <a:cxn ang="0">
                          <a:pos x="csX2" y="csY2"/>
                        </a:cxn>
                        <a:cxn ang="0">
                          <a:pos x="csX3" y="csY3"/>
                        </a:cxn>
                        <a:cxn ang="0">
                          <a:pos x="csX4" y="csY4"/>
                        </a:cxn>
                      </a:cxnLst>
                      <a:rect l="l" t="t" r="r" b="b"/>
                      <a:pathLst>
                        <a:path w="41429" h="56128">
                          <a:moveTo>
                            <a:pt x="3145" y="45660"/>
                          </a:moveTo>
                          <a:cubicBezTo>
                            <a:pt x="-2363" y="35808"/>
                            <a:pt x="1039" y="0"/>
                            <a:pt x="1039" y="0"/>
                          </a:cubicBezTo>
                          <a:cubicBezTo>
                            <a:pt x="1039" y="0"/>
                            <a:pt x="33319" y="15858"/>
                            <a:pt x="38827" y="25710"/>
                          </a:cubicBezTo>
                          <a:cubicBezTo>
                            <a:pt x="44335" y="35562"/>
                            <a:pt x="40813" y="48018"/>
                            <a:pt x="30961" y="53526"/>
                          </a:cubicBezTo>
                          <a:cubicBezTo>
                            <a:pt x="21109" y="59034"/>
                            <a:pt x="8659" y="55512"/>
                            <a:pt x="3145" y="45660"/>
                          </a:cubicBezTo>
                          <a:close/>
                        </a:path>
                      </a:pathLst>
                    </a:custGeom>
                    <a:solidFill>
                      <a:srgbClr val="D2D2D2"/>
                    </a:solidFill>
                    <a:ln w="5993" cap="flat">
                      <a:noFill/>
                      <a:prstDash val="solid"/>
                      <a:miter/>
                    </a:ln>
                  </p:spPr>
                  <p:txBody>
                    <a:bodyPr/>
                    <a:lstStyle/>
                    <a:p>
                      <a:endParaRPr lang="zh-CN" altLang="en-US"/>
                    </a:p>
                  </p:txBody>
                </p:sp>
                <p:sp>
                  <p:nvSpPr>
                    <p:cNvPr id="73" name="任意多边形: 形状 72">
                      <a:extLst>
                        <a:ext uri="{FF2B5EF4-FFF2-40B4-BE49-F238E27FC236}">
                          <a16:creationId xmlns:a16="http://schemas.microsoft.com/office/drawing/2014/main" id="{F51BBFC2-3156-0FA0-475E-DD12F2F89729}"/>
                        </a:ext>
                      </a:extLst>
                    </p:cNvPr>
                    <p:cNvSpPr/>
                    <p:nvPr/>
                  </p:nvSpPr>
                  <p:spPr>
                    <a:xfrm>
                      <a:off x="3154167" y="4279211"/>
                      <a:ext cx="55561" cy="41871"/>
                    </a:xfrm>
                    <a:custGeom>
                      <a:avLst/>
                      <a:gdLst>
                        <a:gd name="csX0" fmla="*/ 24654 w 55561"/>
                        <a:gd name="csY0" fmla="*/ 38987 h 41871"/>
                        <a:gd name="csX1" fmla="*/ 0 w 55561"/>
                        <a:gd name="csY1" fmla="*/ 497 h 41871"/>
                        <a:gd name="csX2" fmla="*/ 45582 w 55561"/>
                        <a:gd name="csY2" fmla="*/ 3869 h 41871"/>
                        <a:gd name="csX3" fmla="*/ 52674 w 55561"/>
                        <a:gd name="csY3" fmla="*/ 31895 h 41871"/>
                        <a:gd name="csX4" fmla="*/ 24654 w 55561"/>
                        <a:gd name="csY4" fmla="*/ 38987 h 41871"/>
                      </a:gdLst>
                      <a:ahLst/>
                      <a:cxnLst>
                        <a:cxn ang="0">
                          <a:pos x="csX0" y="csY0"/>
                        </a:cxn>
                        <a:cxn ang="0">
                          <a:pos x="csX1" y="csY1"/>
                        </a:cxn>
                        <a:cxn ang="0">
                          <a:pos x="csX2" y="csY2"/>
                        </a:cxn>
                        <a:cxn ang="0">
                          <a:pos x="csX3" y="csY3"/>
                        </a:cxn>
                        <a:cxn ang="0">
                          <a:pos x="csX4" y="csY4"/>
                        </a:cxn>
                      </a:cxnLst>
                      <a:rect l="l" t="t" r="r" b="b"/>
                      <a:pathLst>
                        <a:path w="55561" h="41871">
                          <a:moveTo>
                            <a:pt x="24654" y="38987"/>
                          </a:moveTo>
                          <a:cubicBezTo>
                            <a:pt x="14958" y="33209"/>
                            <a:pt x="0" y="497"/>
                            <a:pt x="0" y="497"/>
                          </a:cubicBezTo>
                          <a:cubicBezTo>
                            <a:pt x="0" y="497"/>
                            <a:pt x="35886" y="-1909"/>
                            <a:pt x="45582" y="3869"/>
                          </a:cubicBezTo>
                          <a:cubicBezTo>
                            <a:pt x="55278" y="9647"/>
                            <a:pt x="58458" y="22193"/>
                            <a:pt x="52674" y="31895"/>
                          </a:cubicBezTo>
                          <a:cubicBezTo>
                            <a:pt x="46902" y="41591"/>
                            <a:pt x="34350" y="44765"/>
                            <a:pt x="24654" y="38987"/>
                          </a:cubicBezTo>
                          <a:close/>
                        </a:path>
                      </a:pathLst>
                    </a:custGeom>
                    <a:solidFill>
                      <a:srgbClr val="737373"/>
                    </a:solidFill>
                    <a:ln w="5993" cap="flat">
                      <a:noFill/>
                      <a:prstDash val="solid"/>
                      <a:miter/>
                    </a:ln>
                  </p:spPr>
                  <p:txBody>
                    <a:bodyPr/>
                    <a:lstStyle/>
                    <a:p>
                      <a:endParaRPr lang="zh-CN" altLang="en-US"/>
                    </a:p>
                  </p:txBody>
                </p:sp>
                <p:sp>
                  <p:nvSpPr>
                    <p:cNvPr id="74" name="任意多边形: 形状 73">
                      <a:extLst>
                        <a:ext uri="{FF2B5EF4-FFF2-40B4-BE49-F238E27FC236}">
                          <a16:creationId xmlns:a16="http://schemas.microsoft.com/office/drawing/2014/main" id="{A94A75DD-233A-D7B0-26DC-A69C6BA6AF0D}"/>
                        </a:ext>
                      </a:extLst>
                    </p:cNvPr>
                    <p:cNvSpPr/>
                    <p:nvPr/>
                  </p:nvSpPr>
                  <p:spPr>
                    <a:xfrm>
                      <a:off x="3168993" y="4198347"/>
                      <a:ext cx="61315" cy="40880"/>
                    </a:xfrm>
                    <a:custGeom>
                      <a:avLst/>
                      <a:gdLst>
                        <a:gd name="csX0" fmla="*/ 40596 w 61315"/>
                        <a:gd name="csY0" fmla="*/ 40879 h 40880"/>
                        <a:gd name="csX1" fmla="*/ 0 w 61315"/>
                        <a:gd name="csY1" fmla="*/ 19873 h 40880"/>
                        <a:gd name="csX2" fmla="*/ 41160 w 61315"/>
                        <a:gd name="csY2" fmla="*/ 1 h 40880"/>
                        <a:gd name="csX3" fmla="*/ 61314 w 61315"/>
                        <a:gd name="csY3" fmla="*/ 20725 h 40880"/>
                        <a:gd name="csX4" fmla="*/ 40596 w 61315"/>
                        <a:gd name="csY4" fmla="*/ 40879 h 40880"/>
                      </a:gdLst>
                      <a:ahLst/>
                      <a:cxnLst>
                        <a:cxn ang="0">
                          <a:pos x="csX0" y="csY0"/>
                        </a:cxn>
                        <a:cxn ang="0">
                          <a:pos x="csX1" y="csY1"/>
                        </a:cxn>
                        <a:cxn ang="0">
                          <a:pos x="csX2" y="csY2"/>
                        </a:cxn>
                        <a:cxn ang="0">
                          <a:pos x="csX3" y="csY3"/>
                        </a:cxn>
                        <a:cxn ang="0">
                          <a:pos x="csX4" y="csY4"/>
                        </a:cxn>
                      </a:cxnLst>
                      <a:rect l="l" t="t" r="r" b="b"/>
                      <a:pathLst>
                        <a:path w="61315" h="40880">
                          <a:moveTo>
                            <a:pt x="40596" y="40879"/>
                          </a:moveTo>
                          <a:cubicBezTo>
                            <a:pt x="29310" y="40723"/>
                            <a:pt x="0" y="19873"/>
                            <a:pt x="0" y="19873"/>
                          </a:cubicBezTo>
                          <a:cubicBezTo>
                            <a:pt x="0" y="19873"/>
                            <a:pt x="29874" y="-155"/>
                            <a:pt x="41160" y="1"/>
                          </a:cubicBezTo>
                          <a:cubicBezTo>
                            <a:pt x="52446" y="157"/>
                            <a:pt x="61470" y="9433"/>
                            <a:pt x="61314" y="20725"/>
                          </a:cubicBezTo>
                          <a:cubicBezTo>
                            <a:pt x="61164" y="32011"/>
                            <a:pt x="51888" y="41035"/>
                            <a:pt x="40596" y="40879"/>
                          </a:cubicBezTo>
                          <a:close/>
                        </a:path>
                      </a:pathLst>
                    </a:custGeom>
                    <a:solidFill>
                      <a:srgbClr val="D2D2D2"/>
                    </a:solidFill>
                    <a:ln w="5993" cap="flat">
                      <a:noFill/>
                      <a:prstDash val="solid"/>
                      <a:miter/>
                    </a:ln>
                  </p:spPr>
                  <p:txBody>
                    <a:bodyPr/>
                    <a:lstStyle/>
                    <a:p>
                      <a:endParaRPr lang="zh-CN" altLang="en-US"/>
                    </a:p>
                  </p:txBody>
                </p:sp>
                <p:sp>
                  <p:nvSpPr>
                    <p:cNvPr id="75" name="任意多边形: 形状 74">
                      <a:extLst>
                        <a:ext uri="{FF2B5EF4-FFF2-40B4-BE49-F238E27FC236}">
                          <a16:creationId xmlns:a16="http://schemas.microsoft.com/office/drawing/2014/main" id="{4F362CAE-247C-51E3-4E19-4672915CA78B}"/>
                        </a:ext>
                      </a:extLst>
                    </p:cNvPr>
                    <p:cNvSpPr/>
                    <p:nvPr/>
                  </p:nvSpPr>
                  <p:spPr>
                    <a:xfrm>
                      <a:off x="3151096" y="4117163"/>
                      <a:ext cx="56127" cy="41435"/>
                    </a:xfrm>
                    <a:custGeom>
                      <a:avLst/>
                      <a:gdLst>
                        <a:gd name="csX0" fmla="*/ 45660 w 56127"/>
                        <a:gd name="csY0" fmla="*/ 38290 h 41435"/>
                        <a:gd name="csX1" fmla="*/ 0 w 56127"/>
                        <a:gd name="csY1" fmla="*/ 40396 h 41435"/>
                        <a:gd name="csX2" fmla="*/ 25710 w 56127"/>
                        <a:gd name="csY2" fmla="*/ 2602 h 41435"/>
                        <a:gd name="csX3" fmla="*/ 53526 w 56127"/>
                        <a:gd name="csY3" fmla="*/ 10468 h 41435"/>
                        <a:gd name="csX4" fmla="*/ 45660 w 56127"/>
                        <a:gd name="csY4" fmla="*/ 38290 h 41435"/>
                      </a:gdLst>
                      <a:ahLst/>
                      <a:cxnLst>
                        <a:cxn ang="0">
                          <a:pos x="csX0" y="csY0"/>
                        </a:cxn>
                        <a:cxn ang="0">
                          <a:pos x="csX1" y="csY1"/>
                        </a:cxn>
                        <a:cxn ang="0">
                          <a:pos x="csX2" y="csY2"/>
                        </a:cxn>
                        <a:cxn ang="0">
                          <a:pos x="csX3" y="csY3"/>
                        </a:cxn>
                        <a:cxn ang="0">
                          <a:pos x="csX4" y="csY4"/>
                        </a:cxn>
                      </a:cxnLst>
                      <a:rect l="l" t="t" r="r" b="b"/>
                      <a:pathLst>
                        <a:path w="56127" h="41435">
                          <a:moveTo>
                            <a:pt x="45660" y="38290"/>
                          </a:moveTo>
                          <a:cubicBezTo>
                            <a:pt x="35808" y="43798"/>
                            <a:pt x="0" y="40396"/>
                            <a:pt x="0" y="40396"/>
                          </a:cubicBezTo>
                          <a:cubicBezTo>
                            <a:pt x="0" y="40396"/>
                            <a:pt x="15858" y="8116"/>
                            <a:pt x="25710" y="2602"/>
                          </a:cubicBezTo>
                          <a:cubicBezTo>
                            <a:pt x="35562" y="-2906"/>
                            <a:pt x="48018" y="616"/>
                            <a:pt x="53526" y="10468"/>
                          </a:cubicBezTo>
                          <a:cubicBezTo>
                            <a:pt x="59034" y="20320"/>
                            <a:pt x="55512" y="32782"/>
                            <a:pt x="45660" y="38290"/>
                          </a:cubicBezTo>
                          <a:close/>
                        </a:path>
                      </a:pathLst>
                    </a:custGeom>
                    <a:solidFill>
                      <a:srgbClr val="737373"/>
                    </a:solidFill>
                    <a:ln w="5993" cap="flat">
                      <a:noFill/>
                      <a:prstDash val="solid"/>
                      <a:miter/>
                    </a:ln>
                  </p:spPr>
                  <p:txBody>
                    <a:bodyPr/>
                    <a:lstStyle/>
                    <a:p>
                      <a:endParaRPr lang="zh-CN" altLang="en-US"/>
                    </a:p>
                  </p:txBody>
                </p:sp>
                <p:sp>
                  <p:nvSpPr>
                    <p:cNvPr id="76" name="任意多边形: 形状 75">
                      <a:extLst>
                        <a:ext uri="{FF2B5EF4-FFF2-40B4-BE49-F238E27FC236}">
                          <a16:creationId xmlns:a16="http://schemas.microsoft.com/office/drawing/2014/main" id="{3CE3AEFF-7DFE-F969-8060-41571F26EE7F}"/>
                        </a:ext>
                      </a:extLst>
                    </p:cNvPr>
                    <p:cNvSpPr/>
                    <p:nvPr/>
                  </p:nvSpPr>
                  <p:spPr>
                    <a:xfrm>
                      <a:off x="3104765" y="4058414"/>
                      <a:ext cx="41871" cy="55561"/>
                    </a:xfrm>
                    <a:custGeom>
                      <a:avLst/>
                      <a:gdLst>
                        <a:gd name="csX0" fmla="*/ 38987 w 41871"/>
                        <a:gd name="csY0" fmla="*/ 30907 h 55561"/>
                        <a:gd name="csX1" fmla="*/ 497 w 41871"/>
                        <a:gd name="csY1" fmla="*/ 55561 h 55561"/>
                        <a:gd name="csX2" fmla="*/ 3869 w 41871"/>
                        <a:gd name="csY2" fmla="*/ 9979 h 55561"/>
                        <a:gd name="csX3" fmla="*/ 31895 w 41871"/>
                        <a:gd name="csY3" fmla="*/ 2887 h 55561"/>
                        <a:gd name="csX4" fmla="*/ 38987 w 41871"/>
                        <a:gd name="csY4" fmla="*/ 30907 h 55561"/>
                      </a:gdLst>
                      <a:ahLst/>
                      <a:cxnLst>
                        <a:cxn ang="0">
                          <a:pos x="csX0" y="csY0"/>
                        </a:cxn>
                        <a:cxn ang="0">
                          <a:pos x="csX1" y="csY1"/>
                        </a:cxn>
                        <a:cxn ang="0">
                          <a:pos x="csX2" y="csY2"/>
                        </a:cxn>
                        <a:cxn ang="0">
                          <a:pos x="csX3" y="csY3"/>
                        </a:cxn>
                        <a:cxn ang="0">
                          <a:pos x="csX4" y="csY4"/>
                        </a:cxn>
                      </a:cxnLst>
                      <a:rect l="l" t="t" r="r" b="b"/>
                      <a:pathLst>
                        <a:path w="41871" h="55561">
                          <a:moveTo>
                            <a:pt x="38987" y="30907"/>
                          </a:moveTo>
                          <a:cubicBezTo>
                            <a:pt x="33209" y="40603"/>
                            <a:pt x="497" y="55561"/>
                            <a:pt x="497" y="55561"/>
                          </a:cubicBezTo>
                          <a:cubicBezTo>
                            <a:pt x="497" y="55561"/>
                            <a:pt x="-1909" y="19675"/>
                            <a:pt x="3869" y="9979"/>
                          </a:cubicBezTo>
                          <a:cubicBezTo>
                            <a:pt x="9647" y="283"/>
                            <a:pt x="22193" y="-2897"/>
                            <a:pt x="31895" y="2887"/>
                          </a:cubicBezTo>
                          <a:cubicBezTo>
                            <a:pt x="41591" y="8665"/>
                            <a:pt x="44765" y="21211"/>
                            <a:pt x="38987" y="30907"/>
                          </a:cubicBezTo>
                          <a:close/>
                        </a:path>
                      </a:pathLst>
                    </a:custGeom>
                    <a:solidFill>
                      <a:srgbClr val="737373"/>
                    </a:solidFill>
                    <a:ln w="5993" cap="flat">
                      <a:noFill/>
                      <a:prstDash val="solid"/>
                      <a:miter/>
                    </a:ln>
                  </p:spPr>
                  <p:txBody>
                    <a:bodyPr/>
                    <a:lstStyle/>
                    <a:p>
                      <a:endParaRPr lang="zh-CN" altLang="en-US"/>
                    </a:p>
                  </p:txBody>
                </p:sp>
                <p:sp>
                  <p:nvSpPr>
                    <p:cNvPr id="77" name="任意多边形: 形状 76">
                      <a:extLst>
                        <a:ext uri="{FF2B5EF4-FFF2-40B4-BE49-F238E27FC236}">
                          <a16:creationId xmlns:a16="http://schemas.microsoft.com/office/drawing/2014/main" id="{B4A71042-E2B5-3155-F161-3C0751FE69EF}"/>
                        </a:ext>
                      </a:extLst>
                    </p:cNvPr>
                    <p:cNvSpPr/>
                    <p:nvPr/>
                  </p:nvSpPr>
                  <p:spPr>
                    <a:xfrm>
                      <a:off x="3023907" y="4037833"/>
                      <a:ext cx="40881" cy="61316"/>
                    </a:xfrm>
                    <a:custGeom>
                      <a:avLst/>
                      <a:gdLst>
                        <a:gd name="csX0" fmla="*/ 40879 w 40881"/>
                        <a:gd name="csY0" fmla="*/ 20720 h 61316"/>
                        <a:gd name="csX1" fmla="*/ 19873 w 40881"/>
                        <a:gd name="csY1" fmla="*/ 61316 h 61316"/>
                        <a:gd name="csX2" fmla="*/ 1 w 40881"/>
                        <a:gd name="csY2" fmla="*/ 20156 h 61316"/>
                        <a:gd name="csX3" fmla="*/ 20725 w 40881"/>
                        <a:gd name="csY3" fmla="*/ 2 h 61316"/>
                        <a:gd name="csX4" fmla="*/ 40879 w 40881"/>
                        <a:gd name="csY4" fmla="*/ 20720 h 61316"/>
                      </a:gdLst>
                      <a:ahLst/>
                      <a:cxnLst>
                        <a:cxn ang="0">
                          <a:pos x="csX0" y="csY0"/>
                        </a:cxn>
                        <a:cxn ang="0">
                          <a:pos x="csX1" y="csY1"/>
                        </a:cxn>
                        <a:cxn ang="0">
                          <a:pos x="csX2" y="csY2"/>
                        </a:cxn>
                        <a:cxn ang="0">
                          <a:pos x="csX3" y="csY3"/>
                        </a:cxn>
                        <a:cxn ang="0">
                          <a:pos x="csX4" y="csY4"/>
                        </a:cxn>
                      </a:cxnLst>
                      <a:rect l="l" t="t" r="r" b="b"/>
                      <a:pathLst>
                        <a:path w="40881" h="61316">
                          <a:moveTo>
                            <a:pt x="40879" y="20720"/>
                          </a:moveTo>
                          <a:cubicBezTo>
                            <a:pt x="40723" y="32006"/>
                            <a:pt x="19873" y="61316"/>
                            <a:pt x="19873" y="61316"/>
                          </a:cubicBezTo>
                          <a:cubicBezTo>
                            <a:pt x="19873" y="61316"/>
                            <a:pt x="-155" y="31442"/>
                            <a:pt x="1" y="20156"/>
                          </a:cubicBezTo>
                          <a:cubicBezTo>
                            <a:pt x="157" y="8870"/>
                            <a:pt x="9433" y="-154"/>
                            <a:pt x="20725" y="2"/>
                          </a:cubicBezTo>
                          <a:cubicBezTo>
                            <a:pt x="32011" y="152"/>
                            <a:pt x="41035" y="9434"/>
                            <a:pt x="40879" y="20720"/>
                          </a:cubicBezTo>
                          <a:close/>
                        </a:path>
                      </a:pathLst>
                    </a:custGeom>
                    <a:solidFill>
                      <a:srgbClr val="D2D2D2"/>
                    </a:solidFill>
                    <a:ln w="5993" cap="flat">
                      <a:noFill/>
                      <a:prstDash val="solid"/>
                      <a:miter/>
                    </a:ln>
                  </p:spPr>
                  <p:txBody>
                    <a:bodyPr/>
                    <a:lstStyle/>
                    <a:p>
                      <a:endParaRPr lang="zh-CN" altLang="en-US"/>
                    </a:p>
                  </p:txBody>
                </p:sp>
                <p:sp>
                  <p:nvSpPr>
                    <p:cNvPr id="78" name="任意多边形: 形状 77">
                      <a:extLst>
                        <a:ext uri="{FF2B5EF4-FFF2-40B4-BE49-F238E27FC236}">
                          <a16:creationId xmlns:a16="http://schemas.microsoft.com/office/drawing/2014/main" id="{9D174913-5A09-54FB-BEE1-D8996CCB1FA6}"/>
                        </a:ext>
                      </a:extLst>
                    </p:cNvPr>
                    <p:cNvSpPr/>
                    <p:nvPr/>
                  </p:nvSpPr>
                  <p:spPr>
                    <a:xfrm>
                      <a:off x="2942723" y="4060921"/>
                      <a:ext cx="41429" cy="56132"/>
                    </a:xfrm>
                    <a:custGeom>
                      <a:avLst/>
                      <a:gdLst>
                        <a:gd name="csX0" fmla="*/ 38284 w 41429"/>
                        <a:gd name="csY0" fmla="*/ 10472 h 56132"/>
                        <a:gd name="csX1" fmla="*/ 40390 w 41429"/>
                        <a:gd name="csY1" fmla="*/ 56132 h 56132"/>
                        <a:gd name="csX2" fmla="*/ 2602 w 41429"/>
                        <a:gd name="csY2" fmla="*/ 30422 h 56132"/>
                        <a:gd name="csX3" fmla="*/ 10468 w 41429"/>
                        <a:gd name="csY3" fmla="*/ 2606 h 56132"/>
                        <a:gd name="csX4" fmla="*/ 38284 w 41429"/>
                        <a:gd name="csY4" fmla="*/ 10472 h 56132"/>
                      </a:gdLst>
                      <a:ahLst/>
                      <a:cxnLst>
                        <a:cxn ang="0">
                          <a:pos x="csX0" y="csY0"/>
                        </a:cxn>
                        <a:cxn ang="0">
                          <a:pos x="csX1" y="csY1"/>
                        </a:cxn>
                        <a:cxn ang="0">
                          <a:pos x="csX2" y="csY2"/>
                        </a:cxn>
                        <a:cxn ang="0">
                          <a:pos x="csX3" y="csY3"/>
                        </a:cxn>
                        <a:cxn ang="0">
                          <a:pos x="csX4" y="csY4"/>
                        </a:cxn>
                      </a:cxnLst>
                      <a:rect l="l" t="t" r="r" b="b"/>
                      <a:pathLst>
                        <a:path w="41429" h="56132">
                          <a:moveTo>
                            <a:pt x="38284" y="10472"/>
                          </a:moveTo>
                          <a:cubicBezTo>
                            <a:pt x="43792" y="20324"/>
                            <a:pt x="40390" y="56132"/>
                            <a:pt x="40390" y="56132"/>
                          </a:cubicBezTo>
                          <a:cubicBezTo>
                            <a:pt x="40390" y="56132"/>
                            <a:pt x="8110" y="40274"/>
                            <a:pt x="2602" y="30422"/>
                          </a:cubicBezTo>
                          <a:cubicBezTo>
                            <a:pt x="-2906" y="20570"/>
                            <a:pt x="616" y="8114"/>
                            <a:pt x="10468" y="2606"/>
                          </a:cubicBezTo>
                          <a:cubicBezTo>
                            <a:pt x="20326" y="-2908"/>
                            <a:pt x="32776" y="614"/>
                            <a:pt x="38284" y="10472"/>
                          </a:cubicBezTo>
                          <a:close/>
                        </a:path>
                      </a:pathLst>
                    </a:custGeom>
                    <a:solidFill>
                      <a:srgbClr val="D2D2D2"/>
                    </a:solidFill>
                    <a:ln w="5993" cap="flat">
                      <a:noFill/>
                      <a:prstDash val="solid"/>
                      <a:miter/>
                    </a:ln>
                  </p:spPr>
                  <p:txBody>
                    <a:bodyPr/>
                    <a:lstStyle/>
                    <a:p>
                      <a:endParaRPr lang="zh-CN" altLang="en-US"/>
                    </a:p>
                  </p:txBody>
                </p:sp>
                <p:sp>
                  <p:nvSpPr>
                    <p:cNvPr id="79" name="任意多边形: 形状 78">
                      <a:extLst>
                        <a:ext uri="{FF2B5EF4-FFF2-40B4-BE49-F238E27FC236}">
                          <a16:creationId xmlns:a16="http://schemas.microsoft.com/office/drawing/2014/main" id="{510CB2F7-F7DF-0A09-700A-1EE911BEF72D}"/>
                        </a:ext>
                      </a:extLst>
                    </p:cNvPr>
                    <p:cNvSpPr/>
                    <p:nvPr/>
                  </p:nvSpPr>
                  <p:spPr>
                    <a:xfrm>
                      <a:off x="2883974" y="4121513"/>
                      <a:ext cx="55561" cy="41871"/>
                    </a:xfrm>
                    <a:custGeom>
                      <a:avLst/>
                      <a:gdLst>
                        <a:gd name="csX0" fmla="*/ 30907 w 55561"/>
                        <a:gd name="csY0" fmla="*/ 2885 h 41871"/>
                        <a:gd name="csX1" fmla="*/ 55561 w 55561"/>
                        <a:gd name="csY1" fmla="*/ 41375 h 41871"/>
                        <a:gd name="csX2" fmla="*/ 9979 w 55561"/>
                        <a:gd name="csY2" fmla="*/ 38003 h 41871"/>
                        <a:gd name="csX3" fmla="*/ 2887 w 55561"/>
                        <a:gd name="csY3" fmla="*/ 9977 h 41871"/>
                        <a:gd name="csX4" fmla="*/ 30907 w 55561"/>
                        <a:gd name="csY4" fmla="*/ 2885 h 41871"/>
                      </a:gdLst>
                      <a:ahLst/>
                      <a:cxnLst>
                        <a:cxn ang="0">
                          <a:pos x="csX0" y="csY0"/>
                        </a:cxn>
                        <a:cxn ang="0">
                          <a:pos x="csX1" y="csY1"/>
                        </a:cxn>
                        <a:cxn ang="0">
                          <a:pos x="csX2" y="csY2"/>
                        </a:cxn>
                        <a:cxn ang="0">
                          <a:pos x="csX3" y="csY3"/>
                        </a:cxn>
                        <a:cxn ang="0">
                          <a:pos x="csX4" y="csY4"/>
                        </a:cxn>
                      </a:cxnLst>
                      <a:rect l="l" t="t" r="r" b="b"/>
                      <a:pathLst>
                        <a:path w="55561" h="41871">
                          <a:moveTo>
                            <a:pt x="30907" y="2885"/>
                          </a:moveTo>
                          <a:cubicBezTo>
                            <a:pt x="40603" y="8663"/>
                            <a:pt x="55561" y="41375"/>
                            <a:pt x="55561" y="41375"/>
                          </a:cubicBezTo>
                          <a:cubicBezTo>
                            <a:pt x="55561" y="41375"/>
                            <a:pt x="19675" y="43781"/>
                            <a:pt x="9979" y="38003"/>
                          </a:cubicBezTo>
                          <a:cubicBezTo>
                            <a:pt x="283" y="32225"/>
                            <a:pt x="-2897" y="19679"/>
                            <a:pt x="2887" y="9977"/>
                          </a:cubicBezTo>
                          <a:cubicBezTo>
                            <a:pt x="8659" y="281"/>
                            <a:pt x="21205" y="-2893"/>
                            <a:pt x="30907" y="2885"/>
                          </a:cubicBezTo>
                          <a:close/>
                        </a:path>
                      </a:pathLst>
                    </a:custGeom>
                    <a:solidFill>
                      <a:srgbClr val="D2D2D2"/>
                    </a:solidFill>
                    <a:ln w="5993" cap="flat">
                      <a:noFill/>
                      <a:prstDash val="solid"/>
                      <a:miter/>
                    </a:ln>
                  </p:spPr>
                  <p:txBody>
                    <a:bodyPr/>
                    <a:lstStyle/>
                    <a:p>
                      <a:endParaRPr lang="zh-CN" altLang="en-US"/>
                    </a:p>
                  </p:txBody>
                </p:sp>
                <p:sp>
                  <p:nvSpPr>
                    <p:cNvPr id="80" name="任意多边形: 形状 79">
                      <a:extLst>
                        <a:ext uri="{FF2B5EF4-FFF2-40B4-BE49-F238E27FC236}">
                          <a16:creationId xmlns:a16="http://schemas.microsoft.com/office/drawing/2014/main" id="{2F503201-9EAC-224C-F6E0-70418FBE20E5}"/>
                        </a:ext>
                      </a:extLst>
                    </p:cNvPr>
                    <p:cNvSpPr/>
                    <p:nvPr/>
                  </p:nvSpPr>
                  <p:spPr>
                    <a:xfrm>
                      <a:off x="2886479" y="4283991"/>
                      <a:ext cx="56128" cy="41435"/>
                    </a:xfrm>
                    <a:custGeom>
                      <a:avLst/>
                      <a:gdLst>
                        <a:gd name="csX0" fmla="*/ 10468 w 56128"/>
                        <a:gd name="csY0" fmla="*/ 3145 h 41435"/>
                        <a:gd name="csX1" fmla="*/ 56128 w 56128"/>
                        <a:gd name="csY1" fmla="*/ 1039 h 41435"/>
                        <a:gd name="csX2" fmla="*/ 30418 w 56128"/>
                        <a:gd name="csY2" fmla="*/ 38833 h 41435"/>
                        <a:gd name="csX3" fmla="*/ 2602 w 56128"/>
                        <a:gd name="csY3" fmla="*/ 30967 h 41435"/>
                        <a:gd name="csX4" fmla="*/ 10468 w 56128"/>
                        <a:gd name="csY4" fmla="*/ 3145 h 41435"/>
                      </a:gdLst>
                      <a:ahLst/>
                      <a:cxnLst>
                        <a:cxn ang="0">
                          <a:pos x="csX0" y="csY0"/>
                        </a:cxn>
                        <a:cxn ang="0">
                          <a:pos x="csX1" y="csY1"/>
                        </a:cxn>
                        <a:cxn ang="0">
                          <a:pos x="csX2" y="csY2"/>
                        </a:cxn>
                        <a:cxn ang="0">
                          <a:pos x="csX3" y="csY3"/>
                        </a:cxn>
                        <a:cxn ang="0">
                          <a:pos x="csX4" y="csY4"/>
                        </a:cxn>
                      </a:cxnLst>
                      <a:rect l="l" t="t" r="r" b="b"/>
                      <a:pathLst>
                        <a:path w="56128" h="41435">
                          <a:moveTo>
                            <a:pt x="10468" y="3145"/>
                          </a:moveTo>
                          <a:cubicBezTo>
                            <a:pt x="20320" y="-2363"/>
                            <a:pt x="56128" y="1039"/>
                            <a:pt x="56128" y="1039"/>
                          </a:cubicBezTo>
                          <a:cubicBezTo>
                            <a:pt x="56128" y="1039"/>
                            <a:pt x="40270" y="33319"/>
                            <a:pt x="30418" y="38833"/>
                          </a:cubicBezTo>
                          <a:cubicBezTo>
                            <a:pt x="20566" y="44341"/>
                            <a:pt x="8110" y="40819"/>
                            <a:pt x="2602" y="30967"/>
                          </a:cubicBezTo>
                          <a:cubicBezTo>
                            <a:pt x="-2906" y="21109"/>
                            <a:pt x="616" y="8659"/>
                            <a:pt x="10468" y="3145"/>
                          </a:cubicBezTo>
                          <a:close/>
                        </a:path>
                      </a:pathLst>
                    </a:custGeom>
                    <a:solidFill>
                      <a:srgbClr val="737373"/>
                    </a:solidFill>
                    <a:ln w="5993" cap="flat">
                      <a:noFill/>
                      <a:prstDash val="solid"/>
                      <a:miter/>
                    </a:ln>
                  </p:spPr>
                  <p:txBody>
                    <a:bodyPr/>
                    <a:lstStyle/>
                    <a:p>
                      <a:endParaRPr lang="zh-CN" altLang="en-US"/>
                    </a:p>
                  </p:txBody>
                </p:sp>
                <p:sp>
                  <p:nvSpPr>
                    <p:cNvPr id="81" name="任意多边形: 形状 80">
                      <a:extLst>
                        <a:ext uri="{FF2B5EF4-FFF2-40B4-BE49-F238E27FC236}">
                          <a16:creationId xmlns:a16="http://schemas.microsoft.com/office/drawing/2014/main" id="{DFA5A98F-DCB4-67A1-4D67-518D1310E42F}"/>
                        </a:ext>
                      </a:extLst>
                    </p:cNvPr>
                    <p:cNvSpPr/>
                    <p:nvPr/>
                  </p:nvSpPr>
                  <p:spPr>
                    <a:xfrm>
                      <a:off x="2947067" y="4328614"/>
                      <a:ext cx="41871" cy="55561"/>
                    </a:xfrm>
                    <a:custGeom>
                      <a:avLst/>
                      <a:gdLst>
                        <a:gd name="csX0" fmla="*/ 2885 w 41871"/>
                        <a:gd name="csY0" fmla="*/ 24654 h 55561"/>
                        <a:gd name="csX1" fmla="*/ 41375 w 41871"/>
                        <a:gd name="csY1" fmla="*/ 0 h 55561"/>
                        <a:gd name="csX2" fmla="*/ 38003 w 41871"/>
                        <a:gd name="csY2" fmla="*/ 45582 h 55561"/>
                        <a:gd name="csX3" fmla="*/ 9977 w 41871"/>
                        <a:gd name="csY3" fmla="*/ 52674 h 55561"/>
                        <a:gd name="csX4" fmla="*/ 2885 w 41871"/>
                        <a:gd name="csY4" fmla="*/ 24654 h 55561"/>
                      </a:gdLst>
                      <a:ahLst/>
                      <a:cxnLst>
                        <a:cxn ang="0">
                          <a:pos x="csX0" y="csY0"/>
                        </a:cxn>
                        <a:cxn ang="0">
                          <a:pos x="csX1" y="csY1"/>
                        </a:cxn>
                        <a:cxn ang="0">
                          <a:pos x="csX2" y="csY2"/>
                        </a:cxn>
                        <a:cxn ang="0">
                          <a:pos x="csX3" y="csY3"/>
                        </a:cxn>
                        <a:cxn ang="0">
                          <a:pos x="csX4" y="csY4"/>
                        </a:cxn>
                      </a:cxnLst>
                      <a:rect l="l" t="t" r="r" b="b"/>
                      <a:pathLst>
                        <a:path w="41871" h="55561">
                          <a:moveTo>
                            <a:pt x="2885" y="24654"/>
                          </a:moveTo>
                          <a:cubicBezTo>
                            <a:pt x="8663" y="14958"/>
                            <a:pt x="41375" y="0"/>
                            <a:pt x="41375" y="0"/>
                          </a:cubicBezTo>
                          <a:cubicBezTo>
                            <a:pt x="41375" y="0"/>
                            <a:pt x="43781" y="35886"/>
                            <a:pt x="38003" y="45582"/>
                          </a:cubicBezTo>
                          <a:cubicBezTo>
                            <a:pt x="32225" y="55278"/>
                            <a:pt x="19679" y="58458"/>
                            <a:pt x="9977" y="52674"/>
                          </a:cubicBezTo>
                          <a:cubicBezTo>
                            <a:pt x="281" y="46902"/>
                            <a:pt x="-2893" y="34356"/>
                            <a:pt x="2885" y="24654"/>
                          </a:cubicBezTo>
                          <a:close/>
                        </a:path>
                      </a:pathLst>
                    </a:custGeom>
                    <a:solidFill>
                      <a:srgbClr val="737373"/>
                    </a:solidFill>
                    <a:ln w="5993" cap="flat">
                      <a:noFill/>
                      <a:prstDash val="solid"/>
                      <a:miter/>
                    </a:ln>
                  </p:spPr>
                  <p:txBody>
                    <a:bodyPr/>
                    <a:lstStyle/>
                    <a:p>
                      <a:endParaRPr lang="zh-CN" altLang="en-US"/>
                    </a:p>
                  </p:txBody>
                </p:sp>
              </p:grpSp>
            </p:grpSp>
          </p:grpSp>
          <p:grpSp>
            <p:nvGrpSpPr>
              <p:cNvPr id="82" name="图形 6" descr="校园餐盒，有三明治、果汁和水果">
                <a:extLst>
                  <a:ext uri="{FF2B5EF4-FFF2-40B4-BE49-F238E27FC236}">
                    <a16:creationId xmlns:a16="http://schemas.microsoft.com/office/drawing/2014/main" id="{BDFF4406-5738-426C-F021-794FAB9CE5D6}"/>
                  </a:ext>
                </a:extLst>
              </p:cNvPr>
              <p:cNvGrpSpPr/>
              <p:nvPr/>
            </p:nvGrpSpPr>
            <p:grpSpPr>
              <a:xfrm>
                <a:off x="2076436" y="4164004"/>
                <a:ext cx="1439999" cy="1440000"/>
                <a:chOff x="2076436" y="4164004"/>
                <a:chExt cx="1439999" cy="1440000"/>
              </a:xfrm>
            </p:grpSpPr>
            <p:sp>
              <p:nvSpPr>
                <p:cNvPr id="83" name="任意多边形: 形状 82">
                  <a:extLst>
                    <a:ext uri="{FF2B5EF4-FFF2-40B4-BE49-F238E27FC236}">
                      <a16:creationId xmlns:a16="http://schemas.microsoft.com/office/drawing/2014/main" id="{239AE5F5-96D4-3D18-8F77-57E6FC2492FE}"/>
                    </a:ext>
                  </a:extLst>
                </p:cNvPr>
                <p:cNvSpPr/>
                <p:nvPr/>
              </p:nvSpPr>
              <p:spPr>
                <a:xfrm>
                  <a:off x="2088436" y="4176004"/>
                  <a:ext cx="1415999" cy="1416000"/>
                </a:xfrm>
                <a:custGeom>
                  <a:avLst/>
                  <a:gdLst>
                    <a:gd name="csX0" fmla="*/ 1416000 w 1415999"/>
                    <a:gd name="csY0" fmla="*/ 196530 h 1416000"/>
                    <a:gd name="csX1" fmla="*/ 1416000 w 1415999"/>
                    <a:gd name="csY1" fmla="*/ 1219470 h 1416000"/>
                    <a:gd name="csX2" fmla="*/ 1219470 w 1415999"/>
                    <a:gd name="csY2" fmla="*/ 1416000 h 1416000"/>
                    <a:gd name="csX3" fmla="*/ 196530 w 1415999"/>
                    <a:gd name="csY3" fmla="*/ 1416000 h 1416000"/>
                    <a:gd name="csX4" fmla="*/ 0 w 1415999"/>
                    <a:gd name="csY4" fmla="*/ 1219470 h 1416000"/>
                    <a:gd name="csX5" fmla="*/ 0 w 1415999"/>
                    <a:gd name="csY5" fmla="*/ 196530 h 1416000"/>
                    <a:gd name="csX6" fmla="*/ 196530 w 1415999"/>
                    <a:gd name="csY6" fmla="*/ 0 h 1416000"/>
                    <a:gd name="csX7" fmla="*/ 1219470 w 1415999"/>
                    <a:gd name="csY7" fmla="*/ 0 h 1416000"/>
                    <a:gd name="csX8" fmla="*/ 1416000 w 1415999"/>
                    <a:gd name="csY8" fmla="*/ 196530 h 141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15999" h="1416000">
                      <a:moveTo>
                        <a:pt x="1416000" y="196530"/>
                      </a:moveTo>
                      <a:lnTo>
                        <a:pt x="1416000" y="1219470"/>
                      </a:lnTo>
                      <a:cubicBezTo>
                        <a:pt x="1416000" y="1328010"/>
                        <a:pt x="1328010" y="1416000"/>
                        <a:pt x="1219470" y="1416000"/>
                      </a:cubicBezTo>
                      <a:lnTo>
                        <a:pt x="196530" y="1416000"/>
                      </a:lnTo>
                      <a:cubicBezTo>
                        <a:pt x="87990" y="1416000"/>
                        <a:pt x="0" y="1328010"/>
                        <a:pt x="0" y="1219470"/>
                      </a:cubicBezTo>
                      <a:lnTo>
                        <a:pt x="0" y="196530"/>
                      </a:lnTo>
                      <a:cubicBezTo>
                        <a:pt x="0" y="87990"/>
                        <a:pt x="87990" y="0"/>
                        <a:pt x="196530" y="0"/>
                      </a:cubicBezTo>
                      <a:lnTo>
                        <a:pt x="1219470" y="0"/>
                      </a:lnTo>
                      <a:cubicBezTo>
                        <a:pt x="1328010" y="0"/>
                        <a:pt x="1416000" y="87990"/>
                        <a:pt x="1416000" y="196530"/>
                      </a:cubicBezTo>
                      <a:close/>
                    </a:path>
                  </a:pathLst>
                </a:custGeom>
                <a:solidFill>
                  <a:srgbClr val="E6E6E6"/>
                </a:solidFill>
                <a:ln w="5993" cap="flat">
                  <a:noFill/>
                  <a:prstDash val="solid"/>
                  <a:miter/>
                </a:ln>
              </p:spPr>
              <p:txBody>
                <a:bodyPr/>
                <a:lstStyle/>
                <a:p>
                  <a:endParaRPr lang="zh-CN" altLang="en-US"/>
                </a:p>
              </p:txBody>
            </p:sp>
            <p:sp>
              <p:nvSpPr>
                <p:cNvPr id="84" name="任意多边形: 形状 83">
                  <a:extLst>
                    <a:ext uri="{FF2B5EF4-FFF2-40B4-BE49-F238E27FC236}">
                      <a16:creationId xmlns:a16="http://schemas.microsoft.com/office/drawing/2014/main" id="{AE47D0A3-ACBA-2EA3-3225-1426A331D241}"/>
                    </a:ext>
                  </a:extLst>
                </p:cNvPr>
                <p:cNvSpPr/>
                <p:nvPr/>
              </p:nvSpPr>
              <p:spPr>
                <a:xfrm>
                  <a:off x="2076436" y="4164004"/>
                  <a:ext cx="1439999" cy="1440000"/>
                </a:xfrm>
                <a:custGeom>
                  <a:avLst/>
                  <a:gdLst>
                    <a:gd name="csX0" fmla="*/ 1243470 w 1439999"/>
                    <a:gd name="csY0" fmla="*/ 0 h 1440000"/>
                    <a:gd name="csX1" fmla="*/ 196530 w 1439999"/>
                    <a:gd name="csY1" fmla="*/ 0 h 1440000"/>
                    <a:gd name="csX2" fmla="*/ 0 w 1439999"/>
                    <a:gd name="csY2" fmla="*/ 196530 h 1440000"/>
                    <a:gd name="csX3" fmla="*/ 0 w 1439999"/>
                    <a:gd name="csY3" fmla="*/ 1243470 h 1440000"/>
                    <a:gd name="csX4" fmla="*/ 196530 w 1439999"/>
                    <a:gd name="csY4" fmla="*/ 1440000 h 1440000"/>
                    <a:gd name="csX5" fmla="*/ 1243470 w 1439999"/>
                    <a:gd name="csY5" fmla="*/ 1440000 h 1440000"/>
                    <a:gd name="csX6" fmla="*/ 1440000 w 1439999"/>
                    <a:gd name="csY6" fmla="*/ 1243470 h 1440000"/>
                    <a:gd name="csX7" fmla="*/ 1440000 w 1439999"/>
                    <a:gd name="csY7" fmla="*/ 196530 h 1440000"/>
                    <a:gd name="csX8" fmla="*/ 1243470 w 1439999"/>
                    <a:gd name="csY8" fmla="*/ 0 h 1440000"/>
                    <a:gd name="csX9" fmla="*/ 1380000 w 1439999"/>
                    <a:gd name="csY9" fmla="*/ 1243470 h 1440000"/>
                    <a:gd name="csX10" fmla="*/ 1243470 w 1439999"/>
                    <a:gd name="csY10" fmla="*/ 1380000 h 1440000"/>
                    <a:gd name="csX11" fmla="*/ 196530 w 1439999"/>
                    <a:gd name="csY11" fmla="*/ 1380000 h 1440000"/>
                    <a:gd name="csX12" fmla="*/ 60000 w 1439999"/>
                    <a:gd name="csY12" fmla="*/ 1243470 h 1440000"/>
                    <a:gd name="csX13" fmla="*/ 60000 w 1439999"/>
                    <a:gd name="csY13" fmla="*/ 196530 h 1440000"/>
                    <a:gd name="csX14" fmla="*/ 196530 w 1439999"/>
                    <a:gd name="csY14" fmla="*/ 60000 h 1440000"/>
                    <a:gd name="csX15" fmla="*/ 1243470 w 1439999"/>
                    <a:gd name="csY15" fmla="*/ 60000 h 1440000"/>
                    <a:gd name="csX16" fmla="*/ 1380000 w 1439999"/>
                    <a:gd name="csY16" fmla="*/ 196530 h 1440000"/>
                    <a:gd name="csX17" fmla="*/ 1380000 w 1439999"/>
                    <a:gd name="csY17" fmla="*/ 1243470 h 14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439999" h="1440000">
                      <a:moveTo>
                        <a:pt x="1243470" y="0"/>
                      </a:moveTo>
                      <a:lnTo>
                        <a:pt x="196530" y="0"/>
                      </a:lnTo>
                      <a:cubicBezTo>
                        <a:pt x="87990" y="0"/>
                        <a:pt x="0" y="87990"/>
                        <a:pt x="0" y="196530"/>
                      </a:cubicBezTo>
                      <a:lnTo>
                        <a:pt x="0" y="1243470"/>
                      </a:lnTo>
                      <a:cubicBezTo>
                        <a:pt x="0" y="1352010"/>
                        <a:pt x="87990" y="1440000"/>
                        <a:pt x="196530" y="1440000"/>
                      </a:cubicBezTo>
                      <a:lnTo>
                        <a:pt x="1243470" y="1440000"/>
                      </a:lnTo>
                      <a:cubicBezTo>
                        <a:pt x="1352010" y="1440000"/>
                        <a:pt x="1440000" y="1352010"/>
                        <a:pt x="1440000" y="1243470"/>
                      </a:cubicBezTo>
                      <a:lnTo>
                        <a:pt x="1440000" y="196530"/>
                      </a:lnTo>
                      <a:cubicBezTo>
                        <a:pt x="1440000" y="87984"/>
                        <a:pt x="1352010" y="0"/>
                        <a:pt x="1243470" y="0"/>
                      </a:cubicBezTo>
                      <a:close/>
                      <a:moveTo>
                        <a:pt x="1380000" y="1243470"/>
                      </a:moveTo>
                      <a:cubicBezTo>
                        <a:pt x="1380000" y="1318752"/>
                        <a:pt x="1318752" y="1380000"/>
                        <a:pt x="1243470" y="1380000"/>
                      </a:cubicBezTo>
                      <a:lnTo>
                        <a:pt x="196530" y="1380000"/>
                      </a:lnTo>
                      <a:cubicBezTo>
                        <a:pt x="121248" y="1380000"/>
                        <a:pt x="60000" y="1318752"/>
                        <a:pt x="60000" y="1243470"/>
                      </a:cubicBezTo>
                      <a:lnTo>
                        <a:pt x="60000" y="196530"/>
                      </a:lnTo>
                      <a:cubicBezTo>
                        <a:pt x="60000" y="121248"/>
                        <a:pt x="121248" y="60000"/>
                        <a:pt x="196530" y="60000"/>
                      </a:cubicBezTo>
                      <a:lnTo>
                        <a:pt x="1243470" y="60000"/>
                      </a:lnTo>
                      <a:cubicBezTo>
                        <a:pt x="1318752" y="60000"/>
                        <a:pt x="1380000" y="121248"/>
                        <a:pt x="1380000" y="196530"/>
                      </a:cubicBezTo>
                      <a:lnTo>
                        <a:pt x="1380000" y="1243470"/>
                      </a:lnTo>
                      <a:close/>
                    </a:path>
                  </a:pathLst>
                </a:custGeom>
                <a:solidFill>
                  <a:srgbClr val="D2D2D2"/>
                </a:solidFill>
                <a:ln w="5993" cap="flat">
                  <a:noFill/>
                  <a:prstDash val="solid"/>
                  <a:miter/>
                </a:ln>
              </p:spPr>
              <p:txBody>
                <a:bodyPr/>
                <a:lstStyle/>
                <a:p>
                  <a:endParaRPr lang="zh-CN" altLang="en-US"/>
                </a:p>
              </p:txBody>
            </p:sp>
          </p:grpSp>
          <p:grpSp>
            <p:nvGrpSpPr>
              <p:cNvPr id="85" name="图形 6" descr="校园餐盒，有三明治、果汁和水果">
                <a:extLst>
                  <a:ext uri="{FF2B5EF4-FFF2-40B4-BE49-F238E27FC236}">
                    <a16:creationId xmlns:a16="http://schemas.microsoft.com/office/drawing/2014/main" id="{4F9FB8AE-77D7-F95D-226D-0ED3D905A195}"/>
                  </a:ext>
                </a:extLst>
              </p:cNvPr>
              <p:cNvGrpSpPr/>
              <p:nvPr/>
            </p:nvGrpSpPr>
            <p:grpSpPr>
              <a:xfrm>
                <a:off x="2166436" y="4286254"/>
                <a:ext cx="1206960" cy="1128641"/>
                <a:chOff x="2166436" y="4286254"/>
                <a:chExt cx="1206960" cy="1128641"/>
              </a:xfrm>
            </p:grpSpPr>
            <p:grpSp>
              <p:nvGrpSpPr>
                <p:cNvPr id="86" name="图形 6" descr="校园餐盒，有三明治、果汁和水果">
                  <a:extLst>
                    <a:ext uri="{FF2B5EF4-FFF2-40B4-BE49-F238E27FC236}">
                      <a16:creationId xmlns:a16="http://schemas.microsoft.com/office/drawing/2014/main" id="{45A95BAD-9A40-F115-EF01-C00888B7B52C}"/>
                    </a:ext>
                  </a:extLst>
                </p:cNvPr>
                <p:cNvGrpSpPr/>
                <p:nvPr/>
              </p:nvGrpSpPr>
              <p:grpSpPr>
                <a:xfrm>
                  <a:off x="3318435" y="4746004"/>
                  <a:ext cx="54960" cy="200484"/>
                  <a:chOff x="3318435" y="4746004"/>
                  <a:chExt cx="54960" cy="200484"/>
                </a:xfrm>
              </p:grpSpPr>
              <p:sp>
                <p:nvSpPr>
                  <p:cNvPr id="87" name="任意多边形: 形状 86">
                    <a:extLst>
                      <a:ext uri="{FF2B5EF4-FFF2-40B4-BE49-F238E27FC236}">
                        <a16:creationId xmlns:a16="http://schemas.microsoft.com/office/drawing/2014/main" id="{F17F135B-AB9E-C8D7-5B3F-8A64C3DD7901}"/>
                      </a:ext>
                    </a:extLst>
                  </p:cNvPr>
                  <p:cNvSpPr/>
                  <p:nvPr/>
                </p:nvSpPr>
                <p:spPr>
                  <a:xfrm>
                    <a:off x="3318435" y="4746004"/>
                    <a:ext cx="45744" cy="45743"/>
                  </a:xfrm>
                  <a:custGeom>
                    <a:avLst/>
                    <a:gdLst>
                      <a:gd name="csX0" fmla="*/ 0 w 45744"/>
                      <a:gd name="csY0" fmla="*/ 45744 h 45743"/>
                      <a:gd name="csX1" fmla="*/ 13302 w 45744"/>
                      <a:gd name="csY1" fmla="*/ 13302 h 45743"/>
                      <a:gd name="csX2" fmla="*/ 45744 w 45744"/>
                      <a:gd name="csY2" fmla="*/ 0 h 45743"/>
                      <a:gd name="csX3" fmla="*/ 32442 w 45744"/>
                      <a:gd name="csY3" fmla="*/ 32442 h 45743"/>
                      <a:gd name="csX4" fmla="*/ 0 w 45744"/>
                      <a:gd name="csY4" fmla="*/ 45744 h 45743"/>
                    </a:gdLst>
                    <a:ahLst/>
                    <a:cxnLst>
                      <a:cxn ang="0">
                        <a:pos x="csX0" y="csY0"/>
                      </a:cxn>
                      <a:cxn ang="0">
                        <a:pos x="csX1" y="csY1"/>
                      </a:cxn>
                      <a:cxn ang="0">
                        <a:pos x="csX2" y="csY2"/>
                      </a:cxn>
                      <a:cxn ang="0">
                        <a:pos x="csX3" y="csY3"/>
                      </a:cxn>
                      <a:cxn ang="0">
                        <a:pos x="csX4" y="csY4"/>
                      </a:cxn>
                    </a:cxnLst>
                    <a:rect l="l" t="t" r="r" b="b"/>
                    <a:pathLst>
                      <a:path w="45744" h="45743">
                        <a:moveTo>
                          <a:pt x="0" y="45744"/>
                        </a:moveTo>
                        <a:cubicBezTo>
                          <a:pt x="0" y="45744"/>
                          <a:pt x="672" y="25932"/>
                          <a:pt x="13302" y="13302"/>
                        </a:cubicBezTo>
                        <a:cubicBezTo>
                          <a:pt x="25932" y="672"/>
                          <a:pt x="45744" y="0"/>
                          <a:pt x="45744" y="0"/>
                        </a:cubicBezTo>
                        <a:cubicBezTo>
                          <a:pt x="45744" y="0"/>
                          <a:pt x="45072" y="19812"/>
                          <a:pt x="32442" y="32442"/>
                        </a:cubicBezTo>
                        <a:cubicBezTo>
                          <a:pt x="19812" y="45072"/>
                          <a:pt x="0" y="45744"/>
                          <a:pt x="0" y="45744"/>
                        </a:cubicBezTo>
                        <a:close/>
                      </a:path>
                    </a:pathLst>
                  </a:custGeom>
                  <a:solidFill>
                    <a:srgbClr val="D2D2D2"/>
                  </a:solidFill>
                  <a:ln w="5993" cap="flat">
                    <a:noFill/>
                    <a:prstDash val="solid"/>
                    <a:miter/>
                  </a:ln>
                </p:spPr>
                <p:txBody>
                  <a:bodyPr/>
                  <a:lstStyle/>
                  <a:p>
                    <a:endParaRPr lang="zh-CN" altLang="en-US"/>
                  </a:p>
                </p:txBody>
              </p:sp>
              <p:sp>
                <p:nvSpPr>
                  <p:cNvPr id="88" name="任意多边形: 形状 87">
                    <a:extLst>
                      <a:ext uri="{FF2B5EF4-FFF2-40B4-BE49-F238E27FC236}">
                        <a16:creationId xmlns:a16="http://schemas.microsoft.com/office/drawing/2014/main" id="{08A324F4-618E-496B-5DFD-BEF21D71F363}"/>
                      </a:ext>
                    </a:extLst>
                  </p:cNvPr>
                  <p:cNvSpPr/>
                  <p:nvPr/>
                </p:nvSpPr>
                <p:spPr>
                  <a:xfrm>
                    <a:off x="3346323" y="4881795"/>
                    <a:ext cx="27072" cy="64692"/>
                  </a:xfrm>
                  <a:custGeom>
                    <a:avLst/>
                    <a:gdLst>
                      <a:gd name="csX0" fmla="*/ 13536 w 27072"/>
                      <a:gd name="csY0" fmla="*/ 64692 h 64692"/>
                      <a:gd name="csX1" fmla="*/ 0 w 27072"/>
                      <a:gd name="csY1" fmla="*/ 32346 h 64692"/>
                      <a:gd name="csX2" fmla="*/ 13536 w 27072"/>
                      <a:gd name="csY2" fmla="*/ 0 h 64692"/>
                      <a:gd name="csX3" fmla="*/ 27072 w 27072"/>
                      <a:gd name="csY3" fmla="*/ 32346 h 64692"/>
                      <a:gd name="csX4" fmla="*/ 13536 w 27072"/>
                      <a:gd name="csY4" fmla="*/ 64692 h 64692"/>
                    </a:gdLst>
                    <a:ahLst/>
                    <a:cxnLst>
                      <a:cxn ang="0">
                        <a:pos x="csX0" y="csY0"/>
                      </a:cxn>
                      <a:cxn ang="0">
                        <a:pos x="csX1" y="csY1"/>
                      </a:cxn>
                      <a:cxn ang="0">
                        <a:pos x="csX2" y="csY2"/>
                      </a:cxn>
                      <a:cxn ang="0">
                        <a:pos x="csX3" y="csY3"/>
                      </a:cxn>
                      <a:cxn ang="0">
                        <a:pos x="csX4" y="csY4"/>
                      </a:cxn>
                    </a:cxnLst>
                    <a:rect l="l" t="t" r="r" b="b"/>
                    <a:pathLst>
                      <a:path w="27072" h="64692">
                        <a:moveTo>
                          <a:pt x="13536" y="64692"/>
                        </a:moveTo>
                        <a:cubicBezTo>
                          <a:pt x="13536" y="64692"/>
                          <a:pt x="0" y="50208"/>
                          <a:pt x="0" y="32346"/>
                        </a:cubicBezTo>
                        <a:cubicBezTo>
                          <a:pt x="0" y="14484"/>
                          <a:pt x="13536" y="0"/>
                          <a:pt x="13536" y="0"/>
                        </a:cubicBezTo>
                        <a:cubicBezTo>
                          <a:pt x="13536" y="0"/>
                          <a:pt x="27072" y="14484"/>
                          <a:pt x="27072" y="32346"/>
                        </a:cubicBezTo>
                        <a:cubicBezTo>
                          <a:pt x="27072" y="50208"/>
                          <a:pt x="13536" y="64692"/>
                          <a:pt x="13536" y="64692"/>
                        </a:cubicBezTo>
                        <a:close/>
                      </a:path>
                    </a:pathLst>
                  </a:custGeom>
                  <a:solidFill>
                    <a:srgbClr val="505050"/>
                  </a:solidFill>
                  <a:ln w="5993" cap="flat">
                    <a:noFill/>
                    <a:prstDash val="solid"/>
                    <a:miter/>
                  </a:ln>
                </p:spPr>
                <p:txBody>
                  <a:bodyPr/>
                  <a:lstStyle/>
                  <a:p>
                    <a:endParaRPr lang="zh-CN" altLang="en-US"/>
                  </a:p>
                </p:txBody>
              </p:sp>
            </p:grpSp>
            <p:grpSp>
              <p:nvGrpSpPr>
                <p:cNvPr id="89" name="图形 6" descr="校园餐盒，有三明治、果汁和水果">
                  <a:extLst>
                    <a:ext uri="{FF2B5EF4-FFF2-40B4-BE49-F238E27FC236}">
                      <a16:creationId xmlns:a16="http://schemas.microsoft.com/office/drawing/2014/main" id="{7C22F7DC-5073-4589-5E86-E8546D8C9057}"/>
                    </a:ext>
                  </a:extLst>
                </p:cNvPr>
                <p:cNvGrpSpPr/>
                <p:nvPr/>
              </p:nvGrpSpPr>
              <p:grpSpPr>
                <a:xfrm>
                  <a:off x="3171316" y="4407387"/>
                  <a:ext cx="169734" cy="180522"/>
                  <a:chOff x="3171316" y="4407387"/>
                  <a:chExt cx="169734" cy="180522"/>
                </a:xfrm>
              </p:grpSpPr>
              <p:sp>
                <p:nvSpPr>
                  <p:cNvPr id="90" name="任意多边形: 形状 89">
                    <a:extLst>
                      <a:ext uri="{FF2B5EF4-FFF2-40B4-BE49-F238E27FC236}">
                        <a16:creationId xmlns:a16="http://schemas.microsoft.com/office/drawing/2014/main" id="{314E5EEE-6C88-FE3E-B170-B4F323479ECE}"/>
                      </a:ext>
                    </a:extLst>
                  </p:cNvPr>
                  <p:cNvSpPr/>
                  <p:nvPr/>
                </p:nvSpPr>
                <p:spPr>
                  <a:xfrm>
                    <a:off x="3313977" y="4493644"/>
                    <a:ext cx="27072" cy="64691"/>
                  </a:xfrm>
                  <a:custGeom>
                    <a:avLst/>
                    <a:gdLst>
                      <a:gd name="csX0" fmla="*/ 13536 w 27072"/>
                      <a:gd name="csY0" fmla="*/ 64692 h 64691"/>
                      <a:gd name="csX1" fmla="*/ 0 w 27072"/>
                      <a:gd name="csY1" fmla="*/ 32346 h 64691"/>
                      <a:gd name="csX2" fmla="*/ 13536 w 27072"/>
                      <a:gd name="csY2" fmla="*/ 0 h 64691"/>
                      <a:gd name="csX3" fmla="*/ 27072 w 27072"/>
                      <a:gd name="csY3" fmla="*/ 32346 h 64691"/>
                      <a:gd name="csX4" fmla="*/ 13536 w 27072"/>
                      <a:gd name="csY4" fmla="*/ 64692 h 64691"/>
                    </a:gdLst>
                    <a:ahLst/>
                    <a:cxnLst>
                      <a:cxn ang="0">
                        <a:pos x="csX0" y="csY0"/>
                      </a:cxn>
                      <a:cxn ang="0">
                        <a:pos x="csX1" y="csY1"/>
                      </a:cxn>
                      <a:cxn ang="0">
                        <a:pos x="csX2" y="csY2"/>
                      </a:cxn>
                      <a:cxn ang="0">
                        <a:pos x="csX3" y="csY3"/>
                      </a:cxn>
                      <a:cxn ang="0">
                        <a:pos x="csX4" y="csY4"/>
                      </a:cxn>
                    </a:cxnLst>
                    <a:rect l="l" t="t" r="r" b="b"/>
                    <a:pathLst>
                      <a:path w="27072" h="64691">
                        <a:moveTo>
                          <a:pt x="13536" y="64692"/>
                        </a:moveTo>
                        <a:cubicBezTo>
                          <a:pt x="13536" y="64692"/>
                          <a:pt x="0" y="50208"/>
                          <a:pt x="0" y="32346"/>
                        </a:cubicBezTo>
                        <a:cubicBezTo>
                          <a:pt x="0" y="14484"/>
                          <a:pt x="13536" y="0"/>
                          <a:pt x="13536" y="0"/>
                        </a:cubicBezTo>
                        <a:cubicBezTo>
                          <a:pt x="13536" y="0"/>
                          <a:pt x="27072" y="14484"/>
                          <a:pt x="27072" y="32346"/>
                        </a:cubicBezTo>
                        <a:cubicBezTo>
                          <a:pt x="27072" y="50214"/>
                          <a:pt x="13536" y="64692"/>
                          <a:pt x="13536" y="64692"/>
                        </a:cubicBezTo>
                        <a:close/>
                      </a:path>
                    </a:pathLst>
                  </a:custGeom>
                  <a:solidFill>
                    <a:srgbClr val="505050"/>
                  </a:solidFill>
                  <a:ln w="5993" cap="flat">
                    <a:noFill/>
                    <a:prstDash val="solid"/>
                    <a:miter/>
                  </a:ln>
                </p:spPr>
                <p:txBody>
                  <a:bodyPr/>
                  <a:lstStyle/>
                  <a:p>
                    <a:endParaRPr lang="zh-CN" altLang="en-US"/>
                  </a:p>
                </p:txBody>
              </p:sp>
              <p:sp>
                <p:nvSpPr>
                  <p:cNvPr id="91" name="任意多边形: 形状 90">
                    <a:extLst>
                      <a:ext uri="{FF2B5EF4-FFF2-40B4-BE49-F238E27FC236}">
                        <a16:creationId xmlns:a16="http://schemas.microsoft.com/office/drawing/2014/main" id="{D17F10A2-4D46-4351-C772-EADE9911DF75}"/>
                      </a:ext>
                    </a:extLst>
                  </p:cNvPr>
                  <p:cNvSpPr/>
                  <p:nvPr/>
                </p:nvSpPr>
                <p:spPr>
                  <a:xfrm>
                    <a:off x="3171316" y="4472080"/>
                    <a:ext cx="45743" cy="45743"/>
                  </a:xfrm>
                  <a:custGeom>
                    <a:avLst/>
                    <a:gdLst>
                      <a:gd name="csX0" fmla="*/ 45744 w 45743"/>
                      <a:gd name="csY0" fmla="*/ 45744 h 45743"/>
                      <a:gd name="csX1" fmla="*/ 13296 w 45743"/>
                      <a:gd name="csY1" fmla="*/ 32442 h 45743"/>
                      <a:gd name="csX2" fmla="*/ 0 w 45743"/>
                      <a:gd name="csY2" fmla="*/ 0 h 45743"/>
                      <a:gd name="csX3" fmla="*/ 32442 w 45743"/>
                      <a:gd name="csY3" fmla="*/ 13302 h 45743"/>
                      <a:gd name="csX4" fmla="*/ 45744 w 45743"/>
                      <a:gd name="csY4" fmla="*/ 45744 h 45743"/>
                    </a:gdLst>
                    <a:ahLst/>
                    <a:cxnLst>
                      <a:cxn ang="0">
                        <a:pos x="csX0" y="csY0"/>
                      </a:cxn>
                      <a:cxn ang="0">
                        <a:pos x="csX1" y="csY1"/>
                      </a:cxn>
                      <a:cxn ang="0">
                        <a:pos x="csX2" y="csY2"/>
                      </a:cxn>
                      <a:cxn ang="0">
                        <a:pos x="csX3" y="csY3"/>
                      </a:cxn>
                      <a:cxn ang="0">
                        <a:pos x="csX4" y="csY4"/>
                      </a:cxn>
                    </a:cxnLst>
                    <a:rect l="l" t="t" r="r" b="b"/>
                    <a:pathLst>
                      <a:path w="45743" h="45743">
                        <a:moveTo>
                          <a:pt x="45744" y="45744"/>
                        </a:moveTo>
                        <a:cubicBezTo>
                          <a:pt x="45744" y="45744"/>
                          <a:pt x="25932" y="45078"/>
                          <a:pt x="13296" y="32442"/>
                        </a:cubicBezTo>
                        <a:cubicBezTo>
                          <a:pt x="666" y="19812"/>
                          <a:pt x="0" y="0"/>
                          <a:pt x="0" y="0"/>
                        </a:cubicBezTo>
                        <a:cubicBezTo>
                          <a:pt x="0" y="0"/>
                          <a:pt x="19812" y="666"/>
                          <a:pt x="32442" y="13302"/>
                        </a:cubicBezTo>
                        <a:cubicBezTo>
                          <a:pt x="45072" y="25938"/>
                          <a:pt x="45744" y="45744"/>
                          <a:pt x="45744" y="45744"/>
                        </a:cubicBezTo>
                        <a:close/>
                      </a:path>
                    </a:pathLst>
                  </a:custGeom>
                  <a:solidFill>
                    <a:srgbClr val="737373"/>
                  </a:solidFill>
                  <a:ln w="5993" cap="flat">
                    <a:noFill/>
                    <a:prstDash val="solid"/>
                    <a:miter/>
                  </a:ln>
                </p:spPr>
                <p:txBody>
                  <a:bodyPr/>
                  <a:lstStyle/>
                  <a:p>
                    <a:endParaRPr lang="zh-CN" altLang="en-US"/>
                  </a:p>
                </p:txBody>
              </p:sp>
              <p:sp>
                <p:nvSpPr>
                  <p:cNvPr id="92" name="任意多边形: 形状 91">
                    <a:extLst>
                      <a:ext uri="{FF2B5EF4-FFF2-40B4-BE49-F238E27FC236}">
                        <a16:creationId xmlns:a16="http://schemas.microsoft.com/office/drawing/2014/main" id="{BEDCABB8-C0DA-5F4E-A1AD-82F14D9821CD}"/>
                      </a:ext>
                    </a:extLst>
                  </p:cNvPr>
                  <p:cNvSpPr/>
                  <p:nvPr/>
                </p:nvSpPr>
                <p:spPr>
                  <a:xfrm>
                    <a:off x="3200883" y="4542166"/>
                    <a:ext cx="45744" cy="45743"/>
                  </a:xfrm>
                  <a:custGeom>
                    <a:avLst/>
                    <a:gdLst>
                      <a:gd name="csX0" fmla="*/ 45744 w 45744"/>
                      <a:gd name="csY0" fmla="*/ 45744 h 45743"/>
                      <a:gd name="csX1" fmla="*/ 13302 w 45744"/>
                      <a:gd name="csY1" fmla="*/ 32442 h 45743"/>
                      <a:gd name="csX2" fmla="*/ 0 w 45744"/>
                      <a:gd name="csY2" fmla="*/ 0 h 45743"/>
                      <a:gd name="csX3" fmla="*/ 32442 w 45744"/>
                      <a:gd name="csY3" fmla="*/ 13302 h 45743"/>
                      <a:gd name="csX4" fmla="*/ 45744 w 45744"/>
                      <a:gd name="csY4" fmla="*/ 45744 h 45743"/>
                    </a:gdLst>
                    <a:ahLst/>
                    <a:cxnLst>
                      <a:cxn ang="0">
                        <a:pos x="csX0" y="csY0"/>
                      </a:cxn>
                      <a:cxn ang="0">
                        <a:pos x="csX1" y="csY1"/>
                      </a:cxn>
                      <a:cxn ang="0">
                        <a:pos x="csX2" y="csY2"/>
                      </a:cxn>
                      <a:cxn ang="0">
                        <a:pos x="csX3" y="csY3"/>
                      </a:cxn>
                      <a:cxn ang="0">
                        <a:pos x="csX4" y="csY4"/>
                      </a:cxn>
                    </a:cxnLst>
                    <a:rect l="l" t="t" r="r" b="b"/>
                    <a:pathLst>
                      <a:path w="45744" h="45743">
                        <a:moveTo>
                          <a:pt x="45744" y="45744"/>
                        </a:moveTo>
                        <a:cubicBezTo>
                          <a:pt x="45744" y="45744"/>
                          <a:pt x="25932" y="45072"/>
                          <a:pt x="13302" y="32442"/>
                        </a:cubicBezTo>
                        <a:cubicBezTo>
                          <a:pt x="672" y="19812"/>
                          <a:pt x="0" y="0"/>
                          <a:pt x="0" y="0"/>
                        </a:cubicBezTo>
                        <a:cubicBezTo>
                          <a:pt x="0" y="0"/>
                          <a:pt x="19812" y="672"/>
                          <a:pt x="32442" y="13302"/>
                        </a:cubicBezTo>
                        <a:cubicBezTo>
                          <a:pt x="45072" y="25932"/>
                          <a:pt x="45744" y="45744"/>
                          <a:pt x="45744" y="45744"/>
                        </a:cubicBezTo>
                        <a:close/>
                      </a:path>
                    </a:pathLst>
                  </a:custGeom>
                  <a:solidFill>
                    <a:srgbClr val="D2D2D2"/>
                  </a:solidFill>
                  <a:ln w="5993" cap="flat">
                    <a:noFill/>
                    <a:prstDash val="solid"/>
                    <a:miter/>
                  </a:ln>
                </p:spPr>
                <p:txBody>
                  <a:bodyPr/>
                  <a:lstStyle/>
                  <a:p>
                    <a:endParaRPr lang="zh-CN" altLang="en-US"/>
                  </a:p>
                </p:txBody>
              </p:sp>
              <p:sp>
                <p:nvSpPr>
                  <p:cNvPr id="93" name="任意多边形: 形状 92">
                    <a:extLst>
                      <a:ext uri="{FF2B5EF4-FFF2-40B4-BE49-F238E27FC236}">
                        <a16:creationId xmlns:a16="http://schemas.microsoft.com/office/drawing/2014/main" id="{F1917D16-5950-E591-A771-E2EC012A9BAB}"/>
                      </a:ext>
                    </a:extLst>
                  </p:cNvPr>
                  <p:cNvSpPr/>
                  <p:nvPr/>
                </p:nvSpPr>
                <p:spPr>
                  <a:xfrm>
                    <a:off x="3251883" y="4520193"/>
                    <a:ext cx="45744" cy="45743"/>
                  </a:xfrm>
                  <a:custGeom>
                    <a:avLst/>
                    <a:gdLst>
                      <a:gd name="csX0" fmla="*/ 45744 w 45744"/>
                      <a:gd name="csY0" fmla="*/ 45744 h 45743"/>
                      <a:gd name="csX1" fmla="*/ 13302 w 45744"/>
                      <a:gd name="csY1" fmla="*/ 32442 h 45743"/>
                      <a:gd name="csX2" fmla="*/ 0 w 45744"/>
                      <a:gd name="csY2" fmla="*/ 0 h 45743"/>
                      <a:gd name="csX3" fmla="*/ 32442 w 45744"/>
                      <a:gd name="csY3" fmla="*/ 13302 h 45743"/>
                      <a:gd name="csX4" fmla="*/ 45744 w 45744"/>
                      <a:gd name="csY4" fmla="*/ 45744 h 45743"/>
                    </a:gdLst>
                    <a:ahLst/>
                    <a:cxnLst>
                      <a:cxn ang="0">
                        <a:pos x="csX0" y="csY0"/>
                      </a:cxn>
                      <a:cxn ang="0">
                        <a:pos x="csX1" y="csY1"/>
                      </a:cxn>
                      <a:cxn ang="0">
                        <a:pos x="csX2" y="csY2"/>
                      </a:cxn>
                      <a:cxn ang="0">
                        <a:pos x="csX3" y="csY3"/>
                      </a:cxn>
                      <a:cxn ang="0">
                        <a:pos x="csX4" y="csY4"/>
                      </a:cxn>
                    </a:cxnLst>
                    <a:rect l="l" t="t" r="r" b="b"/>
                    <a:pathLst>
                      <a:path w="45744" h="45743">
                        <a:moveTo>
                          <a:pt x="45744" y="45744"/>
                        </a:moveTo>
                        <a:cubicBezTo>
                          <a:pt x="45744" y="45744"/>
                          <a:pt x="25932" y="45078"/>
                          <a:pt x="13302" y="32442"/>
                        </a:cubicBezTo>
                        <a:cubicBezTo>
                          <a:pt x="672" y="19812"/>
                          <a:pt x="0" y="0"/>
                          <a:pt x="0" y="0"/>
                        </a:cubicBezTo>
                        <a:cubicBezTo>
                          <a:pt x="0" y="0"/>
                          <a:pt x="19812" y="672"/>
                          <a:pt x="32442" y="13302"/>
                        </a:cubicBezTo>
                        <a:cubicBezTo>
                          <a:pt x="45078" y="25932"/>
                          <a:pt x="45744" y="45744"/>
                          <a:pt x="45744" y="45744"/>
                        </a:cubicBezTo>
                        <a:close/>
                      </a:path>
                    </a:pathLst>
                  </a:custGeom>
                  <a:solidFill>
                    <a:srgbClr val="D2D2D2"/>
                  </a:solidFill>
                  <a:ln w="5993" cap="flat">
                    <a:noFill/>
                    <a:prstDash val="solid"/>
                    <a:miter/>
                  </a:ln>
                </p:spPr>
                <p:txBody>
                  <a:bodyPr/>
                  <a:lstStyle/>
                  <a:p>
                    <a:endParaRPr lang="zh-CN" altLang="en-US"/>
                  </a:p>
                </p:txBody>
              </p:sp>
              <p:sp>
                <p:nvSpPr>
                  <p:cNvPr id="94" name="任意多边形: 形状 93">
                    <a:extLst>
                      <a:ext uri="{FF2B5EF4-FFF2-40B4-BE49-F238E27FC236}">
                        <a16:creationId xmlns:a16="http://schemas.microsoft.com/office/drawing/2014/main" id="{FCB71529-E969-960E-B4BB-FB3454CB2427}"/>
                      </a:ext>
                    </a:extLst>
                  </p:cNvPr>
                  <p:cNvSpPr/>
                  <p:nvPr/>
                </p:nvSpPr>
                <p:spPr>
                  <a:xfrm>
                    <a:off x="3233229" y="4407387"/>
                    <a:ext cx="27072" cy="64692"/>
                  </a:xfrm>
                  <a:custGeom>
                    <a:avLst/>
                    <a:gdLst>
                      <a:gd name="csX0" fmla="*/ 13536 w 27072"/>
                      <a:gd name="csY0" fmla="*/ 64692 h 64692"/>
                      <a:gd name="csX1" fmla="*/ 0 w 27072"/>
                      <a:gd name="csY1" fmla="*/ 32346 h 64692"/>
                      <a:gd name="csX2" fmla="*/ 13536 w 27072"/>
                      <a:gd name="csY2" fmla="*/ 0 h 64692"/>
                      <a:gd name="csX3" fmla="*/ 27072 w 27072"/>
                      <a:gd name="csY3" fmla="*/ 32346 h 64692"/>
                      <a:gd name="csX4" fmla="*/ 13536 w 27072"/>
                      <a:gd name="csY4" fmla="*/ 64692 h 64692"/>
                    </a:gdLst>
                    <a:ahLst/>
                    <a:cxnLst>
                      <a:cxn ang="0">
                        <a:pos x="csX0" y="csY0"/>
                      </a:cxn>
                      <a:cxn ang="0">
                        <a:pos x="csX1" y="csY1"/>
                      </a:cxn>
                      <a:cxn ang="0">
                        <a:pos x="csX2" y="csY2"/>
                      </a:cxn>
                      <a:cxn ang="0">
                        <a:pos x="csX3" y="csY3"/>
                      </a:cxn>
                      <a:cxn ang="0">
                        <a:pos x="csX4" y="csY4"/>
                      </a:cxn>
                    </a:cxnLst>
                    <a:rect l="l" t="t" r="r" b="b"/>
                    <a:pathLst>
                      <a:path w="27072" h="64692">
                        <a:moveTo>
                          <a:pt x="13536" y="64692"/>
                        </a:moveTo>
                        <a:cubicBezTo>
                          <a:pt x="13536" y="64692"/>
                          <a:pt x="0" y="50208"/>
                          <a:pt x="0" y="32346"/>
                        </a:cubicBezTo>
                        <a:cubicBezTo>
                          <a:pt x="0" y="14484"/>
                          <a:pt x="13536" y="0"/>
                          <a:pt x="13536" y="0"/>
                        </a:cubicBezTo>
                        <a:cubicBezTo>
                          <a:pt x="13536" y="0"/>
                          <a:pt x="27072" y="14484"/>
                          <a:pt x="27072" y="32346"/>
                        </a:cubicBezTo>
                        <a:cubicBezTo>
                          <a:pt x="27072" y="50214"/>
                          <a:pt x="13536" y="64692"/>
                          <a:pt x="13536" y="64692"/>
                        </a:cubicBezTo>
                        <a:close/>
                      </a:path>
                    </a:pathLst>
                  </a:custGeom>
                  <a:solidFill>
                    <a:srgbClr val="505050"/>
                  </a:solidFill>
                  <a:ln w="5993" cap="flat">
                    <a:noFill/>
                    <a:prstDash val="solid"/>
                    <a:miter/>
                  </a:ln>
                </p:spPr>
                <p:txBody>
                  <a:bodyPr/>
                  <a:lstStyle/>
                  <a:p>
                    <a:endParaRPr lang="zh-CN" altLang="en-US"/>
                  </a:p>
                </p:txBody>
              </p:sp>
            </p:grpSp>
            <p:grpSp>
              <p:nvGrpSpPr>
                <p:cNvPr id="95" name="图形 6" descr="校园餐盒，有三明治、果汁和水果">
                  <a:extLst>
                    <a:ext uri="{FF2B5EF4-FFF2-40B4-BE49-F238E27FC236}">
                      <a16:creationId xmlns:a16="http://schemas.microsoft.com/office/drawing/2014/main" id="{0B9F904E-DB92-C338-5C82-1E1D07925479}"/>
                    </a:ext>
                  </a:extLst>
                </p:cNvPr>
                <p:cNvGrpSpPr/>
                <p:nvPr/>
              </p:nvGrpSpPr>
              <p:grpSpPr>
                <a:xfrm>
                  <a:off x="2328514" y="4286254"/>
                  <a:ext cx="329921" cy="246305"/>
                  <a:chOff x="2328514" y="4286254"/>
                  <a:chExt cx="329921" cy="246305"/>
                </a:xfrm>
              </p:grpSpPr>
              <p:sp>
                <p:nvSpPr>
                  <p:cNvPr id="96" name="任意多边形: 形状 95">
                    <a:extLst>
                      <a:ext uri="{FF2B5EF4-FFF2-40B4-BE49-F238E27FC236}">
                        <a16:creationId xmlns:a16="http://schemas.microsoft.com/office/drawing/2014/main" id="{A58C6B5E-4D3F-FB3C-28AA-482005243A8D}"/>
                      </a:ext>
                    </a:extLst>
                  </p:cNvPr>
                  <p:cNvSpPr/>
                  <p:nvPr/>
                </p:nvSpPr>
                <p:spPr>
                  <a:xfrm>
                    <a:off x="2598436" y="4364260"/>
                    <a:ext cx="45743" cy="45743"/>
                  </a:xfrm>
                  <a:custGeom>
                    <a:avLst/>
                    <a:gdLst>
                      <a:gd name="csX0" fmla="*/ 45744 w 45743"/>
                      <a:gd name="csY0" fmla="*/ 45744 h 45743"/>
                      <a:gd name="csX1" fmla="*/ 13296 w 45743"/>
                      <a:gd name="csY1" fmla="*/ 32442 h 45743"/>
                      <a:gd name="csX2" fmla="*/ 0 w 45743"/>
                      <a:gd name="csY2" fmla="*/ 0 h 45743"/>
                      <a:gd name="csX3" fmla="*/ 32442 w 45743"/>
                      <a:gd name="csY3" fmla="*/ 13302 h 45743"/>
                      <a:gd name="csX4" fmla="*/ 45744 w 45743"/>
                      <a:gd name="csY4" fmla="*/ 45744 h 45743"/>
                    </a:gdLst>
                    <a:ahLst/>
                    <a:cxnLst>
                      <a:cxn ang="0">
                        <a:pos x="csX0" y="csY0"/>
                      </a:cxn>
                      <a:cxn ang="0">
                        <a:pos x="csX1" y="csY1"/>
                      </a:cxn>
                      <a:cxn ang="0">
                        <a:pos x="csX2" y="csY2"/>
                      </a:cxn>
                      <a:cxn ang="0">
                        <a:pos x="csX3" y="csY3"/>
                      </a:cxn>
                      <a:cxn ang="0">
                        <a:pos x="csX4" y="csY4"/>
                      </a:cxn>
                    </a:cxnLst>
                    <a:rect l="l" t="t" r="r" b="b"/>
                    <a:pathLst>
                      <a:path w="45743" h="45743">
                        <a:moveTo>
                          <a:pt x="45744" y="45744"/>
                        </a:moveTo>
                        <a:cubicBezTo>
                          <a:pt x="45744" y="45744"/>
                          <a:pt x="25932" y="45078"/>
                          <a:pt x="13296" y="32442"/>
                        </a:cubicBezTo>
                        <a:cubicBezTo>
                          <a:pt x="666" y="19812"/>
                          <a:pt x="0" y="0"/>
                          <a:pt x="0" y="0"/>
                        </a:cubicBezTo>
                        <a:cubicBezTo>
                          <a:pt x="0" y="0"/>
                          <a:pt x="19812" y="666"/>
                          <a:pt x="32442" y="13302"/>
                        </a:cubicBezTo>
                        <a:cubicBezTo>
                          <a:pt x="45078" y="25932"/>
                          <a:pt x="45744" y="45744"/>
                          <a:pt x="45744" y="45744"/>
                        </a:cubicBezTo>
                        <a:close/>
                      </a:path>
                    </a:pathLst>
                  </a:custGeom>
                  <a:solidFill>
                    <a:srgbClr val="737373"/>
                  </a:solidFill>
                  <a:ln w="5993" cap="flat">
                    <a:noFill/>
                    <a:prstDash val="solid"/>
                    <a:miter/>
                  </a:ln>
                </p:spPr>
                <p:txBody>
                  <a:bodyPr/>
                  <a:lstStyle/>
                  <a:p>
                    <a:endParaRPr lang="zh-CN" altLang="en-US"/>
                  </a:p>
                </p:txBody>
              </p:sp>
              <p:sp>
                <p:nvSpPr>
                  <p:cNvPr id="97" name="任意多边形: 形状 96">
                    <a:extLst>
                      <a:ext uri="{FF2B5EF4-FFF2-40B4-BE49-F238E27FC236}">
                        <a16:creationId xmlns:a16="http://schemas.microsoft.com/office/drawing/2014/main" id="{2DF31B7B-9E2A-9366-41AD-3C2B150A8764}"/>
                      </a:ext>
                    </a:extLst>
                  </p:cNvPr>
                  <p:cNvSpPr/>
                  <p:nvPr/>
                </p:nvSpPr>
                <p:spPr>
                  <a:xfrm>
                    <a:off x="2612692" y="4286254"/>
                    <a:ext cx="45743" cy="45743"/>
                  </a:xfrm>
                  <a:custGeom>
                    <a:avLst/>
                    <a:gdLst>
                      <a:gd name="csX0" fmla="*/ 0 w 45743"/>
                      <a:gd name="csY0" fmla="*/ 45744 h 45743"/>
                      <a:gd name="csX1" fmla="*/ 13302 w 45743"/>
                      <a:gd name="csY1" fmla="*/ 13302 h 45743"/>
                      <a:gd name="csX2" fmla="*/ 45744 w 45743"/>
                      <a:gd name="csY2" fmla="*/ 0 h 45743"/>
                      <a:gd name="csX3" fmla="*/ 32442 w 45743"/>
                      <a:gd name="csY3" fmla="*/ 32442 h 45743"/>
                      <a:gd name="csX4" fmla="*/ 0 w 45743"/>
                      <a:gd name="csY4" fmla="*/ 45744 h 45743"/>
                    </a:gdLst>
                    <a:ahLst/>
                    <a:cxnLst>
                      <a:cxn ang="0">
                        <a:pos x="csX0" y="csY0"/>
                      </a:cxn>
                      <a:cxn ang="0">
                        <a:pos x="csX1" y="csY1"/>
                      </a:cxn>
                      <a:cxn ang="0">
                        <a:pos x="csX2" y="csY2"/>
                      </a:cxn>
                      <a:cxn ang="0">
                        <a:pos x="csX3" y="csY3"/>
                      </a:cxn>
                      <a:cxn ang="0">
                        <a:pos x="csX4" y="csY4"/>
                      </a:cxn>
                    </a:cxnLst>
                    <a:rect l="l" t="t" r="r" b="b"/>
                    <a:pathLst>
                      <a:path w="45743" h="45743">
                        <a:moveTo>
                          <a:pt x="0" y="45744"/>
                        </a:moveTo>
                        <a:cubicBezTo>
                          <a:pt x="0" y="45744"/>
                          <a:pt x="672" y="25932"/>
                          <a:pt x="13302" y="13302"/>
                        </a:cubicBezTo>
                        <a:cubicBezTo>
                          <a:pt x="25932" y="672"/>
                          <a:pt x="45744" y="0"/>
                          <a:pt x="45744" y="0"/>
                        </a:cubicBezTo>
                        <a:cubicBezTo>
                          <a:pt x="45744" y="0"/>
                          <a:pt x="45072" y="19812"/>
                          <a:pt x="32442" y="32442"/>
                        </a:cubicBezTo>
                        <a:cubicBezTo>
                          <a:pt x="19812" y="45072"/>
                          <a:pt x="0" y="45744"/>
                          <a:pt x="0" y="45744"/>
                        </a:cubicBezTo>
                        <a:close/>
                      </a:path>
                    </a:pathLst>
                  </a:custGeom>
                  <a:solidFill>
                    <a:srgbClr val="D2D2D2"/>
                  </a:solidFill>
                  <a:ln w="5993" cap="flat">
                    <a:noFill/>
                    <a:prstDash val="solid"/>
                    <a:miter/>
                  </a:ln>
                </p:spPr>
                <p:txBody>
                  <a:bodyPr/>
                  <a:lstStyle/>
                  <a:p>
                    <a:endParaRPr lang="zh-CN" altLang="en-US"/>
                  </a:p>
                </p:txBody>
              </p:sp>
              <p:sp>
                <p:nvSpPr>
                  <p:cNvPr id="98" name="任意多边形: 形状 97">
                    <a:extLst>
                      <a:ext uri="{FF2B5EF4-FFF2-40B4-BE49-F238E27FC236}">
                        <a16:creationId xmlns:a16="http://schemas.microsoft.com/office/drawing/2014/main" id="{536BE03B-B960-98AB-271C-3C1D140624BE}"/>
                      </a:ext>
                    </a:extLst>
                  </p:cNvPr>
                  <p:cNvSpPr/>
                  <p:nvPr/>
                </p:nvSpPr>
                <p:spPr>
                  <a:xfrm>
                    <a:off x="2446864" y="4486816"/>
                    <a:ext cx="45743" cy="45743"/>
                  </a:xfrm>
                  <a:custGeom>
                    <a:avLst/>
                    <a:gdLst>
                      <a:gd name="csX0" fmla="*/ 45744 w 45743"/>
                      <a:gd name="csY0" fmla="*/ 45744 h 45743"/>
                      <a:gd name="csX1" fmla="*/ 13296 w 45743"/>
                      <a:gd name="csY1" fmla="*/ 32442 h 45743"/>
                      <a:gd name="csX2" fmla="*/ 0 w 45743"/>
                      <a:gd name="csY2" fmla="*/ 0 h 45743"/>
                      <a:gd name="csX3" fmla="*/ 32442 w 45743"/>
                      <a:gd name="csY3" fmla="*/ 13302 h 45743"/>
                      <a:gd name="csX4" fmla="*/ 45744 w 45743"/>
                      <a:gd name="csY4" fmla="*/ 45744 h 45743"/>
                    </a:gdLst>
                    <a:ahLst/>
                    <a:cxnLst>
                      <a:cxn ang="0">
                        <a:pos x="csX0" y="csY0"/>
                      </a:cxn>
                      <a:cxn ang="0">
                        <a:pos x="csX1" y="csY1"/>
                      </a:cxn>
                      <a:cxn ang="0">
                        <a:pos x="csX2" y="csY2"/>
                      </a:cxn>
                      <a:cxn ang="0">
                        <a:pos x="csX3" y="csY3"/>
                      </a:cxn>
                      <a:cxn ang="0">
                        <a:pos x="csX4" y="csY4"/>
                      </a:cxn>
                    </a:cxnLst>
                    <a:rect l="l" t="t" r="r" b="b"/>
                    <a:pathLst>
                      <a:path w="45743" h="45743">
                        <a:moveTo>
                          <a:pt x="45744" y="45744"/>
                        </a:moveTo>
                        <a:cubicBezTo>
                          <a:pt x="45744" y="45744"/>
                          <a:pt x="25932" y="45078"/>
                          <a:pt x="13296" y="32442"/>
                        </a:cubicBezTo>
                        <a:cubicBezTo>
                          <a:pt x="666" y="19812"/>
                          <a:pt x="0" y="0"/>
                          <a:pt x="0" y="0"/>
                        </a:cubicBezTo>
                        <a:cubicBezTo>
                          <a:pt x="0" y="0"/>
                          <a:pt x="19812" y="666"/>
                          <a:pt x="32442" y="13302"/>
                        </a:cubicBezTo>
                        <a:cubicBezTo>
                          <a:pt x="45078" y="25932"/>
                          <a:pt x="45744" y="45744"/>
                          <a:pt x="45744" y="45744"/>
                        </a:cubicBezTo>
                        <a:close/>
                      </a:path>
                    </a:pathLst>
                  </a:custGeom>
                  <a:solidFill>
                    <a:srgbClr val="737373"/>
                  </a:solidFill>
                  <a:ln w="5993" cap="flat">
                    <a:noFill/>
                    <a:prstDash val="solid"/>
                    <a:miter/>
                  </a:ln>
                </p:spPr>
                <p:txBody>
                  <a:bodyPr/>
                  <a:lstStyle/>
                  <a:p>
                    <a:endParaRPr lang="zh-CN" altLang="en-US"/>
                  </a:p>
                </p:txBody>
              </p:sp>
              <p:sp>
                <p:nvSpPr>
                  <p:cNvPr id="99" name="任意多边形: 形状 98">
                    <a:extLst>
                      <a:ext uri="{FF2B5EF4-FFF2-40B4-BE49-F238E27FC236}">
                        <a16:creationId xmlns:a16="http://schemas.microsoft.com/office/drawing/2014/main" id="{23799065-6E1B-D40D-7526-85FF0A9EF9AA}"/>
                      </a:ext>
                    </a:extLst>
                  </p:cNvPr>
                  <p:cNvSpPr/>
                  <p:nvPr/>
                </p:nvSpPr>
                <p:spPr>
                  <a:xfrm>
                    <a:off x="2461119" y="4408816"/>
                    <a:ext cx="45744" cy="45743"/>
                  </a:xfrm>
                  <a:custGeom>
                    <a:avLst/>
                    <a:gdLst>
                      <a:gd name="csX0" fmla="*/ 0 w 45744"/>
                      <a:gd name="csY0" fmla="*/ 45744 h 45743"/>
                      <a:gd name="csX1" fmla="*/ 13302 w 45744"/>
                      <a:gd name="csY1" fmla="*/ 13302 h 45743"/>
                      <a:gd name="csX2" fmla="*/ 45744 w 45744"/>
                      <a:gd name="csY2" fmla="*/ 0 h 45743"/>
                      <a:gd name="csX3" fmla="*/ 32442 w 45744"/>
                      <a:gd name="csY3" fmla="*/ 32442 h 45743"/>
                      <a:gd name="csX4" fmla="*/ 0 w 45744"/>
                      <a:gd name="csY4" fmla="*/ 45744 h 45743"/>
                    </a:gdLst>
                    <a:ahLst/>
                    <a:cxnLst>
                      <a:cxn ang="0">
                        <a:pos x="csX0" y="csY0"/>
                      </a:cxn>
                      <a:cxn ang="0">
                        <a:pos x="csX1" y="csY1"/>
                      </a:cxn>
                      <a:cxn ang="0">
                        <a:pos x="csX2" y="csY2"/>
                      </a:cxn>
                      <a:cxn ang="0">
                        <a:pos x="csX3" y="csY3"/>
                      </a:cxn>
                      <a:cxn ang="0">
                        <a:pos x="csX4" y="csY4"/>
                      </a:cxn>
                    </a:cxnLst>
                    <a:rect l="l" t="t" r="r" b="b"/>
                    <a:pathLst>
                      <a:path w="45744" h="45743">
                        <a:moveTo>
                          <a:pt x="0" y="45744"/>
                        </a:moveTo>
                        <a:cubicBezTo>
                          <a:pt x="0" y="45744"/>
                          <a:pt x="672" y="25932"/>
                          <a:pt x="13302" y="13302"/>
                        </a:cubicBezTo>
                        <a:cubicBezTo>
                          <a:pt x="25932" y="672"/>
                          <a:pt x="45744" y="0"/>
                          <a:pt x="45744" y="0"/>
                        </a:cubicBezTo>
                        <a:cubicBezTo>
                          <a:pt x="45744" y="0"/>
                          <a:pt x="45072" y="19812"/>
                          <a:pt x="32442" y="32442"/>
                        </a:cubicBezTo>
                        <a:cubicBezTo>
                          <a:pt x="19812" y="45072"/>
                          <a:pt x="0" y="45744"/>
                          <a:pt x="0" y="45744"/>
                        </a:cubicBezTo>
                        <a:close/>
                      </a:path>
                    </a:pathLst>
                  </a:custGeom>
                  <a:solidFill>
                    <a:srgbClr val="D2D2D2"/>
                  </a:solidFill>
                  <a:ln w="5993" cap="flat">
                    <a:noFill/>
                    <a:prstDash val="solid"/>
                    <a:miter/>
                  </a:ln>
                </p:spPr>
                <p:txBody>
                  <a:bodyPr/>
                  <a:lstStyle/>
                  <a:p>
                    <a:endParaRPr lang="zh-CN" altLang="en-US"/>
                  </a:p>
                </p:txBody>
              </p:sp>
              <p:sp>
                <p:nvSpPr>
                  <p:cNvPr id="100" name="任意多边形: 形状 99">
                    <a:extLst>
                      <a:ext uri="{FF2B5EF4-FFF2-40B4-BE49-F238E27FC236}">
                        <a16:creationId xmlns:a16="http://schemas.microsoft.com/office/drawing/2014/main" id="{6743E0A5-7092-DDC2-7315-5B89288AAC29}"/>
                      </a:ext>
                    </a:extLst>
                  </p:cNvPr>
                  <p:cNvSpPr/>
                  <p:nvPr/>
                </p:nvSpPr>
                <p:spPr>
                  <a:xfrm>
                    <a:off x="2328514" y="4386004"/>
                    <a:ext cx="64691" cy="27071"/>
                  </a:xfrm>
                  <a:custGeom>
                    <a:avLst/>
                    <a:gdLst>
                      <a:gd name="csX0" fmla="*/ 0 w 64691"/>
                      <a:gd name="csY0" fmla="*/ 13536 h 27071"/>
                      <a:gd name="csX1" fmla="*/ 32346 w 64691"/>
                      <a:gd name="csY1" fmla="*/ 0 h 27071"/>
                      <a:gd name="csX2" fmla="*/ 64692 w 64691"/>
                      <a:gd name="csY2" fmla="*/ 13536 h 27071"/>
                      <a:gd name="csX3" fmla="*/ 32346 w 64691"/>
                      <a:gd name="csY3" fmla="*/ 27072 h 27071"/>
                      <a:gd name="csX4" fmla="*/ 0 w 64691"/>
                      <a:gd name="csY4" fmla="*/ 13536 h 27071"/>
                    </a:gdLst>
                    <a:ahLst/>
                    <a:cxnLst>
                      <a:cxn ang="0">
                        <a:pos x="csX0" y="csY0"/>
                      </a:cxn>
                      <a:cxn ang="0">
                        <a:pos x="csX1" y="csY1"/>
                      </a:cxn>
                      <a:cxn ang="0">
                        <a:pos x="csX2" y="csY2"/>
                      </a:cxn>
                      <a:cxn ang="0">
                        <a:pos x="csX3" y="csY3"/>
                      </a:cxn>
                      <a:cxn ang="0">
                        <a:pos x="csX4" y="csY4"/>
                      </a:cxn>
                    </a:cxnLst>
                    <a:rect l="l" t="t" r="r" b="b"/>
                    <a:pathLst>
                      <a:path w="64691" h="27071">
                        <a:moveTo>
                          <a:pt x="0" y="13536"/>
                        </a:moveTo>
                        <a:cubicBezTo>
                          <a:pt x="0" y="13536"/>
                          <a:pt x="14484" y="0"/>
                          <a:pt x="32346" y="0"/>
                        </a:cubicBezTo>
                        <a:cubicBezTo>
                          <a:pt x="50208" y="0"/>
                          <a:pt x="64692" y="13536"/>
                          <a:pt x="64692" y="13536"/>
                        </a:cubicBezTo>
                        <a:cubicBezTo>
                          <a:pt x="64692" y="13536"/>
                          <a:pt x="50208" y="27072"/>
                          <a:pt x="32346" y="27072"/>
                        </a:cubicBezTo>
                        <a:cubicBezTo>
                          <a:pt x="14478" y="27072"/>
                          <a:pt x="0" y="13536"/>
                          <a:pt x="0" y="13536"/>
                        </a:cubicBezTo>
                        <a:close/>
                      </a:path>
                    </a:pathLst>
                  </a:custGeom>
                  <a:solidFill>
                    <a:srgbClr val="737373"/>
                  </a:solidFill>
                  <a:ln w="5993" cap="flat">
                    <a:noFill/>
                    <a:prstDash val="solid"/>
                    <a:miter/>
                  </a:ln>
                </p:spPr>
                <p:txBody>
                  <a:bodyPr/>
                  <a:lstStyle/>
                  <a:p>
                    <a:endParaRPr lang="zh-CN" altLang="en-US"/>
                  </a:p>
                </p:txBody>
              </p:sp>
              <p:sp>
                <p:nvSpPr>
                  <p:cNvPr id="101" name="任意多边形: 形状 100">
                    <a:extLst>
                      <a:ext uri="{FF2B5EF4-FFF2-40B4-BE49-F238E27FC236}">
                        <a16:creationId xmlns:a16="http://schemas.microsoft.com/office/drawing/2014/main" id="{A93FCCCD-73C9-A02E-D55D-71DCD5C4E96E}"/>
                      </a:ext>
                    </a:extLst>
                  </p:cNvPr>
                  <p:cNvSpPr/>
                  <p:nvPr/>
                </p:nvSpPr>
                <p:spPr>
                  <a:xfrm>
                    <a:off x="2392396" y="4432432"/>
                    <a:ext cx="27071" cy="64691"/>
                  </a:xfrm>
                  <a:custGeom>
                    <a:avLst/>
                    <a:gdLst>
                      <a:gd name="csX0" fmla="*/ 13536 w 27071"/>
                      <a:gd name="csY0" fmla="*/ 0 h 64691"/>
                      <a:gd name="csX1" fmla="*/ 27072 w 27071"/>
                      <a:gd name="csY1" fmla="*/ 32346 h 64691"/>
                      <a:gd name="csX2" fmla="*/ 13536 w 27071"/>
                      <a:gd name="csY2" fmla="*/ 64692 h 64691"/>
                      <a:gd name="csX3" fmla="*/ 0 w 27071"/>
                      <a:gd name="csY3" fmla="*/ 32346 h 64691"/>
                      <a:gd name="csX4" fmla="*/ 13536 w 27071"/>
                      <a:gd name="csY4" fmla="*/ 0 h 64691"/>
                    </a:gdLst>
                    <a:ahLst/>
                    <a:cxnLst>
                      <a:cxn ang="0">
                        <a:pos x="csX0" y="csY0"/>
                      </a:cxn>
                      <a:cxn ang="0">
                        <a:pos x="csX1" y="csY1"/>
                      </a:cxn>
                      <a:cxn ang="0">
                        <a:pos x="csX2" y="csY2"/>
                      </a:cxn>
                      <a:cxn ang="0">
                        <a:pos x="csX3" y="csY3"/>
                      </a:cxn>
                      <a:cxn ang="0">
                        <a:pos x="csX4" y="csY4"/>
                      </a:cxn>
                    </a:cxnLst>
                    <a:rect l="l" t="t" r="r" b="b"/>
                    <a:pathLst>
                      <a:path w="27071" h="64691">
                        <a:moveTo>
                          <a:pt x="13536" y="0"/>
                        </a:moveTo>
                        <a:cubicBezTo>
                          <a:pt x="13536" y="0"/>
                          <a:pt x="27072" y="14484"/>
                          <a:pt x="27072" y="32346"/>
                        </a:cubicBezTo>
                        <a:cubicBezTo>
                          <a:pt x="27072" y="50208"/>
                          <a:pt x="13536" y="64692"/>
                          <a:pt x="13536" y="64692"/>
                        </a:cubicBezTo>
                        <a:cubicBezTo>
                          <a:pt x="13536" y="64692"/>
                          <a:pt x="0" y="50208"/>
                          <a:pt x="0" y="32346"/>
                        </a:cubicBezTo>
                        <a:cubicBezTo>
                          <a:pt x="0" y="14484"/>
                          <a:pt x="13536" y="0"/>
                          <a:pt x="13536" y="0"/>
                        </a:cubicBezTo>
                        <a:close/>
                      </a:path>
                    </a:pathLst>
                  </a:custGeom>
                  <a:solidFill>
                    <a:srgbClr val="D2D2D2"/>
                  </a:solidFill>
                  <a:ln w="5993" cap="flat">
                    <a:noFill/>
                    <a:prstDash val="solid"/>
                    <a:miter/>
                  </a:ln>
                </p:spPr>
                <p:txBody>
                  <a:bodyPr/>
                  <a:lstStyle/>
                  <a:p>
                    <a:endParaRPr lang="zh-CN" altLang="en-US"/>
                  </a:p>
                </p:txBody>
              </p:sp>
            </p:grpSp>
            <p:grpSp>
              <p:nvGrpSpPr>
                <p:cNvPr id="102" name="图形 6" descr="校园餐盒，有三明治、果汁和水果">
                  <a:extLst>
                    <a:ext uri="{FF2B5EF4-FFF2-40B4-BE49-F238E27FC236}">
                      <a16:creationId xmlns:a16="http://schemas.microsoft.com/office/drawing/2014/main" id="{5A11EA1D-8A52-F364-D88E-B889DE58917B}"/>
                    </a:ext>
                  </a:extLst>
                </p:cNvPr>
                <p:cNvGrpSpPr/>
                <p:nvPr/>
              </p:nvGrpSpPr>
              <p:grpSpPr>
                <a:xfrm>
                  <a:off x="2166436" y="4940289"/>
                  <a:ext cx="90960" cy="111114"/>
                  <a:chOff x="2166436" y="4940289"/>
                  <a:chExt cx="90960" cy="111114"/>
                </a:xfrm>
              </p:grpSpPr>
              <p:sp>
                <p:nvSpPr>
                  <p:cNvPr id="103" name="任意多边形: 形状 102">
                    <a:extLst>
                      <a:ext uri="{FF2B5EF4-FFF2-40B4-BE49-F238E27FC236}">
                        <a16:creationId xmlns:a16="http://schemas.microsoft.com/office/drawing/2014/main" id="{70751651-71DA-142E-8F22-DBC1288E0F2A}"/>
                      </a:ext>
                    </a:extLst>
                  </p:cNvPr>
                  <p:cNvSpPr/>
                  <p:nvPr/>
                </p:nvSpPr>
                <p:spPr>
                  <a:xfrm>
                    <a:off x="2166436" y="4940289"/>
                    <a:ext cx="64692" cy="27072"/>
                  </a:xfrm>
                  <a:custGeom>
                    <a:avLst/>
                    <a:gdLst>
                      <a:gd name="csX0" fmla="*/ 0 w 64692"/>
                      <a:gd name="csY0" fmla="*/ 13536 h 27072"/>
                      <a:gd name="csX1" fmla="*/ 32346 w 64692"/>
                      <a:gd name="csY1" fmla="*/ 0 h 27072"/>
                      <a:gd name="csX2" fmla="*/ 64692 w 64692"/>
                      <a:gd name="csY2" fmla="*/ 13536 h 27072"/>
                      <a:gd name="csX3" fmla="*/ 32346 w 64692"/>
                      <a:gd name="csY3" fmla="*/ 27072 h 27072"/>
                      <a:gd name="csX4" fmla="*/ 0 w 64692"/>
                      <a:gd name="csY4" fmla="*/ 13536 h 27072"/>
                    </a:gdLst>
                    <a:ahLst/>
                    <a:cxnLst>
                      <a:cxn ang="0">
                        <a:pos x="csX0" y="csY0"/>
                      </a:cxn>
                      <a:cxn ang="0">
                        <a:pos x="csX1" y="csY1"/>
                      </a:cxn>
                      <a:cxn ang="0">
                        <a:pos x="csX2" y="csY2"/>
                      </a:cxn>
                      <a:cxn ang="0">
                        <a:pos x="csX3" y="csY3"/>
                      </a:cxn>
                      <a:cxn ang="0">
                        <a:pos x="csX4" y="csY4"/>
                      </a:cxn>
                    </a:cxnLst>
                    <a:rect l="l" t="t" r="r" b="b"/>
                    <a:pathLst>
                      <a:path w="64692" h="27072">
                        <a:moveTo>
                          <a:pt x="0" y="13536"/>
                        </a:moveTo>
                        <a:cubicBezTo>
                          <a:pt x="0" y="13536"/>
                          <a:pt x="14484" y="0"/>
                          <a:pt x="32346" y="0"/>
                        </a:cubicBezTo>
                        <a:cubicBezTo>
                          <a:pt x="50208" y="0"/>
                          <a:pt x="64692" y="13536"/>
                          <a:pt x="64692" y="13536"/>
                        </a:cubicBezTo>
                        <a:cubicBezTo>
                          <a:pt x="64692" y="13536"/>
                          <a:pt x="50208" y="27072"/>
                          <a:pt x="32346" y="27072"/>
                        </a:cubicBezTo>
                        <a:cubicBezTo>
                          <a:pt x="14484" y="27072"/>
                          <a:pt x="0" y="13536"/>
                          <a:pt x="0" y="13536"/>
                        </a:cubicBezTo>
                        <a:close/>
                      </a:path>
                    </a:pathLst>
                  </a:custGeom>
                  <a:solidFill>
                    <a:srgbClr val="737373"/>
                  </a:solidFill>
                  <a:ln w="5993" cap="flat">
                    <a:noFill/>
                    <a:prstDash val="solid"/>
                    <a:miter/>
                  </a:ln>
                </p:spPr>
                <p:txBody>
                  <a:bodyPr/>
                  <a:lstStyle/>
                  <a:p>
                    <a:endParaRPr lang="zh-CN" altLang="en-US"/>
                  </a:p>
                </p:txBody>
              </p:sp>
              <p:sp>
                <p:nvSpPr>
                  <p:cNvPr id="104" name="任意多边形: 形状 103">
                    <a:extLst>
                      <a:ext uri="{FF2B5EF4-FFF2-40B4-BE49-F238E27FC236}">
                        <a16:creationId xmlns:a16="http://schemas.microsoft.com/office/drawing/2014/main" id="{EBDB39F7-96FE-9EB2-3E33-29C8FD592163}"/>
                      </a:ext>
                    </a:extLst>
                  </p:cNvPr>
                  <p:cNvSpPr/>
                  <p:nvPr/>
                </p:nvSpPr>
                <p:spPr>
                  <a:xfrm>
                    <a:off x="2230324" y="4986711"/>
                    <a:ext cx="27071" cy="64692"/>
                  </a:xfrm>
                  <a:custGeom>
                    <a:avLst/>
                    <a:gdLst>
                      <a:gd name="csX0" fmla="*/ 13536 w 27071"/>
                      <a:gd name="csY0" fmla="*/ 0 h 64692"/>
                      <a:gd name="csX1" fmla="*/ 27072 w 27071"/>
                      <a:gd name="csY1" fmla="*/ 32346 h 64692"/>
                      <a:gd name="csX2" fmla="*/ 13536 w 27071"/>
                      <a:gd name="csY2" fmla="*/ 64692 h 64692"/>
                      <a:gd name="csX3" fmla="*/ 0 w 27071"/>
                      <a:gd name="csY3" fmla="*/ 32346 h 64692"/>
                      <a:gd name="csX4" fmla="*/ 13536 w 27071"/>
                      <a:gd name="csY4" fmla="*/ 0 h 64692"/>
                    </a:gdLst>
                    <a:ahLst/>
                    <a:cxnLst>
                      <a:cxn ang="0">
                        <a:pos x="csX0" y="csY0"/>
                      </a:cxn>
                      <a:cxn ang="0">
                        <a:pos x="csX1" y="csY1"/>
                      </a:cxn>
                      <a:cxn ang="0">
                        <a:pos x="csX2" y="csY2"/>
                      </a:cxn>
                      <a:cxn ang="0">
                        <a:pos x="csX3" y="csY3"/>
                      </a:cxn>
                      <a:cxn ang="0">
                        <a:pos x="csX4" y="csY4"/>
                      </a:cxn>
                    </a:cxnLst>
                    <a:rect l="l" t="t" r="r" b="b"/>
                    <a:pathLst>
                      <a:path w="27071" h="64692">
                        <a:moveTo>
                          <a:pt x="13536" y="0"/>
                        </a:moveTo>
                        <a:cubicBezTo>
                          <a:pt x="13536" y="0"/>
                          <a:pt x="27072" y="14484"/>
                          <a:pt x="27072" y="32346"/>
                        </a:cubicBezTo>
                        <a:cubicBezTo>
                          <a:pt x="27072" y="50208"/>
                          <a:pt x="13536" y="64692"/>
                          <a:pt x="13536" y="64692"/>
                        </a:cubicBezTo>
                        <a:cubicBezTo>
                          <a:pt x="13536" y="64692"/>
                          <a:pt x="0" y="50208"/>
                          <a:pt x="0" y="32346"/>
                        </a:cubicBezTo>
                        <a:cubicBezTo>
                          <a:pt x="0" y="14484"/>
                          <a:pt x="13536" y="0"/>
                          <a:pt x="13536" y="0"/>
                        </a:cubicBezTo>
                        <a:close/>
                      </a:path>
                    </a:pathLst>
                  </a:custGeom>
                  <a:solidFill>
                    <a:srgbClr val="D2D2D2"/>
                  </a:solidFill>
                  <a:ln w="5993" cap="flat">
                    <a:noFill/>
                    <a:prstDash val="solid"/>
                    <a:miter/>
                  </a:ln>
                </p:spPr>
                <p:txBody>
                  <a:bodyPr/>
                  <a:lstStyle/>
                  <a:p>
                    <a:endParaRPr lang="zh-CN" altLang="en-US"/>
                  </a:p>
                </p:txBody>
              </p:sp>
            </p:grpSp>
            <p:grpSp>
              <p:nvGrpSpPr>
                <p:cNvPr id="105" name="图形 6" descr="校园餐盒，有三明治、果汁和水果">
                  <a:extLst>
                    <a:ext uri="{FF2B5EF4-FFF2-40B4-BE49-F238E27FC236}">
                      <a16:creationId xmlns:a16="http://schemas.microsoft.com/office/drawing/2014/main" id="{83488B3E-8DE8-CE3E-D8BD-1C9C5D8C6DB8}"/>
                    </a:ext>
                  </a:extLst>
                </p:cNvPr>
                <p:cNvGrpSpPr/>
                <p:nvPr/>
              </p:nvGrpSpPr>
              <p:grpSpPr>
                <a:xfrm>
                  <a:off x="3103846" y="5172910"/>
                  <a:ext cx="255989" cy="241985"/>
                  <a:chOff x="3103846" y="5172910"/>
                  <a:chExt cx="255989" cy="241985"/>
                </a:xfrm>
              </p:grpSpPr>
              <p:sp>
                <p:nvSpPr>
                  <p:cNvPr id="106" name="任意多边形: 形状 105">
                    <a:extLst>
                      <a:ext uri="{FF2B5EF4-FFF2-40B4-BE49-F238E27FC236}">
                        <a16:creationId xmlns:a16="http://schemas.microsoft.com/office/drawing/2014/main" id="{8E3F0D3C-F51A-CD4F-0D5F-EB184F330C47}"/>
                      </a:ext>
                    </a:extLst>
                  </p:cNvPr>
                  <p:cNvSpPr/>
                  <p:nvPr/>
                </p:nvSpPr>
                <p:spPr>
                  <a:xfrm>
                    <a:off x="3238623" y="5253777"/>
                    <a:ext cx="45744" cy="45744"/>
                  </a:xfrm>
                  <a:custGeom>
                    <a:avLst/>
                    <a:gdLst>
                      <a:gd name="csX0" fmla="*/ 45744 w 45744"/>
                      <a:gd name="csY0" fmla="*/ 45744 h 45744"/>
                      <a:gd name="csX1" fmla="*/ 13296 w 45744"/>
                      <a:gd name="csY1" fmla="*/ 32442 h 45744"/>
                      <a:gd name="csX2" fmla="*/ 0 w 45744"/>
                      <a:gd name="csY2" fmla="*/ 0 h 45744"/>
                      <a:gd name="csX3" fmla="*/ 32442 w 45744"/>
                      <a:gd name="csY3" fmla="*/ 13302 h 45744"/>
                      <a:gd name="csX4" fmla="*/ 45744 w 45744"/>
                      <a:gd name="csY4" fmla="*/ 45744 h 45744"/>
                    </a:gdLst>
                    <a:ahLst/>
                    <a:cxnLst>
                      <a:cxn ang="0">
                        <a:pos x="csX0" y="csY0"/>
                      </a:cxn>
                      <a:cxn ang="0">
                        <a:pos x="csX1" y="csY1"/>
                      </a:cxn>
                      <a:cxn ang="0">
                        <a:pos x="csX2" y="csY2"/>
                      </a:cxn>
                      <a:cxn ang="0">
                        <a:pos x="csX3" y="csY3"/>
                      </a:cxn>
                      <a:cxn ang="0">
                        <a:pos x="csX4" y="csY4"/>
                      </a:cxn>
                    </a:cxnLst>
                    <a:rect l="l" t="t" r="r" b="b"/>
                    <a:pathLst>
                      <a:path w="45744" h="45744">
                        <a:moveTo>
                          <a:pt x="45744" y="45744"/>
                        </a:moveTo>
                        <a:cubicBezTo>
                          <a:pt x="45744" y="45744"/>
                          <a:pt x="25932" y="45078"/>
                          <a:pt x="13296" y="32442"/>
                        </a:cubicBezTo>
                        <a:cubicBezTo>
                          <a:pt x="666" y="19812"/>
                          <a:pt x="0" y="0"/>
                          <a:pt x="0" y="0"/>
                        </a:cubicBezTo>
                        <a:cubicBezTo>
                          <a:pt x="0" y="0"/>
                          <a:pt x="19812" y="666"/>
                          <a:pt x="32442" y="13302"/>
                        </a:cubicBezTo>
                        <a:cubicBezTo>
                          <a:pt x="45072" y="25932"/>
                          <a:pt x="45744" y="45744"/>
                          <a:pt x="45744" y="45744"/>
                        </a:cubicBezTo>
                        <a:close/>
                      </a:path>
                    </a:pathLst>
                  </a:custGeom>
                  <a:solidFill>
                    <a:srgbClr val="737373"/>
                  </a:solidFill>
                  <a:ln w="5993" cap="flat">
                    <a:noFill/>
                    <a:prstDash val="solid"/>
                    <a:miter/>
                  </a:ln>
                </p:spPr>
                <p:txBody>
                  <a:bodyPr/>
                  <a:lstStyle/>
                  <a:p>
                    <a:endParaRPr lang="zh-CN" altLang="en-US"/>
                  </a:p>
                </p:txBody>
              </p:sp>
              <p:sp>
                <p:nvSpPr>
                  <p:cNvPr id="107" name="任意多边形: 形状 106">
                    <a:extLst>
                      <a:ext uri="{FF2B5EF4-FFF2-40B4-BE49-F238E27FC236}">
                        <a16:creationId xmlns:a16="http://schemas.microsoft.com/office/drawing/2014/main" id="{F8F5369F-D43D-AAEF-3440-38E7F2E33313}"/>
                      </a:ext>
                    </a:extLst>
                  </p:cNvPr>
                  <p:cNvSpPr/>
                  <p:nvPr/>
                </p:nvSpPr>
                <p:spPr>
                  <a:xfrm>
                    <a:off x="3252178" y="5172910"/>
                    <a:ext cx="45744" cy="45744"/>
                  </a:xfrm>
                  <a:custGeom>
                    <a:avLst/>
                    <a:gdLst>
                      <a:gd name="csX0" fmla="*/ 0 w 45744"/>
                      <a:gd name="csY0" fmla="*/ 45744 h 45744"/>
                      <a:gd name="csX1" fmla="*/ 13302 w 45744"/>
                      <a:gd name="csY1" fmla="*/ 13302 h 45744"/>
                      <a:gd name="csX2" fmla="*/ 45744 w 45744"/>
                      <a:gd name="csY2" fmla="*/ 0 h 45744"/>
                      <a:gd name="csX3" fmla="*/ 32442 w 45744"/>
                      <a:gd name="csY3" fmla="*/ 32442 h 45744"/>
                      <a:gd name="csX4" fmla="*/ 0 w 45744"/>
                      <a:gd name="csY4" fmla="*/ 45744 h 45744"/>
                    </a:gdLst>
                    <a:ahLst/>
                    <a:cxnLst>
                      <a:cxn ang="0">
                        <a:pos x="csX0" y="csY0"/>
                      </a:cxn>
                      <a:cxn ang="0">
                        <a:pos x="csX1" y="csY1"/>
                      </a:cxn>
                      <a:cxn ang="0">
                        <a:pos x="csX2" y="csY2"/>
                      </a:cxn>
                      <a:cxn ang="0">
                        <a:pos x="csX3" y="csY3"/>
                      </a:cxn>
                      <a:cxn ang="0">
                        <a:pos x="csX4" y="csY4"/>
                      </a:cxn>
                    </a:cxnLst>
                    <a:rect l="l" t="t" r="r" b="b"/>
                    <a:pathLst>
                      <a:path w="45744" h="45744">
                        <a:moveTo>
                          <a:pt x="0" y="45744"/>
                        </a:moveTo>
                        <a:cubicBezTo>
                          <a:pt x="0" y="45744"/>
                          <a:pt x="672" y="25932"/>
                          <a:pt x="13302" y="13302"/>
                        </a:cubicBezTo>
                        <a:cubicBezTo>
                          <a:pt x="25932" y="672"/>
                          <a:pt x="45744" y="0"/>
                          <a:pt x="45744" y="0"/>
                        </a:cubicBezTo>
                        <a:cubicBezTo>
                          <a:pt x="45744" y="0"/>
                          <a:pt x="45072" y="19812"/>
                          <a:pt x="32442" y="32442"/>
                        </a:cubicBezTo>
                        <a:cubicBezTo>
                          <a:pt x="19812" y="45072"/>
                          <a:pt x="0" y="45744"/>
                          <a:pt x="0" y="45744"/>
                        </a:cubicBezTo>
                        <a:close/>
                      </a:path>
                    </a:pathLst>
                  </a:custGeom>
                  <a:solidFill>
                    <a:srgbClr val="D2D2D2"/>
                  </a:solidFill>
                  <a:ln w="5993" cap="flat">
                    <a:noFill/>
                    <a:prstDash val="solid"/>
                    <a:miter/>
                  </a:ln>
                </p:spPr>
                <p:txBody>
                  <a:bodyPr/>
                  <a:lstStyle/>
                  <a:p>
                    <a:endParaRPr lang="zh-CN" altLang="en-US"/>
                  </a:p>
                </p:txBody>
              </p:sp>
              <p:sp>
                <p:nvSpPr>
                  <p:cNvPr id="108" name="任意多边形: 形状 107">
                    <a:extLst>
                      <a:ext uri="{FF2B5EF4-FFF2-40B4-BE49-F238E27FC236}">
                        <a16:creationId xmlns:a16="http://schemas.microsoft.com/office/drawing/2014/main" id="{2ECCB87A-9530-91E0-D5A5-8BDF081EB966}"/>
                      </a:ext>
                    </a:extLst>
                  </p:cNvPr>
                  <p:cNvSpPr/>
                  <p:nvPr/>
                </p:nvSpPr>
                <p:spPr>
                  <a:xfrm>
                    <a:off x="3314091" y="5369151"/>
                    <a:ext cx="45744" cy="45744"/>
                  </a:xfrm>
                  <a:custGeom>
                    <a:avLst/>
                    <a:gdLst>
                      <a:gd name="csX0" fmla="*/ 0 w 45744"/>
                      <a:gd name="csY0" fmla="*/ 45744 h 45744"/>
                      <a:gd name="csX1" fmla="*/ 13302 w 45744"/>
                      <a:gd name="csY1" fmla="*/ 13302 h 45744"/>
                      <a:gd name="csX2" fmla="*/ 45744 w 45744"/>
                      <a:gd name="csY2" fmla="*/ 0 h 45744"/>
                      <a:gd name="csX3" fmla="*/ 32442 w 45744"/>
                      <a:gd name="csY3" fmla="*/ 32442 h 45744"/>
                      <a:gd name="csX4" fmla="*/ 0 w 45744"/>
                      <a:gd name="csY4" fmla="*/ 45744 h 45744"/>
                    </a:gdLst>
                    <a:ahLst/>
                    <a:cxnLst>
                      <a:cxn ang="0">
                        <a:pos x="csX0" y="csY0"/>
                      </a:cxn>
                      <a:cxn ang="0">
                        <a:pos x="csX1" y="csY1"/>
                      </a:cxn>
                      <a:cxn ang="0">
                        <a:pos x="csX2" y="csY2"/>
                      </a:cxn>
                      <a:cxn ang="0">
                        <a:pos x="csX3" y="csY3"/>
                      </a:cxn>
                      <a:cxn ang="0">
                        <a:pos x="csX4" y="csY4"/>
                      </a:cxn>
                    </a:cxnLst>
                    <a:rect l="l" t="t" r="r" b="b"/>
                    <a:pathLst>
                      <a:path w="45744" h="45744">
                        <a:moveTo>
                          <a:pt x="0" y="45744"/>
                        </a:moveTo>
                        <a:cubicBezTo>
                          <a:pt x="0" y="45744"/>
                          <a:pt x="672" y="25932"/>
                          <a:pt x="13302" y="13302"/>
                        </a:cubicBezTo>
                        <a:cubicBezTo>
                          <a:pt x="25932" y="672"/>
                          <a:pt x="45744" y="0"/>
                          <a:pt x="45744" y="0"/>
                        </a:cubicBezTo>
                        <a:cubicBezTo>
                          <a:pt x="45744" y="0"/>
                          <a:pt x="45072" y="19812"/>
                          <a:pt x="32442" y="32442"/>
                        </a:cubicBezTo>
                        <a:cubicBezTo>
                          <a:pt x="19812" y="45072"/>
                          <a:pt x="0" y="45744"/>
                          <a:pt x="0" y="45744"/>
                        </a:cubicBezTo>
                        <a:close/>
                      </a:path>
                    </a:pathLst>
                  </a:custGeom>
                  <a:solidFill>
                    <a:srgbClr val="505050"/>
                  </a:solidFill>
                  <a:ln w="5993" cap="flat">
                    <a:noFill/>
                    <a:prstDash val="solid"/>
                    <a:miter/>
                  </a:ln>
                </p:spPr>
                <p:txBody>
                  <a:bodyPr/>
                  <a:lstStyle/>
                  <a:p>
                    <a:endParaRPr lang="zh-CN" altLang="en-US"/>
                  </a:p>
                </p:txBody>
              </p:sp>
              <p:sp>
                <p:nvSpPr>
                  <p:cNvPr id="109" name="任意多边形: 形状 108">
                    <a:extLst>
                      <a:ext uri="{FF2B5EF4-FFF2-40B4-BE49-F238E27FC236}">
                        <a16:creationId xmlns:a16="http://schemas.microsoft.com/office/drawing/2014/main" id="{4C5CA0EA-2672-1AF2-3DF3-2D915209620D}"/>
                      </a:ext>
                    </a:extLst>
                  </p:cNvPr>
                  <p:cNvSpPr/>
                  <p:nvPr/>
                </p:nvSpPr>
                <p:spPr>
                  <a:xfrm>
                    <a:off x="3103846" y="5183692"/>
                    <a:ext cx="45743" cy="45744"/>
                  </a:xfrm>
                  <a:custGeom>
                    <a:avLst/>
                    <a:gdLst>
                      <a:gd name="csX0" fmla="*/ 0 w 45743"/>
                      <a:gd name="csY0" fmla="*/ 45744 h 45744"/>
                      <a:gd name="csX1" fmla="*/ 13302 w 45743"/>
                      <a:gd name="csY1" fmla="*/ 13302 h 45744"/>
                      <a:gd name="csX2" fmla="*/ 45744 w 45743"/>
                      <a:gd name="csY2" fmla="*/ 0 h 45744"/>
                      <a:gd name="csX3" fmla="*/ 32442 w 45743"/>
                      <a:gd name="csY3" fmla="*/ 32442 h 45744"/>
                      <a:gd name="csX4" fmla="*/ 0 w 45743"/>
                      <a:gd name="csY4" fmla="*/ 45744 h 45744"/>
                    </a:gdLst>
                    <a:ahLst/>
                    <a:cxnLst>
                      <a:cxn ang="0">
                        <a:pos x="csX0" y="csY0"/>
                      </a:cxn>
                      <a:cxn ang="0">
                        <a:pos x="csX1" y="csY1"/>
                      </a:cxn>
                      <a:cxn ang="0">
                        <a:pos x="csX2" y="csY2"/>
                      </a:cxn>
                      <a:cxn ang="0">
                        <a:pos x="csX3" y="csY3"/>
                      </a:cxn>
                      <a:cxn ang="0">
                        <a:pos x="csX4" y="csY4"/>
                      </a:cxn>
                    </a:cxnLst>
                    <a:rect l="l" t="t" r="r" b="b"/>
                    <a:pathLst>
                      <a:path w="45743" h="45744">
                        <a:moveTo>
                          <a:pt x="0" y="45744"/>
                        </a:moveTo>
                        <a:cubicBezTo>
                          <a:pt x="0" y="45744"/>
                          <a:pt x="672" y="25932"/>
                          <a:pt x="13302" y="13302"/>
                        </a:cubicBezTo>
                        <a:cubicBezTo>
                          <a:pt x="25932" y="672"/>
                          <a:pt x="45744" y="0"/>
                          <a:pt x="45744" y="0"/>
                        </a:cubicBezTo>
                        <a:cubicBezTo>
                          <a:pt x="45744" y="0"/>
                          <a:pt x="45072" y="19812"/>
                          <a:pt x="32442" y="32442"/>
                        </a:cubicBezTo>
                        <a:cubicBezTo>
                          <a:pt x="19812" y="45072"/>
                          <a:pt x="0" y="45744"/>
                          <a:pt x="0" y="45744"/>
                        </a:cubicBezTo>
                        <a:close/>
                      </a:path>
                    </a:pathLst>
                  </a:custGeom>
                  <a:solidFill>
                    <a:srgbClr val="D2D2D2"/>
                  </a:solidFill>
                  <a:ln w="5993" cap="flat">
                    <a:noFill/>
                    <a:prstDash val="solid"/>
                    <a:miter/>
                  </a:ln>
                </p:spPr>
                <p:txBody>
                  <a:bodyPr/>
                  <a:lstStyle/>
                  <a:p>
                    <a:endParaRPr lang="zh-CN" altLang="en-US"/>
                  </a:p>
                </p:txBody>
              </p:sp>
              <p:sp>
                <p:nvSpPr>
                  <p:cNvPr id="110" name="任意多边形: 形状 109">
                    <a:extLst>
                      <a:ext uri="{FF2B5EF4-FFF2-40B4-BE49-F238E27FC236}">
                        <a16:creationId xmlns:a16="http://schemas.microsoft.com/office/drawing/2014/main" id="{BE871043-9078-E7AF-1367-256338164576}"/>
                      </a:ext>
                    </a:extLst>
                  </p:cNvPr>
                  <p:cNvSpPr/>
                  <p:nvPr/>
                </p:nvSpPr>
                <p:spPr>
                  <a:xfrm>
                    <a:off x="3141585" y="5362539"/>
                    <a:ext cx="45744" cy="45744"/>
                  </a:xfrm>
                  <a:custGeom>
                    <a:avLst/>
                    <a:gdLst>
                      <a:gd name="csX0" fmla="*/ 45744 w 45744"/>
                      <a:gd name="csY0" fmla="*/ 45744 h 45744"/>
                      <a:gd name="csX1" fmla="*/ 13302 w 45744"/>
                      <a:gd name="csY1" fmla="*/ 32442 h 45744"/>
                      <a:gd name="csX2" fmla="*/ 0 w 45744"/>
                      <a:gd name="csY2" fmla="*/ 0 h 45744"/>
                      <a:gd name="csX3" fmla="*/ 32442 w 45744"/>
                      <a:gd name="csY3" fmla="*/ 13302 h 45744"/>
                      <a:gd name="csX4" fmla="*/ 45744 w 45744"/>
                      <a:gd name="csY4" fmla="*/ 45744 h 45744"/>
                    </a:gdLst>
                    <a:ahLst/>
                    <a:cxnLst>
                      <a:cxn ang="0">
                        <a:pos x="csX0" y="csY0"/>
                      </a:cxn>
                      <a:cxn ang="0">
                        <a:pos x="csX1" y="csY1"/>
                      </a:cxn>
                      <a:cxn ang="0">
                        <a:pos x="csX2" y="csY2"/>
                      </a:cxn>
                      <a:cxn ang="0">
                        <a:pos x="csX3" y="csY3"/>
                      </a:cxn>
                      <a:cxn ang="0">
                        <a:pos x="csX4" y="csY4"/>
                      </a:cxn>
                    </a:cxnLst>
                    <a:rect l="l" t="t" r="r" b="b"/>
                    <a:pathLst>
                      <a:path w="45744" h="45744">
                        <a:moveTo>
                          <a:pt x="45744" y="45744"/>
                        </a:moveTo>
                        <a:cubicBezTo>
                          <a:pt x="45744" y="45744"/>
                          <a:pt x="25932" y="45072"/>
                          <a:pt x="13302" y="32442"/>
                        </a:cubicBezTo>
                        <a:cubicBezTo>
                          <a:pt x="672" y="19812"/>
                          <a:pt x="0" y="0"/>
                          <a:pt x="0" y="0"/>
                        </a:cubicBezTo>
                        <a:cubicBezTo>
                          <a:pt x="0" y="0"/>
                          <a:pt x="19812" y="672"/>
                          <a:pt x="32442" y="13302"/>
                        </a:cubicBezTo>
                        <a:cubicBezTo>
                          <a:pt x="45072" y="25932"/>
                          <a:pt x="45744" y="45744"/>
                          <a:pt x="45744" y="45744"/>
                        </a:cubicBezTo>
                        <a:close/>
                      </a:path>
                    </a:pathLst>
                  </a:custGeom>
                  <a:solidFill>
                    <a:srgbClr val="D2D2D2"/>
                  </a:solidFill>
                  <a:ln w="5993" cap="flat">
                    <a:noFill/>
                    <a:prstDash val="solid"/>
                    <a:miter/>
                  </a:ln>
                </p:spPr>
                <p:txBody>
                  <a:bodyPr/>
                  <a:lstStyle/>
                  <a:p>
                    <a:endParaRPr lang="zh-CN" altLang="en-US"/>
                  </a:p>
                </p:txBody>
              </p:sp>
            </p:grpSp>
          </p:grpSp>
          <p:sp>
            <p:nvSpPr>
              <p:cNvPr id="111" name="任意多边形: 形状 110">
                <a:extLst>
                  <a:ext uri="{FF2B5EF4-FFF2-40B4-BE49-F238E27FC236}">
                    <a16:creationId xmlns:a16="http://schemas.microsoft.com/office/drawing/2014/main" id="{E210F6F8-5E54-E752-8A94-FEA224B7AA29}"/>
                  </a:ext>
                </a:extLst>
              </p:cNvPr>
              <p:cNvSpPr/>
              <p:nvPr/>
            </p:nvSpPr>
            <p:spPr>
              <a:xfrm>
                <a:off x="2754715" y="4372266"/>
                <a:ext cx="565144" cy="565425"/>
              </a:xfrm>
              <a:custGeom>
                <a:avLst/>
                <a:gdLst>
                  <a:gd name="csX0" fmla="*/ 527402 w 565144"/>
                  <a:gd name="csY0" fmla="*/ 565426 h 565425"/>
                  <a:gd name="csX1" fmla="*/ 500714 w 565144"/>
                  <a:gd name="csY1" fmla="*/ 554368 h 565425"/>
                  <a:gd name="csX2" fmla="*/ 11048 w 565144"/>
                  <a:gd name="csY2" fmla="*/ 64414 h 565425"/>
                  <a:gd name="csX3" fmla="*/ 11060 w 565144"/>
                  <a:gd name="csY3" fmla="*/ 11044 h 565425"/>
                  <a:gd name="csX4" fmla="*/ 64430 w 565144"/>
                  <a:gd name="csY4" fmla="*/ 11056 h 565425"/>
                  <a:gd name="csX5" fmla="*/ 554096 w 565144"/>
                  <a:gd name="csY5" fmla="*/ 501010 h 565425"/>
                  <a:gd name="csX6" fmla="*/ 554084 w 565144"/>
                  <a:gd name="csY6" fmla="*/ 554380 h 565425"/>
                  <a:gd name="csX7" fmla="*/ 527402 w 565144"/>
                  <a:gd name="csY7" fmla="*/ 565426 h 565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5144" h="565425">
                    <a:moveTo>
                      <a:pt x="527402" y="565426"/>
                    </a:moveTo>
                    <a:cubicBezTo>
                      <a:pt x="517742" y="565426"/>
                      <a:pt x="508076" y="561742"/>
                      <a:pt x="500714" y="554368"/>
                    </a:cubicBezTo>
                    <a:lnTo>
                      <a:pt x="11048" y="64414"/>
                    </a:lnTo>
                    <a:cubicBezTo>
                      <a:pt x="-3688" y="49672"/>
                      <a:pt x="-3682" y="25780"/>
                      <a:pt x="11060" y="11044"/>
                    </a:cubicBezTo>
                    <a:cubicBezTo>
                      <a:pt x="25820" y="-3692"/>
                      <a:pt x="49712" y="-3674"/>
                      <a:pt x="64430" y="11056"/>
                    </a:cubicBezTo>
                    <a:lnTo>
                      <a:pt x="554096" y="501010"/>
                    </a:lnTo>
                    <a:cubicBezTo>
                      <a:pt x="568832" y="515752"/>
                      <a:pt x="568826" y="539644"/>
                      <a:pt x="554084" y="554380"/>
                    </a:cubicBezTo>
                    <a:cubicBezTo>
                      <a:pt x="546710" y="561748"/>
                      <a:pt x="537050" y="565426"/>
                      <a:pt x="527402" y="565426"/>
                    </a:cubicBezTo>
                    <a:close/>
                  </a:path>
                </a:pathLst>
              </a:custGeom>
              <a:solidFill>
                <a:srgbClr val="D2D2D2"/>
              </a:solidFill>
              <a:ln w="5993" cap="flat">
                <a:noFill/>
                <a:prstDash val="solid"/>
                <a:miter/>
              </a:ln>
            </p:spPr>
            <p:txBody>
              <a:bodyPr/>
              <a:lstStyle/>
              <a:p>
                <a:endParaRPr lang="zh-CN" altLang="en-US"/>
              </a:p>
            </p:txBody>
          </p:sp>
          <p:sp>
            <p:nvSpPr>
              <p:cNvPr id="112" name="任意多边形: 形状 111">
                <a:extLst>
                  <a:ext uri="{FF2B5EF4-FFF2-40B4-BE49-F238E27FC236}">
                    <a16:creationId xmlns:a16="http://schemas.microsoft.com/office/drawing/2014/main" id="{A9BC2F5F-EC40-5108-A40A-9167018302B3}"/>
                  </a:ext>
                </a:extLst>
              </p:cNvPr>
              <p:cNvSpPr/>
              <p:nvPr/>
            </p:nvSpPr>
            <p:spPr>
              <a:xfrm>
                <a:off x="2534707" y="4592274"/>
                <a:ext cx="565144" cy="565425"/>
              </a:xfrm>
              <a:custGeom>
                <a:avLst/>
                <a:gdLst>
                  <a:gd name="csX0" fmla="*/ 527402 w 565144"/>
                  <a:gd name="csY0" fmla="*/ 565426 h 565425"/>
                  <a:gd name="csX1" fmla="*/ 500714 w 565144"/>
                  <a:gd name="csY1" fmla="*/ 554368 h 565425"/>
                  <a:gd name="csX2" fmla="*/ 11048 w 565144"/>
                  <a:gd name="csY2" fmla="*/ 64414 h 565425"/>
                  <a:gd name="csX3" fmla="*/ 11060 w 565144"/>
                  <a:gd name="csY3" fmla="*/ 11044 h 565425"/>
                  <a:gd name="csX4" fmla="*/ 64430 w 565144"/>
                  <a:gd name="csY4" fmla="*/ 11056 h 565425"/>
                  <a:gd name="csX5" fmla="*/ 554096 w 565144"/>
                  <a:gd name="csY5" fmla="*/ 501010 h 565425"/>
                  <a:gd name="csX6" fmla="*/ 554084 w 565144"/>
                  <a:gd name="csY6" fmla="*/ 554380 h 565425"/>
                  <a:gd name="csX7" fmla="*/ 527402 w 565144"/>
                  <a:gd name="csY7" fmla="*/ 565426 h 565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5144" h="565425">
                    <a:moveTo>
                      <a:pt x="527402" y="565426"/>
                    </a:moveTo>
                    <a:cubicBezTo>
                      <a:pt x="517742" y="565426"/>
                      <a:pt x="508076" y="561742"/>
                      <a:pt x="500714" y="554368"/>
                    </a:cubicBezTo>
                    <a:lnTo>
                      <a:pt x="11048" y="64414"/>
                    </a:lnTo>
                    <a:cubicBezTo>
                      <a:pt x="-3688" y="49672"/>
                      <a:pt x="-3682" y="25780"/>
                      <a:pt x="11060" y="11044"/>
                    </a:cubicBezTo>
                    <a:cubicBezTo>
                      <a:pt x="25814" y="-3692"/>
                      <a:pt x="49706" y="-3674"/>
                      <a:pt x="64430" y="11056"/>
                    </a:cubicBezTo>
                    <a:lnTo>
                      <a:pt x="554096" y="501010"/>
                    </a:lnTo>
                    <a:cubicBezTo>
                      <a:pt x="568832" y="515752"/>
                      <a:pt x="568826" y="539644"/>
                      <a:pt x="554084" y="554380"/>
                    </a:cubicBezTo>
                    <a:cubicBezTo>
                      <a:pt x="546710" y="561748"/>
                      <a:pt x="537050" y="565426"/>
                      <a:pt x="527402" y="565426"/>
                    </a:cubicBezTo>
                    <a:close/>
                  </a:path>
                </a:pathLst>
              </a:custGeom>
              <a:solidFill>
                <a:srgbClr val="D2D2D2"/>
              </a:solidFill>
              <a:ln w="5993" cap="flat">
                <a:noFill/>
                <a:prstDash val="solid"/>
                <a:miter/>
              </a:ln>
            </p:spPr>
            <p:txBody>
              <a:bodyPr/>
              <a:lstStyle/>
              <a:p>
                <a:endParaRPr lang="zh-CN" altLang="en-US"/>
              </a:p>
            </p:txBody>
          </p:sp>
          <p:sp>
            <p:nvSpPr>
              <p:cNvPr id="113" name="任意多边形: 形状 112">
                <a:extLst>
                  <a:ext uri="{FF2B5EF4-FFF2-40B4-BE49-F238E27FC236}">
                    <a16:creationId xmlns:a16="http://schemas.microsoft.com/office/drawing/2014/main" id="{7DC926C1-A0DA-C20C-4802-EB6648B9DD9A}"/>
                  </a:ext>
                </a:extLst>
              </p:cNvPr>
              <p:cNvSpPr/>
              <p:nvPr/>
            </p:nvSpPr>
            <p:spPr>
              <a:xfrm>
                <a:off x="2314699" y="4812282"/>
                <a:ext cx="565150" cy="565425"/>
              </a:xfrm>
              <a:custGeom>
                <a:avLst/>
                <a:gdLst>
                  <a:gd name="csX0" fmla="*/ 527408 w 565150"/>
                  <a:gd name="csY0" fmla="*/ 565426 h 565425"/>
                  <a:gd name="csX1" fmla="*/ 500720 w 565150"/>
                  <a:gd name="csY1" fmla="*/ 554368 h 565425"/>
                  <a:gd name="csX2" fmla="*/ 11048 w 565150"/>
                  <a:gd name="csY2" fmla="*/ 64414 h 565425"/>
                  <a:gd name="csX3" fmla="*/ 11060 w 565150"/>
                  <a:gd name="csY3" fmla="*/ 11044 h 565425"/>
                  <a:gd name="csX4" fmla="*/ 64430 w 565150"/>
                  <a:gd name="csY4" fmla="*/ 11056 h 565425"/>
                  <a:gd name="csX5" fmla="*/ 554102 w 565150"/>
                  <a:gd name="csY5" fmla="*/ 501010 h 565425"/>
                  <a:gd name="csX6" fmla="*/ 554090 w 565150"/>
                  <a:gd name="csY6" fmla="*/ 554380 h 565425"/>
                  <a:gd name="csX7" fmla="*/ 527408 w 565150"/>
                  <a:gd name="csY7" fmla="*/ 565426 h 565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5150" h="565425">
                    <a:moveTo>
                      <a:pt x="527408" y="565426"/>
                    </a:moveTo>
                    <a:cubicBezTo>
                      <a:pt x="517748" y="565426"/>
                      <a:pt x="508082" y="561742"/>
                      <a:pt x="500720" y="554368"/>
                    </a:cubicBezTo>
                    <a:lnTo>
                      <a:pt x="11048" y="64414"/>
                    </a:lnTo>
                    <a:cubicBezTo>
                      <a:pt x="-3688" y="49672"/>
                      <a:pt x="-3682" y="25780"/>
                      <a:pt x="11060" y="11044"/>
                    </a:cubicBezTo>
                    <a:cubicBezTo>
                      <a:pt x="25814" y="-3692"/>
                      <a:pt x="49706" y="-3674"/>
                      <a:pt x="64430" y="11056"/>
                    </a:cubicBezTo>
                    <a:lnTo>
                      <a:pt x="554102" y="501010"/>
                    </a:lnTo>
                    <a:cubicBezTo>
                      <a:pt x="568838" y="515752"/>
                      <a:pt x="568832" y="539644"/>
                      <a:pt x="554090" y="554380"/>
                    </a:cubicBezTo>
                    <a:cubicBezTo>
                      <a:pt x="546716" y="561742"/>
                      <a:pt x="537056" y="565426"/>
                      <a:pt x="527408" y="565426"/>
                    </a:cubicBezTo>
                    <a:close/>
                  </a:path>
                </a:pathLst>
              </a:custGeom>
              <a:solidFill>
                <a:srgbClr val="D2D2D2"/>
              </a:solidFill>
              <a:ln w="5993" cap="flat">
                <a:noFill/>
                <a:prstDash val="solid"/>
                <a:miter/>
              </a:ln>
            </p:spPr>
            <p:txBody>
              <a:bodyPr/>
              <a:lstStyle/>
              <a:p>
                <a:endParaRPr lang="zh-CN" altLang="en-US"/>
              </a:p>
            </p:txBody>
          </p:sp>
          <p:grpSp>
            <p:nvGrpSpPr>
              <p:cNvPr id="114" name="图形 6" descr="校园餐盒，有三明治、果汁和水果">
                <a:extLst>
                  <a:ext uri="{FF2B5EF4-FFF2-40B4-BE49-F238E27FC236}">
                    <a16:creationId xmlns:a16="http://schemas.microsoft.com/office/drawing/2014/main" id="{4AD9B7C3-20BA-CE93-F059-3D167847E77C}"/>
                  </a:ext>
                </a:extLst>
              </p:cNvPr>
              <p:cNvGrpSpPr/>
              <p:nvPr/>
            </p:nvGrpSpPr>
            <p:grpSpPr>
              <a:xfrm>
                <a:off x="2073436" y="4746004"/>
                <a:ext cx="1562999" cy="678317"/>
                <a:chOff x="2073436" y="4746004"/>
                <a:chExt cx="1562999" cy="678317"/>
              </a:xfrm>
            </p:grpSpPr>
            <p:sp>
              <p:nvSpPr>
                <p:cNvPr id="115" name="矩形 114">
                  <a:extLst>
                    <a:ext uri="{FF2B5EF4-FFF2-40B4-BE49-F238E27FC236}">
                      <a16:creationId xmlns:a16="http://schemas.microsoft.com/office/drawing/2014/main" id="{DF594572-AD73-3FF1-42E5-04B608F603FF}"/>
                    </a:ext>
                  </a:extLst>
                </p:cNvPr>
                <p:cNvSpPr/>
                <p:nvPr/>
              </p:nvSpPr>
              <p:spPr>
                <a:xfrm>
                  <a:off x="3528448" y="4746004"/>
                  <a:ext cx="107988" cy="678317"/>
                </a:xfrm>
                <a:prstGeom prst="rect">
                  <a:avLst/>
                </a:prstGeom>
                <a:solidFill>
                  <a:srgbClr val="D2D2D2"/>
                </a:solidFill>
                <a:ln w="5993" cap="flat">
                  <a:noFill/>
                  <a:prstDash val="solid"/>
                  <a:miter/>
                </a:ln>
              </p:spPr>
              <p:txBody>
                <a:bodyPr/>
                <a:lstStyle/>
                <a:p>
                  <a:endParaRPr lang="zh-CN" altLang="en-US"/>
                </a:p>
              </p:txBody>
            </p:sp>
            <p:sp>
              <p:nvSpPr>
                <p:cNvPr id="116" name="任意多边形: 形状 115">
                  <a:extLst>
                    <a:ext uri="{FF2B5EF4-FFF2-40B4-BE49-F238E27FC236}">
                      <a16:creationId xmlns:a16="http://schemas.microsoft.com/office/drawing/2014/main" id="{FF3E4157-487C-AF57-9E78-541282BBF0F1}"/>
                    </a:ext>
                  </a:extLst>
                </p:cNvPr>
                <p:cNvSpPr/>
                <p:nvPr/>
              </p:nvSpPr>
              <p:spPr>
                <a:xfrm>
                  <a:off x="2073436" y="4746004"/>
                  <a:ext cx="1466999" cy="678317"/>
                </a:xfrm>
                <a:custGeom>
                  <a:avLst/>
                  <a:gdLst>
                    <a:gd name="csX0" fmla="*/ 1467000 w 1466999"/>
                    <a:gd name="csY0" fmla="*/ 678318 h 678317"/>
                    <a:gd name="csX1" fmla="*/ 1350 w 1466999"/>
                    <a:gd name="csY1" fmla="*/ 678318 h 678317"/>
                    <a:gd name="csX2" fmla="*/ 0 w 1466999"/>
                    <a:gd name="csY2" fmla="*/ 0 h 678317"/>
                    <a:gd name="csX3" fmla="*/ 1467000 w 1466999"/>
                    <a:gd name="csY3" fmla="*/ 0 h 678317"/>
                  </a:gdLst>
                  <a:ahLst/>
                  <a:cxnLst>
                    <a:cxn ang="0">
                      <a:pos x="csX0" y="csY0"/>
                    </a:cxn>
                    <a:cxn ang="0">
                      <a:pos x="csX1" y="csY1"/>
                    </a:cxn>
                    <a:cxn ang="0">
                      <a:pos x="csX2" y="csY2"/>
                    </a:cxn>
                    <a:cxn ang="0">
                      <a:pos x="csX3" y="csY3"/>
                    </a:cxn>
                  </a:cxnLst>
                  <a:rect l="l" t="t" r="r" b="b"/>
                  <a:pathLst>
                    <a:path w="1466999" h="678317">
                      <a:moveTo>
                        <a:pt x="1467000" y="678318"/>
                      </a:moveTo>
                      <a:lnTo>
                        <a:pt x="1350" y="678318"/>
                      </a:lnTo>
                      <a:lnTo>
                        <a:pt x="0" y="0"/>
                      </a:lnTo>
                      <a:lnTo>
                        <a:pt x="1467000" y="0"/>
                      </a:lnTo>
                      <a:close/>
                    </a:path>
                  </a:pathLst>
                </a:custGeom>
                <a:solidFill>
                  <a:srgbClr val="FFFFFF"/>
                </a:solidFill>
                <a:ln w="5993" cap="flat">
                  <a:noFill/>
                  <a:prstDash val="solid"/>
                  <a:miter/>
                </a:ln>
              </p:spPr>
              <p:txBody>
                <a:bodyPr/>
                <a:lstStyle/>
                <a:p>
                  <a:endParaRPr lang="zh-CN" altLang="en-US"/>
                </a:p>
              </p:txBody>
            </p:sp>
            <p:sp>
              <p:nvSpPr>
                <p:cNvPr id="117" name="任意多边形: 形状 116">
                  <a:extLst>
                    <a:ext uri="{FF2B5EF4-FFF2-40B4-BE49-F238E27FC236}">
                      <a16:creationId xmlns:a16="http://schemas.microsoft.com/office/drawing/2014/main" id="{CF4CBED0-4EAE-D981-1687-5B36E62CACF2}"/>
                    </a:ext>
                  </a:extLst>
                </p:cNvPr>
                <p:cNvSpPr/>
                <p:nvPr/>
              </p:nvSpPr>
              <p:spPr>
                <a:xfrm>
                  <a:off x="2777727" y="5300254"/>
                  <a:ext cx="289985" cy="43500"/>
                </a:xfrm>
                <a:custGeom>
                  <a:avLst/>
                  <a:gdLst>
                    <a:gd name="csX0" fmla="*/ 268236 w 289985"/>
                    <a:gd name="csY0" fmla="*/ 43500 h 43500"/>
                    <a:gd name="csX1" fmla="*/ 21750 w 289985"/>
                    <a:gd name="csY1" fmla="*/ 43500 h 43500"/>
                    <a:gd name="csX2" fmla="*/ 0 w 289985"/>
                    <a:gd name="csY2" fmla="*/ 21750 h 43500"/>
                    <a:gd name="csX3" fmla="*/ 21750 w 289985"/>
                    <a:gd name="csY3" fmla="*/ 0 h 43500"/>
                    <a:gd name="csX4" fmla="*/ 268236 w 289985"/>
                    <a:gd name="csY4" fmla="*/ 0 h 43500"/>
                    <a:gd name="csX5" fmla="*/ 289986 w 289985"/>
                    <a:gd name="csY5" fmla="*/ 21750 h 43500"/>
                    <a:gd name="csX6" fmla="*/ 268236 w 289985"/>
                    <a:gd name="csY6" fmla="*/ 43500 h 4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9985" h="43500">
                      <a:moveTo>
                        <a:pt x="268236" y="43500"/>
                      </a:moveTo>
                      <a:lnTo>
                        <a:pt x="21750" y="43500"/>
                      </a:lnTo>
                      <a:cubicBezTo>
                        <a:pt x="9738" y="43500"/>
                        <a:pt x="0" y="33762"/>
                        <a:pt x="0" y="21750"/>
                      </a:cubicBezTo>
                      <a:cubicBezTo>
                        <a:pt x="0" y="9738"/>
                        <a:pt x="9738" y="0"/>
                        <a:pt x="21750" y="0"/>
                      </a:cubicBezTo>
                      <a:lnTo>
                        <a:pt x="268236" y="0"/>
                      </a:lnTo>
                      <a:cubicBezTo>
                        <a:pt x="280248" y="0"/>
                        <a:pt x="289986" y="9738"/>
                        <a:pt x="289986" y="21750"/>
                      </a:cubicBezTo>
                      <a:cubicBezTo>
                        <a:pt x="289986" y="33762"/>
                        <a:pt x="280248" y="43500"/>
                        <a:pt x="268236" y="43500"/>
                      </a:cubicBezTo>
                      <a:close/>
                    </a:path>
                  </a:pathLst>
                </a:custGeom>
                <a:solidFill>
                  <a:srgbClr val="F2F2F2"/>
                </a:solidFill>
                <a:ln w="5993" cap="flat">
                  <a:noFill/>
                  <a:prstDash val="solid"/>
                  <a:miter/>
                </a:ln>
              </p:spPr>
              <p:txBody>
                <a:bodyPr/>
                <a:lstStyle/>
                <a:p>
                  <a:endParaRPr lang="zh-CN" altLang="en-US"/>
                </a:p>
              </p:txBody>
            </p:sp>
            <p:sp>
              <p:nvSpPr>
                <p:cNvPr id="118" name="任意多边形: 形状 117">
                  <a:extLst>
                    <a:ext uri="{FF2B5EF4-FFF2-40B4-BE49-F238E27FC236}">
                      <a16:creationId xmlns:a16="http://schemas.microsoft.com/office/drawing/2014/main" id="{7894278A-1F77-DD16-FAB9-CCDACE3F345F}"/>
                    </a:ext>
                  </a:extLst>
                </p:cNvPr>
                <p:cNvSpPr/>
                <p:nvPr/>
              </p:nvSpPr>
              <p:spPr>
                <a:xfrm>
                  <a:off x="2777727" y="4915851"/>
                  <a:ext cx="526457" cy="43500"/>
                </a:xfrm>
                <a:custGeom>
                  <a:avLst/>
                  <a:gdLst>
                    <a:gd name="csX0" fmla="*/ 504708 w 526457"/>
                    <a:gd name="csY0" fmla="*/ 43500 h 43500"/>
                    <a:gd name="csX1" fmla="*/ 21750 w 526457"/>
                    <a:gd name="csY1" fmla="*/ 43500 h 43500"/>
                    <a:gd name="csX2" fmla="*/ 0 w 526457"/>
                    <a:gd name="csY2" fmla="*/ 21750 h 43500"/>
                    <a:gd name="csX3" fmla="*/ 21750 w 526457"/>
                    <a:gd name="csY3" fmla="*/ 0 h 43500"/>
                    <a:gd name="csX4" fmla="*/ 504708 w 526457"/>
                    <a:gd name="csY4" fmla="*/ 0 h 43500"/>
                    <a:gd name="csX5" fmla="*/ 526458 w 526457"/>
                    <a:gd name="csY5" fmla="*/ 21750 h 43500"/>
                    <a:gd name="csX6" fmla="*/ 504708 w 526457"/>
                    <a:gd name="csY6" fmla="*/ 43500 h 4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6457" h="43500">
                      <a:moveTo>
                        <a:pt x="504708" y="43500"/>
                      </a:moveTo>
                      <a:lnTo>
                        <a:pt x="21750" y="43500"/>
                      </a:lnTo>
                      <a:cubicBezTo>
                        <a:pt x="9738" y="43500"/>
                        <a:pt x="0" y="33762"/>
                        <a:pt x="0" y="21750"/>
                      </a:cubicBezTo>
                      <a:cubicBezTo>
                        <a:pt x="0" y="9738"/>
                        <a:pt x="9738" y="0"/>
                        <a:pt x="21750" y="0"/>
                      </a:cubicBezTo>
                      <a:lnTo>
                        <a:pt x="504708" y="0"/>
                      </a:lnTo>
                      <a:cubicBezTo>
                        <a:pt x="516720" y="0"/>
                        <a:pt x="526458" y="9738"/>
                        <a:pt x="526458" y="21750"/>
                      </a:cubicBezTo>
                      <a:cubicBezTo>
                        <a:pt x="526458" y="33762"/>
                        <a:pt x="516720" y="43500"/>
                        <a:pt x="504708" y="43500"/>
                      </a:cubicBezTo>
                      <a:close/>
                    </a:path>
                  </a:pathLst>
                </a:custGeom>
                <a:solidFill>
                  <a:srgbClr val="F2F2F2"/>
                </a:solidFill>
                <a:ln w="5993" cap="flat">
                  <a:noFill/>
                  <a:prstDash val="solid"/>
                  <a:miter/>
                </a:ln>
              </p:spPr>
              <p:txBody>
                <a:bodyPr/>
                <a:lstStyle/>
                <a:p>
                  <a:endParaRPr lang="zh-CN" altLang="en-US"/>
                </a:p>
              </p:txBody>
            </p:sp>
            <p:sp>
              <p:nvSpPr>
                <p:cNvPr id="119" name="任意多边形: 形状 118">
                  <a:extLst>
                    <a:ext uri="{FF2B5EF4-FFF2-40B4-BE49-F238E27FC236}">
                      <a16:creationId xmlns:a16="http://schemas.microsoft.com/office/drawing/2014/main" id="{B8076191-41CF-79C0-98AF-A5965E0A26BF}"/>
                    </a:ext>
                  </a:extLst>
                </p:cNvPr>
                <p:cNvSpPr/>
                <p:nvPr/>
              </p:nvSpPr>
              <p:spPr>
                <a:xfrm>
                  <a:off x="2777727" y="5006254"/>
                  <a:ext cx="526457" cy="43500"/>
                </a:xfrm>
                <a:custGeom>
                  <a:avLst/>
                  <a:gdLst>
                    <a:gd name="csX0" fmla="*/ 504708 w 526457"/>
                    <a:gd name="csY0" fmla="*/ 43500 h 43500"/>
                    <a:gd name="csX1" fmla="*/ 21750 w 526457"/>
                    <a:gd name="csY1" fmla="*/ 43500 h 43500"/>
                    <a:gd name="csX2" fmla="*/ 0 w 526457"/>
                    <a:gd name="csY2" fmla="*/ 21750 h 43500"/>
                    <a:gd name="csX3" fmla="*/ 21750 w 526457"/>
                    <a:gd name="csY3" fmla="*/ 0 h 43500"/>
                    <a:gd name="csX4" fmla="*/ 504708 w 526457"/>
                    <a:gd name="csY4" fmla="*/ 0 h 43500"/>
                    <a:gd name="csX5" fmla="*/ 526458 w 526457"/>
                    <a:gd name="csY5" fmla="*/ 21750 h 43500"/>
                    <a:gd name="csX6" fmla="*/ 504708 w 526457"/>
                    <a:gd name="csY6" fmla="*/ 43500 h 4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6457" h="43500">
                      <a:moveTo>
                        <a:pt x="504708" y="43500"/>
                      </a:moveTo>
                      <a:lnTo>
                        <a:pt x="21750" y="43500"/>
                      </a:lnTo>
                      <a:cubicBezTo>
                        <a:pt x="9738" y="43500"/>
                        <a:pt x="0" y="33762"/>
                        <a:pt x="0" y="21750"/>
                      </a:cubicBezTo>
                      <a:cubicBezTo>
                        <a:pt x="0" y="9738"/>
                        <a:pt x="9738" y="0"/>
                        <a:pt x="21750" y="0"/>
                      </a:cubicBezTo>
                      <a:lnTo>
                        <a:pt x="504708" y="0"/>
                      </a:lnTo>
                      <a:cubicBezTo>
                        <a:pt x="516720" y="0"/>
                        <a:pt x="526458" y="9738"/>
                        <a:pt x="526458" y="21750"/>
                      </a:cubicBezTo>
                      <a:cubicBezTo>
                        <a:pt x="526458" y="33762"/>
                        <a:pt x="516720" y="43500"/>
                        <a:pt x="504708" y="43500"/>
                      </a:cubicBezTo>
                      <a:close/>
                    </a:path>
                  </a:pathLst>
                </a:custGeom>
                <a:solidFill>
                  <a:srgbClr val="F2F2F2"/>
                </a:solidFill>
                <a:ln w="5993" cap="flat">
                  <a:noFill/>
                  <a:prstDash val="solid"/>
                  <a:miter/>
                </a:ln>
              </p:spPr>
              <p:txBody>
                <a:bodyPr/>
                <a:lstStyle/>
                <a:p>
                  <a:endParaRPr lang="zh-CN" altLang="en-US"/>
                </a:p>
              </p:txBody>
            </p:sp>
            <p:sp>
              <p:nvSpPr>
                <p:cNvPr id="120" name="任意多边形: 形状 119">
                  <a:extLst>
                    <a:ext uri="{FF2B5EF4-FFF2-40B4-BE49-F238E27FC236}">
                      <a16:creationId xmlns:a16="http://schemas.microsoft.com/office/drawing/2014/main" id="{DA8B6D72-321F-D08D-1C76-1CCF46BD0BA5}"/>
                    </a:ext>
                  </a:extLst>
                </p:cNvPr>
                <p:cNvSpPr/>
                <p:nvPr/>
              </p:nvSpPr>
              <p:spPr>
                <a:xfrm>
                  <a:off x="2200173" y="4821739"/>
                  <a:ext cx="506265" cy="506259"/>
                </a:xfrm>
                <a:custGeom>
                  <a:avLst/>
                  <a:gdLst>
                    <a:gd name="csX0" fmla="*/ 504306 w 506265"/>
                    <a:gd name="csY0" fmla="*/ 168423 h 506259"/>
                    <a:gd name="csX1" fmla="*/ 431004 w 506265"/>
                    <a:gd name="csY1" fmla="*/ 75255 h 506259"/>
                    <a:gd name="csX2" fmla="*/ 337836 w 506265"/>
                    <a:gd name="csY2" fmla="*/ 1959 h 506259"/>
                    <a:gd name="csX3" fmla="*/ 220362 w 506265"/>
                    <a:gd name="csY3" fmla="*/ 27075 h 506259"/>
                    <a:gd name="csX4" fmla="*/ 105312 w 506265"/>
                    <a:gd name="csY4" fmla="*/ 61485 h 506259"/>
                    <a:gd name="csX5" fmla="*/ 63264 w 506265"/>
                    <a:gd name="csY5" fmla="*/ 161709 h 506259"/>
                    <a:gd name="csX6" fmla="*/ 20106 w 506265"/>
                    <a:gd name="csY6" fmla="*/ 261477 h 506259"/>
                    <a:gd name="csX7" fmla="*/ 69408 w 506265"/>
                    <a:gd name="csY7" fmla="*/ 358365 h 506259"/>
                    <a:gd name="csX8" fmla="*/ 38352 w 506265"/>
                    <a:gd name="csY8" fmla="*/ 441783 h 506259"/>
                    <a:gd name="csX9" fmla="*/ 0 w 506265"/>
                    <a:gd name="csY9" fmla="*/ 480135 h 506259"/>
                    <a:gd name="csX10" fmla="*/ 13062 w 506265"/>
                    <a:gd name="csY10" fmla="*/ 493197 h 506259"/>
                    <a:gd name="csX11" fmla="*/ 26124 w 506265"/>
                    <a:gd name="csY11" fmla="*/ 506259 h 506259"/>
                    <a:gd name="csX12" fmla="*/ 64476 w 506265"/>
                    <a:gd name="csY12" fmla="*/ 467907 h 506259"/>
                    <a:gd name="csX13" fmla="*/ 147894 w 506265"/>
                    <a:gd name="csY13" fmla="*/ 436851 h 506259"/>
                    <a:gd name="csX14" fmla="*/ 244782 w 506265"/>
                    <a:gd name="csY14" fmla="*/ 486147 h 506259"/>
                    <a:gd name="csX15" fmla="*/ 344550 w 506265"/>
                    <a:gd name="csY15" fmla="*/ 442989 h 506259"/>
                    <a:gd name="csX16" fmla="*/ 444780 w 506265"/>
                    <a:gd name="csY16" fmla="*/ 400941 h 506259"/>
                    <a:gd name="csX17" fmla="*/ 479190 w 506265"/>
                    <a:gd name="csY17" fmla="*/ 285897 h 506259"/>
                    <a:gd name="csX18" fmla="*/ 504306 w 506265"/>
                    <a:gd name="csY18" fmla="*/ 168423 h 5062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6265" h="506259">
                      <a:moveTo>
                        <a:pt x="504306" y="168423"/>
                      </a:moveTo>
                      <a:cubicBezTo>
                        <a:pt x="495504" y="130557"/>
                        <a:pt x="465834" y="101379"/>
                        <a:pt x="431004" y="75255"/>
                      </a:cubicBezTo>
                      <a:cubicBezTo>
                        <a:pt x="404880" y="40425"/>
                        <a:pt x="375702" y="10755"/>
                        <a:pt x="337836" y="1959"/>
                      </a:cubicBezTo>
                      <a:cubicBezTo>
                        <a:pt x="299142" y="-7035"/>
                        <a:pt x="258876" y="17307"/>
                        <a:pt x="220362" y="27075"/>
                      </a:cubicBezTo>
                      <a:cubicBezTo>
                        <a:pt x="182682" y="36627"/>
                        <a:pt x="135624" y="34071"/>
                        <a:pt x="105312" y="61485"/>
                      </a:cubicBezTo>
                      <a:cubicBezTo>
                        <a:pt x="77754" y="86403"/>
                        <a:pt x="76800" y="129897"/>
                        <a:pt x="63264" y="161709"/>
                      </a:cubicBezTo>
                      <a:cubicBezTo>
                        <a:pt x="49146" y="194865"/>
                        <a:pt x="19002" y="226047"/>
                        <a:pt x="20106" y="261477"/>
                      </a:cubicBezTo>
                      <a:cubicBezTo>
                        <a:pt x="21210" y="296811"/>
                        <a:pt x="57624" y="324171"/>
                        <a:pt x="69408" y="358365"/>
                      </a:cubicBezTo>
                      <a:cubicBezTo>
                        <a:pt x="78366" y="384357"/>
                        <a:pt x="69660" y="410475"/>
                        <a:pt x="38352" y="441783"/>
                      </a:cubicBezTo>
                      <a:lnTo>
                        <a:pt x="0" y="480135"/>
                      </a:lnTo>
                      <a:lnTo>
                        <a:pt x="13062" y="493197"/>
                      </a:lnTo>
                      <a:lnTo>
                        <a:pt x="26124" y="506259"/>
                      </a:lnTo>
                      <a:lnTo>
                        <a:pt x="64476" y="467907"/>
                      </a:lnTo>
                      <a:cubicBezTo>
                        <a:pt x="95784" y="436599"/>
                        <a:pt x="121902" y="427893"/>
                        <a:pt x="147894" y="436851"/>
                      </a:cubicBezTo>
                      <a:cubicBezTo>
                        <a:pt x="182082" y="448629"/>
                        <a:pt x="209448" y="485049"/>
                        <a:pt x="244782" y="486147"/>
                      </a:cubicBezTo>
                      <a:cubicBezTo>
                        <a:pt x="280218" y="487251"/>
                        <a:pt x="311400" y="457107"/>
                        <a:pt x="344550" y="442989"/>
                      </a:cubicBezTo>
                      <a:cubicBezTo>
                        <a:pt x="376362" y="429447"/>
                        <a:pt x="419856" y="428493"/>
                        <a:pt x="444780" y="400941"/>
                      </a:cubicBezTo>
                      <a:cubicBezTo>
                        <a:pt x="472200" y="370629"/>
                        <a:pt x="469638" y="323571"/>
                        <a:pt x="479190" y="285897"/>
                      </a:cubicBezTo>
                      <a:cubicBezTo>
                        <a:pt x="488958" y="247383"/>
                        <a:pt x="513300" y="207117"/>
                        <a:pt x="504306" y="168423"/>
                      </a:cubicBezTo>
                      <a:close/>
                    </a:path>
                  </a:pathLst>
                </a:custGeom>
                <a:solidFill>
                  <a:srgbClr val="F2F2F2"/>
                </a:solidFill>
                <a:ln w="5993" cap="flat">
                  <a:noFill/>
                  <a:prstDash val="solid"/>
                  <a:miter/>
                </a:ln>
              </p:spPr>
              <p:txBody>
                <a:bodyPr/>
                <a:lstStyle/>
                <a:p>
                  <a:endParaRPr lang="zh-CN" altLang="en-US"/>
                </a:p>
              </p:txBody>
            </p:sp>
          </p:grpSp>
        </p:grpSp>
        <p:grpSp>
          <p:nvGrpSpPr>
            <p:cNvPr id="121" name="图形 6" descr="校园餐盒，有三明治、果汁和水果">
              <a:extLst>
                <a:ext uri="{FF2B5EF4-FFF2-40B4-BE49-F238E27FC236}">
                  <a16:creationId xmlns:a16="http://schemas.microsoft.com/office/drawing/2014/main" id="{EBB8AEB5-F06B-D361-9353-C270C8622CF9}"/>
                </a:ext>
              </a:extLst>
            </p:cNvPr>
            <p:cNvGrpSpPr/>
            <p:nvPr/>
          </p:nvGrpSpPr>
          <p:grpSpPr>
            <a:xfrm>
              <a:off x="3175884" y="4614322"/>
              <a:ext cx="1707041" cy="1492194"/>
              <a:chOff x="3175884" y="4614322"/>
              <a:chExt cx="1707041" cy="1492194"/>
            </a:xfrm>
          </p:grpSpPr>
          <p:sp>
            <p:nvSpPr>
              <p:cNvPr id="122" name="任意多边形: 形状 121">
                <a:extLst>
                  <a:ext uri="{FF2B5EF4-FFF2-40B4-BE49-F238E27FC236}">
                    <a16:creationId xmlns:a16="http://schemas.microsoft.com/office/drawing/2014/main" id="{BE8728E7-1E73-2502-E309-EEB943CB4A71}"/>
                  </a:ext>
                </a:extLst>
              </p:cNvPr>
              <p:cNvSpPr/>
              <p:nvPr/>
            </p:nvSpPr>
            <p:spPr>
              <a:xfrm>
                <a:off x="3175884" y="4754650"/>
                <a:ext cx="1706800" cy="1351866"/>
              </a:xfrm>
              <a:custGeom>
                <a:avLst/>
                <a:gdLst>
                  <a:gd name="csX0" fmla="*/ 1606006 w 1706800"/>
                  <a:gd name="csY0" fmla="*/ 5454 h 1351866"/>
                  <a:gd name="csX1" fmla="*/ 1558276 w 1706800"/>
                  <a:gd name="csY1" fmla="*/ 3072 h 1351866"/>
                  <a:gd name="csX2" fmla="*/ 1522372 w 1706800"/>
                  <a:gd name="csY2" fmla="*/ 45672 h 1351866"/>
                  <a:gd name="csX3" fmla="*/ 1489954 w 1706800"/>
                  <a:gd name="csY3" fmla="*/ 345660 h 1351866"/>
                  <a:gd name="csX4" fmla="*/ 352006 w 1706800"/>
                  <a:gd name="csY4" fmla="*/ 996203 h 1351866"/>
                  <a:gd name="csX5" fmla="*/ 87051 w 1706800"/>
                  <a:gd name="csY5" fmla="*/ 879216 h 1351866"/>
                  <a:gd name="csX6" fmla="*/ 86973 w 1706800"/>
                  <a:gd name="csY6" fmla="*/ 879228 h 1351866"/>
                  <a:gd name="csX7" fmla="*/ 53469 w 1706800"/>
                  <a:gd name="csY7" fmla="*/ 915671 h 1351866"/>
                  <a:gd name="csX8" fmla="*/ 51 w 1706800"/>
                  <a:gd name="csY8" fmla="*/ 923586 h 1351866"/>
                  <a:gd name="csX9" fmla="*/ 10 w 1706800"/>
                  <a:gd name="csY9" fmla="*/ 923676 h 1351866"/>
                  <a:gd name="csX10" fmla="*/ 536554 w 1706800"/>
                  <a:gd name="csY10" fmla="*/ 1319022 h 1351866"/>
                  <a:gd name="csX11" fmla="*/ 1674501 w 1706800"/>
                  <a:gd name="csY11" fmla="*/ 668478 h 1351866"/>
                  <a:gd name="csX12" fmla="*/ 1706799 w 1706800"/>
                  <a:gd name="csY12" fmla="*/ 448272 h 1351866"/>
                  <a:gd name="csX13" fmla="*/ 1703620 w 1706800"/>
                  <a:gd name="csY13" fmla="*/ 441966 h 1351866"/>
                  <a:gd name="csX14" fmla="*/ 1697019 w 1706800"/>
                  <a:gd name="csY14" fmla="*/ 394566 h 1351866"/>
                  <a:gd name="csX15" fmla="*/ 1703464 w 1706800"/>
                  <a:gd name="csY15" fmla="*/ 344616 h 1351866"/>
                  <a:gd name="csX16" fmla="*/ 1606006 w 1706800"/>
                  <a:gd name="csY16" fmla="*/ 5454 h 13518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706800" h="1351866">
                    <a:moveTo>
                      <a:pt x="1606006" y="5454"/>
                    </a:moveTo>
                    <a:cubicBezTo>
                      <a:pt x="1606006" y="5454"/>
                      <a:pt x="1581376" y="-5028"/>
                      <a:pt x="1558276" y="3072"/>
                    </a:cubicBezTo>
                    <a:cubicBezTo>
                      <a:pt x="1535175" y="11172"/>
                      <a:pt x="1522372" y="45672"/>
                      <a:pt x="1522372" y="45672"/>
                    </a:cubicBezTo>
                    <a:cubicBezTo>
                      <a:pt x="1527256" y="141324"/>
                      <a:pt x="1516510" y="248226"/>
                      <a:pt x="1489954" y="345660"/>
                    </a:cubicBezTo>
                    <a:cubicBezTo>
                      <a:pt x="1355361" y="839538"/>
                      <a:pt x="845884" y="1130796"/>
                      <a:pt x="352006" y="996203"/>
                    </a:cubicBezTo>
                    <a:cubicBezTo>
                      <a:pt x="254584" y="969654"/>
                      <a:pt x="166989" y="931937"/>
                      <a:pt x="87051" y="879216"/>
                    </a:cubicBezTo>
                    <a:cubicBezTo>
                      <a:pt x="87028" y="879198"/>
                      <a:pt x="86998" y="879203"/>
                      <a:pt x="86973" y="879228"/>
                    </a:cubicBezTo>
                    <a:lnTo>
                      <a:pt x="53469" y="915671"/>
                    </a:lnTo>
                    <a:lnTo>
                      <a:pt x="51" y="923586"/>
                    </a:lnTo>
                    <a:cubicBezTo>
                      <a:pt x="10" y="923592"/>
                      <a:pt x="-15" y="923639"/>
                      <a:pt x="10" y="923676"/>
                    </a:cubicBezTo>
                    <a:cubicBezTo>
                      <a:pt x="119530" y="1110426"/>
                      <a:pt x="305788" y="1256136"/>
                      <a:pt x="536554" y="1319022"/>
                    </a:cubicBezTo>
                    <a:cubicBezTo>
                      <a:pt x="1030432" y="1453614"/>
                      <a:pt x="1539909" y="1162356"/>
                      <a:pt x="1674501" y="668478"/>
                    </a:cubicBezTo>
                    <a:cubicBezTo>
                      <a:pt x="1694524" y="595014"/>
                      <a:pt x="1704670" y="521166"/>
                      <a:pt x="1706799" y="448272"/>
                    </a:cubicBezTo>
                    <a:cubicBezTo>
                      <a:pt x="1706854" y="446520"/>
                      <a:pt x="1704310" y="443657"/>
                      <a:pt x="1703620" y="441966"/>
                    </a:cubicBezTo>
                    <a:cubicBezTo>
                      <a:pt x="1700650" y="434700"/>
                      <a:pt x="1697751" y="426576"/>
                      <a:pt x="1697019" y="394566"/>
                    </a:cubicBezTo>
                    <a:cubicBezTo>
                      <a:pt x="1696108" y="354660"/>
                      <a:pt x="1703920" y="350015"/>
                      <a:pt x="1703464" y="344616"/>
                    </a:cubicBezTo>
                    <a:cubicBezTo>
                      <a:pt x="1693336" y="225228"/>
                      <a:pt x="1659148" y="110214"/>
                      <a:pt x="1606006" y="5454"/>
                    </a:cubicBezTo>
                    <a:close/>
                  </a:path>
                </a:pathLst>
              </a:custGeom>
              <a:solidFill>
                <a:srgbClr val="FFC000"/>
              </a:solidFill>
              <a:ln w="5993" cap="flat">
                <a:noFill/>
                <a:prstDash val="solid"/>
                <a:miter/>
              </a:ln>
            </p:spPr>
            <p:txBody>
              <a:bodyPr/>
              <a:lstStyle/>
              <a:p>
                <a:endParaRPr lang="zh-CN" altLang="en-US"/>
              </a:p>
            </p:txBody>
          </p:sp>
          <p:sp>
            <p:nvSpPr>
              <p:cNvPr id="123" name="任意多边形: 形状 122">
                <a:extLst>
                  <a:ext uri="{FF2B5EF4-FFF2-40B4-BE49-F238E27FC236}">
                    <a16:creationId xmlns:a16="http://schemas.microsoft.com/office/drawing/2014/main" id="{5C53D7C0-FE30-75DC-7778-468DE5F75495}"/>
                  </a:ext>
                </a:extLst>
              </p:cNvPr>
              <p:cNvSpPr/>
              <p:nvPr/>
            </p:nvSpPr>
            <p:spPr>
              <a:xfrm>
                <a:off x="3175953" y="5633895"/>
                <a:ext cx="86906" cy="63366"/>
              </a:xfrm>
              <a:custGeom>
                <a:avLst/>
                <a:gdLst>
                  <a:gd name="csX0" fmla="*/ 43 w 86906"/>
                  <a:gd name="csY0" fmla="*/ 44394 h 63366"/>
                  <a:gd name="csX1" fmla="*/ 69654 w 86906"/>
                  <a:gd name="csY1" fmla="*/ 63366 h 63366"/>
                  <a:gd name="csX2" fmla="*/ 86904 w 86906"/>
                  <a:gd name="csY2" fmla="*/ 78 h 63366"/>
                  <a:gd name="csX3" fmla="*/ 86821 w 86906"/>
                  <a:gd name="csY3" fmla="*/ 6 h 63366"/>
                  <a:gd name="csX4" fmla="*/ 31 w 86906"/>
                  <a:gd name="csY4" fmla="*/ 44286 h 63366"/>
                  <a:gd name="csX5" fmla="*/ 43 w 86906"/>
                  <a:gd name="csY5" fmla="*/ 44394 h 63366"/>
                </a:gdLst>
                <a:ahLst/>
                <a:cxnLst>
                  <a:cxn ang="0">
                    <a:pos x="csX0" y="csY0"/>
                  </a:cxn>
                  <a:cxn ang="0">
                    <a:pos x="csX1" y="csY1"/>
                  </a:cxn>
                  <a:cxn ang="0">
                    <a:pos x="csX2" y="csY2"/>
                  </a:cxn>
                  <a:cxn ang="0">
                    <a:pos x="csX3" y="csY3"/>
                  </a:cxn>
                  <a:cxn ang="0">
                    <a:pos x="csX4" y="csY4"/>
                  </a:cxn>
                  <a:cxn ang="0">
                    <a:pos x="csX5" y="csY5"/>
                  </a:cxn>
                </a:cxnLst>
                <a:rect l="l" t="t" r="r" b="b"/>
                <a:pathLst>
                  <a:path w="86906" h="63366">
                    <a:moveTo>
                      <a:pt x="43" y="44394"/>
                    </a:moveTo>
                    <a:lnTo>
                      <a:pt x="69654" y="63366"/>
                    </a:lnTo>
                    <a:lnTo>
                      <a:pt x="86904" y="78"/>
                    </a:lnTo>
                    <a:cubicBezTo>
                      <a:pt x="86917" y="30"/>
                      <a:pt x="86869" y="-18"/>
                      <a:pt x="86821" y="6"/>
                    </a:cubicBezTo>
                    <a:lnTo>
                      <a:pt x="31" y="44286"/>
                    </a:lnTo>
                    <a:cubicBezTo>
                      <a:pt x="-18" y="44304"/>
                      <a:pt x="-5" y="44376"/>
                      <a:pt x="43" y="44394"/>
                    </a:cubicBezTo>
                    <a:close/>
                  </a:path>
                </a:pathLst>
              </a:custGeom>
              <a:solidFill>
                <a:srgbClr val="505050"/>
              </a:solidFill>
              <a:ln w="5993" cap="flat">
                <a:noFill/>
                <a:prstDash val="solid"/>
                <a:miter/>
              </a:ln>
            </p:spPr>
            <p:txBody>
              <a:bodyPr/>
              <a:lstStyle/>
              <a:p>
                <a:endParaRPr lang="zh-CN" altLang="en-US"/>
              </a:p>
            </p:txBody>
          </p:sp>
          <p:sp>
            <p:nvSpPr>
              <p:cNvPr id="124" name="任意多边形: 形状 123">
                <a:extLst>
                  <a:ext uri="{FF2B5EF4-FFF2-40B4-BE49-F238E27FC236}">
                    <a16:creationId xmlns:a16="http://schemas.microsoft.com/office/drawing/2014/main" id="{65248461-F241-9813-EED0-0DF868966D7A}"/>
                  </a:ext>
                </a:extLst>
              </p:cNvPr>
              <p:cNvSpPr/>
              <p:nvPr/>
            </p:nvSpPr>
            <p:spPr>
              <a:xfrm>
                <a:off x="4698256" y="4614322"/>
                <a:ext cx="108000" cy="186000"/>
              </a:xfrm>
              <a:custGeom>
                <a:avLst/>
                <a:gdLst>
                  <a:gd name="csX0" fmla="*/ 108000 w 108000"/>
                  <a:gd name="csY0" fmla="*/ 30000 h 186000"/>
                  <a:gd name="csX1" fmla="*/ 0 w 108000"/>
                  <a:gd name="csY1" fmla="*/ 0 h 186000"/>
                  <a:gd name="csX2" fmla="*/ 0 w 108000"/>
                  <a:gd name="csY2" fmla="*/ 186000 h 186000"/>
                  <a:gd name="csX3" fmla="*/ 83634 w 108000"/>
                  <a:gd name="csY3" fmla="*/ 145782 h 186000"/>
                </a:gdLst>
                <a:ahLst/>
                <a:cxnLst>
                  <a:cxn ang="0">
                    <a:pos x="csX0" y="csY0"/>
                  </a:cxn>
                  <a:cxn ang="0">
                    <a:pos x="csX1" y="csY1"/>
                  </a:cxn>
                  <a:cxn ang="0">
                    <a:pos x="csX2" y="csY2"/>
                  </a:cxn>
                  <a:cxn ang="0">
                    <a:pos x="csX3" y="csY3"/>
                  </a:cxn>
                </a:cxnLst>
                <a:rect l="l" t="t" r="r" b="b"/>
                <a:pathLst>
                  <a:path w="108000" h="186000">
                    <a:moveTo>
                      <a:pt x="108000" y="30000"/>
                    </a:moveTo>
                    <a:lnTo>
                      <a:pt x="0" y="0"/>
                    </a:lnTo>
                    <a:lnTo>
                      <a:pt x="0" y="186000"/>
                    </a:lnTo>
                    <a:lnTo>
                      <a:pt x="83634" y="145782"/>
                    </a:lnTo>
                    <a:close/>
                  </a:path>
                </a:pathLst>
              </a:custGeom>
              <a:solidFill>
                <a:srgbClr val="505050"/>
              </a:solidFill>
              <a:ln w="5993" cap="flat">
                <a:noFill/>
                <a:prstDash val="solid"/>
                <a:miter/>
              </a:ln>
            </p:spPr>
            <p:txBody>
              <a:bodyPr/>
              <a:lstStyle/>
              <a:p>
                <a:endParaRPr lang="zh-CN" altLang="en-US"/>
              </a:p>
            </p:txBody>
          </p:sp>
          <p:grpSp>
            <p:nvGrpSpPr>
              <p:cNvPr id="125" name="图形 6" descr="校园餐盒，有三明治、果汁和水果">
                <a:extLst>
                  <a:ext uri="{FF2B5EF4-FFF2-40B4-BE49-F238E27FC236}">
                    <a16:creationId xmlns:a16="http://schemas.microsoft.com/office/drawing/2014/main" id="{A4A91DD6-C7B9-DB92-4499-B7E0034985A1}"/>
                  </a:ext>
                </a:extLst>
              </p:cNvPr>
              <p:cNvGrpSpPr/>
              <p:nvPr/>
            </p:nvGrpSpPr>
            <p:grpSpPr>
              <a:xfrm>
                <a:off x="4715725" y="4866317"/>
                <a:ext cx="167200" cy="420005"/>
                <a:chOff x="4715725" y="4866317"/>
                <a:chExt cx="167200" cy="420005"/>
              </a:xfrm>
              <a:solidFill>
                <a:srgbClr val="505050"/>
              </a:solidFill>
            </p:grpSpPr>
            <p:sp>
              <p:nvSpPr>
                <p:cNvPr id="126" name="任意多边形: 形状 125">
                  <a:extLst>
                    <a:ext uri="{FF2B5EF4-FFF2-40B4-BE49-F238E27FC236}">
                      <a16:creationId xmlns:a16="http://schemas.microsoft.com/office/drawing/2014/main" id="{BDC32005-1413-3084-0D55-94BE455EE57B}"/>
                    </a:ext>
                  </a:extLst>
                </p:cNvPr>
                <p:cNvSpPr/>
                <p:nvPr/>
              </p:nvSpPr>
              <p:spPr>
                <a:xfrm>
                  <a:off x="4715725" y="4866317"/>
                  <a:ext cx="48001" cy="48003"/>
                </a:xfrm>
                <a:custGeom>
                  <a:avLst/>
                  <a:gdLst>
                    <a:gd name="csX0" fmla="*/ 30309 w 48001"/>
                    <a:gd name="csY0" fmla="*/ 851 h 48003"/>
                    <a:gd name="csX1" fmla="*/ 849 w 48001"/>
                    <a:gd name="csY1" fmla="*/ 17693 h 48003"/>
                    <a:gd name="csX2" fmla="*/ 17691 w 48001"/>
                    <a:gd name="csY2" fmla="*/ 47153 h 48003"/>
                    <a:gd name="csX3" fmla="*/ 47151 w 48001"/>
                    <a:gd name="csY3" fmla="*/ 30311 h 48003"/>
                    <a:gd name="csX4" fmla="*/ 30309 w 48001"/>
                    <a:gd name="csY4" fmla="*/ 851 h 48003"/>
                  </a:gdLst>
                  <a:ahLst/>
                  <a:cxnLst>
                    <a:cxn ang="0">
                      <a:pos x="csX0" y="csY0"/>
                    </a:cxn>
                    <a:cxn ang="0">
                      <a:pos x="csX1" y="csY1"/>
                    </a:cxn>
                    <a:cxn ang="0">
                      <a:pos x="csX2" y="csY2"/>
                    </a:cxn>
                    <a:cxn ang="0">
                      <a:pos x="csX3" y="csY3"/>
                    </a:cxn>
                    <a:cxn ang="0">
                      <a:pos x="csX4" y="csY4"/>
                    </a:cxn>
                  </a:cxnLst>
                  <a:rect l="l" t="t" r="r" b="b"/>
                  <a:pathLst>
                    <a:path w="48001" h="48003">
                      <a:moveTo>
                        <a:pt x="30309" y="851"/>
                      </a:moveTo>
                      <a:cubicBezTo>
                        <a:pt x="17529" y="-2635"/>
                        <a:pt x="4335" y="4907"/>
                        <a:pt x="849" y="17693"/>
                      </a:cubicBezTo>
                      <a:cubicBezTo>
                        <a:pt x="-2631" y="30479"/>
                        <a:pt x="4905" y="43667"/>
                        <a:pt x="17691" y="47153"/>
                      </a:cubicBezTo>
                      <a:cubicBezTo>
                        <a:pt x="30471" y="50639"/>
                        <a:pt x="43665" y="43097"/>
                        <a:pt x="47151" y="30311"/>
                      </a:cubicBezTo>
                      <a:cubicBezTo>
                        <a:pt x="50637" y="17525"/>
                        <a:pt x="43095" y="4337"/>
                        <a:pt x="30309" y="851"/>
                      </a:cubicBezTo>
                      <a:close/>
                    </a:path>
                  </a:pathLst>
                </a:custGeom>
                <a:solidFill>
                  <a:srgbClr val="505050"/>
                </a:solidFill>
                <a:ln w="5993" cap="flat">
                  <a:noFill/>
                  <a:prstDash val="solid"/>
                  <a:miter/>
                </a:ln>
              </p:spPr>
              <p:txBody>
                <a:bodyPr/>
                <a:lstStyle/>
                <a:p>
                  <a:endParaRPr lang="zh-CN" altLang="en-US"/>
                </a:p>
              </p:txBody>
            </p:sp>
            <p:sp>
              <p:nvSpPr>
                <p:cNvPr id="127" name="任意多边形: 形状 126">
                  <a:extLst>
                    <a:ext uri="{FF2B5EF4-FFF2-40B4-BE49-F238E27FC236}">
                      <a16:creationId xmlns:a16="http://schemas.microsoft.com/office/drawing/2014/main" id="{4B8C141E-FD71-6E3D-E429-2D95D48D0316}"/>
                    </a:ext>
                  </a:extLst>
                </p:cNvPr>
                <p:cNvSpPr/>
                <p:nvPr/>
              </p:nvSpPr>
              <p:spPr>
                <a:xfrm>
                  <a:off x="4775726" y="5226320"/>
                  <a:ext cx="60000" cy="60002"/>
                </a:xfrm>
                <a:custGeom>
                  <a:avLst/>
                  <a:gdLst>
                    <a:gd name="csX0" fmla="*/ 37885 w 60000"/>
                    <a:gd name="csY0" fmla="*/ 1063 h 60002"/>
                    <a:gd name="csX1" fmla="*/ 1063 w 60000"/>
                    <a:gd name="csY1" fmla="*/ 22117 h 60002"/>
                    <a:gd name="csX2" fmla="*/ 22117 w 60000"/>
                    <a:gd name="csY2" fmla="*/ 58939 h 60002"/>
                    <a:gd name="csX3" fmla="*/ 58939 w 60000"/>
                    <a:gd name="csY3" fmla="*/ 37885 h 60002"/>
                    <a:gd name="csX4" fmla="*/ 37885 w 60000"/>
                    <a:gd name="csY4" fmla="*/ 1063 h 60002"/>
                  </a:gdLst>
                  <a:ahLst/>
                  <a:cxnLst>
                    <a:cxn ang="0">
                      <a:pos x="csX0" y="csY0"/>
                    </a:cxn>
                    <a:cxn ang="0">
                      <a:pos x="csX1" y="csY1"/>
                    </a:cxn>
                    <a:cxn ang="0">
                      <a:pos x="csX2" y="csY2"/>
                    </a:cxn>
                    <a:cxn ang="0">
                      <a:pos x="csX3" y="csY3"/>
                    </a:cxn>
                    <a:cxn ang="0">
                      <a:pos x="csX4" y="csY4"/>
                    </a:cxn>
                  </a:cxnLst>
                  <a:rect l="l" t="t" r="r" b="b"/>
                  <a:pathLst>
                    <a:path w="60000" h="60002">
                      <a:moveTo>
                        <a:pt x="37885" y="1063"/>
                      </a:moveTo>
                      <a:cubicBezTo>
                        <a:pt x="21907" y="-3293"/>
                        <a:pt x="5419" y="6133"/>
                        <a:pt x="1063" y="22117"/>
                      </a:cubicBezTo>
                      <a:cubicBezTo>
                        <a:pt x="-3293" y="38101"/>
                        <a:pt x="6133" y="54583"/>
                        <a:pt x="22117" y="58939"/>
                      </a:cubicBezTo>
                      <a:cubicBezTo>
                        <a:pt x="38095" y="63295"/>
                        <a:pt x="54583" y="53869"/>
                        <a:pt x="58939" y="37885"/>
                      </a:cubicBezTo>
                      <a:cubicBezTo>
                        <a:pt x="63289" y="21901"/>
                        <a:pt x="53869" y="5419"/>
                        <a:pt x="37885" y="1063"/>
                      </a:cubicBezTo>
                      <a:close/>
                    </a:path>
                  </a:pathLst>
                </a:custGeom>
                <a:solidFill>
                  <a:srgbClr val="505050"/>
                </a:solidFill>
                <a:ln w="5993" cap="flat">
                  <a:noFill/>
                  <a:prstDash val="solid"/>
                  <a:miter/>
                </a:ln>
              </p:spPr>
              <p:txBody>
                <a:bodyPr/>
                <a:lstStyle/>
                <a:p>
                  <a:endParaRPr lang="zh-CN" altLang="en-US"/>
                </a:p>
              </p:txBody>
            </p:sp>
            <p:sp>
              <p:nvSpPr>
                <p:cNvPr id="128" name="任意多边形: 形状 127">
                  <a:extLst>
                    <a:ext uri="{FF2B5EF4-FFF2-40B4-BE49-F238E27FC236}">
                      <a16:creationId xmlns:a16="http://schemas.microsoft.com/office/drawing/2014/main" id="{C75AF424-EA78-BB7A-35B3-39DC365E7A30}"/>
                    </a:ext>
                  </a:extLst>
                </p:cNvPr>
                <p:cNvSpPr/>
                <p:nvPr/>
              </p:nvSpPr>
              <p:spPr>
                <a:xfrm>
                  <a:off x="4810019" y="5096813"/>
                  <a:ext cx="72906" cy="109705"/>
                </a:xfrm>
                <a:custGeom>
                  <a:avLst/>
                  <a:gdLst>
                    <a:gd name="csX0" fmla="*/ 1943 w 72906"/>
                    <a:gd name="csY0" fmla="*/ 40433 h 109705"/>
                    <a:gd name="csX1" fmla="*/ 40433 w 72906"/>
                    <a:gd name="csY1" fmla="*/ 107765 h 109705"/>
                    <a:gd name="csX2" fmla="*/ 72617 w 72906"/>
                    <a:gd name="csY2" fmla="*/ 106733 h 109705"/>
                    <a:gd name="csX3" fmla="*/ 69269 w 72906"/>
                    <a:gd name="csY3" fmla="*/ 1943 h 109705"/>
                    <a:gd name="csX4" fmla="*/ 1943 w 72906"/>
                    <a:gd name="csY4" fmla="*/ 40433 h 109705"/>
                  </a:gdLst>
                  <a:ahLst/>
                  <a:cxnLst>
                    <a:cxn ang="0">
                      <a:pos x="csX0" y="csY0"/>
                    </a:cxn>
                    <a:cxn ang="0">
                      <a:pos x="csX1" y="csY1"/>
                    </a:cxn>
                    <a:cxn ang="0">
                      <a:pos x="csX2" y="csY2"/>
                    </a:cxn>
                    <a:cxn ang="0">
                      <a:pos x="csX3" y="csY3"/>
                    </a:cxn>
                    <a:cxn ang="0">
                      <a:pos x="csX4" y="csY4"/>
                    </a:cxn>
                  </a:cxnLst>
                  <a:rect l="l" t="t" r="r" b="b"/>
                  <a:pathLst>
                    <a:path w="72906" h="109705">
                      <a:moveTo>
                        <a:pt x="1943" y="40433"/>
                      </a:moveTo>
                      <a:cubicBezTo>
                        <a:pt x="-6019" y="69653"/>
                        <a:pt x="11213" y="99797"/>
                        <a:pt x="40433" y="107765"/>
                      </a:cubicBezTo>
                      <a:cubicBezTo>
                        <a:pt x="51449" y="110765"/>
                        <a:pt x="62585" y="110183"/>
                        <a:pt x="72617" y="106733"/>
                      </a:cubicBezTo>
                      <a:cubicBezTo>
                        <a:pt x="73499" y="71537"/>
                        <a:pt x="72365" y="36557"/>
                        <a:pt x="69269" y="1943"/>
                      </a:cubicBezTo>
                      <a:cubicBezTo>
                        <a:pt x="40049" y="-6019"/>
                        <a:pt x="9905" y="11213"/>
                        <a:pt x="1943" y="40433"/>
                      </a:cubicBezTo>
                      <a:close/>
                    </a:path>
                  </a:pathLst>
                </a:custGeom>
                <a:solidFill>
                  <a:srgbClr val="505050"/>
                </a:solidFill>
                <a:ln w="5993" cap="flat">
                  <a:noFill/>
                  <a:prstDash val="solid"/>
                  <a:miter/>
                </a:ln>
              </p:spPr>
              <p:txBody>
                <a:bodyPr/>
                <a:lstStyle/>
                <a:p>
                  <a:endParaRPr lang="zh-CN" altLang="en-US"/>
                </a:p>
              </p:txBody>
            </p:sp>
          </p:grpSp>
        </p:grpSp>
        <p:grpSp>
          <p:nvGrpSpPr>
            <p:cNvPr id="129" name="图形 6" descr="校园餐盒，有三明治、果汁和水果">
              <a:extLst>
                <a:ext uri="{FF2B5EF4-FFF2-40B4-BE49-F238E27FC236}">
                  <a16:creationId xmlns:a16="http://schemas.microsoft.com/office/drawing/2014/main" id="{3509C41F-151D-0163-1866-DA6F6786F041}"/>
                </a:ext>
              </a:extLst>
            </p:cNvPr>
            <p:cNvGrpSpPr/>
            <p:nvPr/>
          </p:nvGrpSpPr>
          <p:grpSpPr>
            <a:xfrm>
              <a:off x="1173999" y="4848004"/>
              <a:ext cx="1044000" cy="1044000"/>
              <a:chOff x="1173999" y="4848004"/>
              <a:chExt cx="1044000" cy="1044000"/>
            </a:xfrm>
          </p:grpSpPr>
          <p:sp>
            <p:nvSpPr>
              <p:cNvPr id="130" name="椭圆 129">
                <a:extLst>
                  <a:ext uri="{FF2B5EF4-FFF2-40B4-BE49-F238E27FC236}">
                    <a16:creationId xmlns:a16="http://schemas.microsoft.com/office/drawing/2014/main" id="{8F293D38-8BCE-B24D-6C0C-909BA4E2F4BE}"/>
                  </a:ext>
                </a:extLst>
              </p:cNvPr>
              <p:cNvSpPr/>
              <p:nvPr/>
            </p:nvSpPr>
            <p:spPr>
              <a:xfrm>
                <a:off x="1173999" y="4848004"/>
                <a:ext cx="1044000" cy="1044000"/>
              </a:xfrm>
              <a:prstGeom prst="ellipse">
                <a:avLst/>
              </a:prstGeom>
              <a:solidFill>
                <a:srgbClr val="00B050"/>
              </a:solidFill>
              <a:ln w="5993" cap="flat">
                <a:noFill/>
                <a:prstDash val="solid"/>
                <a:miter/>
              </a:ln>
            </p:spPr>
            <p:txBody>
              <a:bodyPr/>
              <a:lstStyle/>
              <a:p>
                <a:endParaRPr lang="zh-CN" altLang="en-US"/>
              </a:p>
            </p:txBody>
          </p:sp>
          <p:grpSp>
            <p:nvGrpSpPr>
              <p:cNvPr id="131" name="图形 6" descr="校园餐盒，有三明治、果汁和水果">
                <a:extLst>
                  <a:ext uri="{FF2B5EF4-FFF2-40B4-BE49-F238E27FC236}">
                    <a16:creationId xmlns:a16="http://schemas.microsoft.com/office/drawing/2014/main" id="{FD609C7D-53BC-55F8-FDA7-BD6BCD83A29A}"/>
                  </a:ext>
                </a:extLst>
              </p:cNvPr>
              <p:cNvGrpSpPr/>
              <p:nvPr/>
            </p:nvGrpSpPr>
            <p:grpSpPr>
              <a:xfrm>
                <a:off x="1743999" y="5064004"/>
                <a:ext cx="306000" cy="330000"/>
                <a:chOff x="1743999" y="5064004"/>
                <a:chExt cx="306000" cy="330000"/>
              </a:xfrm>
              <a:solidFill>
                <a:srgbClr val="FFFFFF"/>
              </a:solidFill>
            </p:grpSpPr>
            <p:sp>
              <p:nvSpPr>
                <p:cNvPr id="132" name="椭圆 131">
                  <a:extLst>
                    <a:ext uri="{FF2B5EF4-FFF2-40B4-BE49-F238E27FC236}">
                      <a16:creationId xmlns:a16="http://schemas.microsoft.com/office/drawing/2014/main" id="{B7C5D053-CCE8-2E6E-D032-A2572F8B0414}"/>
                    </a:ext>
                  </a:extLst>
                </p:cNvPr>
                <p:cNvSpPr/>
                <p:nvPr/>
              </p:nvSpPr>
              <p:spPr>
                <a:xfrm>
                  <a:off x="1953999" y="5358004"/>
                  <a:ext cx="36000" cy="36000"/>
                </a:xfrm>
                <a:prstGeom prst="ellipse">
                  <a:avLst/>
                </a:prstGeom>
                <a:solidFill>
                  <a:srgbClr val="FFFFFF"/>
                </a:solidFill>
                <a:ln w="5993" cap="flat">
                  <a:noFill/>
                  <a:prstDash val="solid"/>
                  <a:miter/>
                </a:ln>
              </p:spPr>
              <p:txBody>
                <a:bodyPr/>
                <a:lstStyle/>
                <a:p>
                  <a:endParaRPr lang="zh-CN" altLang="en-US"/>
                </a:p>
              </p:txBody>
            </p:sp>
            <p:sp>
              <p:nvSpPr>
                <p:cNvPr id="133" name="椭圆 132">
                  <a:extLst>
                    <a:ext uri="{FF2B5EF4-FFF2-40B4-BE49-F238E27FC236}">
                      <a16:creationId xmlns:a16="http://schemas.microsoft.com/office/drawing/2014/main" id="{3A51E43C-3417-D2C0-96C3-836402A7C53D}"/>
                    </a:ext>
                  </a:extLst>
                </p:cNvPr>
                <p:cNvSpPr/>
                <p:nvPr/>
              </p:nvSpPr>
              <p:spPr>
                <a:xfrm>
                  <a:off x="1863999" y="5064004"/>
                  <a:ext cx="36000" cy="36000"/>
                </a:xfrm>
                <a:prstGeom prst="ellipse">
                  <a:avLst/>
                </a:prstGeom>
                <a:solidFill>
                  <a:srgbClr val="FFFFFF"/>
                </a:solidFill>
                <a:ln w="5993" cap="flat">
                  <a:noFill/>
                  <a:prstDash val="solid"/>
                  <a:miter/>
                </a:ln>
              </p:spPr>
              <p:txBody>
                <a:bodyPr/>
                <a:lstStyle/>
                <a:p>
                  <a:endParaRPr lang="zh-CN" altLang="en-US"/>
                </a:p>
              </p:txBody>
            </p:sp>
            <p:sp>
              <p:nvSpPr>
                <p:cNvPr id="134" name="椭圆 133">
                  <a:extLst>
                    <a:ext uri="{FF2B5EF4-FFF2-40B4-BE49-F238E27FC236}">
                      <a16:creationId xmlns:a16="http://schemas.microsoft.com/office/drawing/2014/main" id="{48000FE7-33B5-1EE8-FB06-B34D4C0FE96E}"/>
                    </a:ext>
                  </a:extLst>
                </p:cNvPr>
                <p:cNvSpPr/>
                <p:nvPr/>
              </p:nvSpPr>
              <p:spPr>
                <a:xfrm>
                  <a:off x="1743999" y="5160004"/>
                  <a:ext cx="84000" cy="84000"/>
                </a:xfrm>
                <a:prstGeom prst="ellipse">
                  <a:avLst/>
                </a:prstGeom>
                <a:solidFill>
                  <a:srgbClr val="FFFFFF"/>
                </a:solidFill>
                <a:ln w="5993" cap="flat">
                  <a:noFill/>
                  <a:prstDash val="solid"/>
                  <a:miter/>
                </a:ln>
              </p:spPr>
              <p:txBody>
                <a:bodyPr/>
                <a:lstStyle/>
                <a:p>
                  <a:endParaRPr lang="zh-CN" altLang="en-US"/>
                </a:p>
              </p:txBody>
            </p:sp>
            <p:sp>
              <p:nvSpPr>
                <p:cNvPr id="135" name="椭圆 134">
                  <a:extLst>
                    <a:ext uri="{FF2B5EF4-FFF2-40B4-BE49-F238E27FC236}">
                      <a16:creationId xmlns:a16="http://schemas.microsoft.com/office/drawing/2014/main" id="{D967D024-A694-E9D4-FE21-12FD86981A6F}"/>
                    </a:ext>
                  </a:extLst>
                </p:cNvPr>
                <p:cNvSpPr/>
                <p:nvPr/>
              </p:nvSpPr>
              <p:spPr>
                <a:xfrm>
                  <a:off x="1845999" y="5268004"/>
                  <a:ext cx="84000" cy="84000"/>
                </a:xfrm>
                <a:prstGeom prst="ellipse">
                  <a:avLst/>
                </a:prstGeom>
                <a:solidFill>
                  <a:srgbClr val="FFFFFF"/>
                </a:solidFill>
                <a:ln w="5993" cap="flat">
                  <a:noFill/>
                  <a:prstDash val="solid"/>
                  <a:miter/>
                </a:ln>
              </p:spPr>
              <p:txBody>
                <a:bodyPr/>
                <a:lstStyle/>
                <a:p>
                  <a:endParaRPr lang="zh-CN" altLang="en-US"/>
                </a:p>
              </p:txBody>
            </p:sp>
            <p:sp>
              <p:nvSpPr>
                <p:cNvPr id="136" name="椭圆 135">
                  <a:extLst>
                    <a:ext uri="{FF2B5EF4-FFF2-40B4-BE49-F238E27FC236}">
                      <a16:creationId xmlns:a16="http://schemas.microsoft.com/office/drawing/2014/main" id="{9ADF46F7-3D2C-4424-A9E6-FA06E647D8B8}"/>
                    </a:ext>
                  </a:extLst>
                </p:cNvPr>
                <p:cNvSpPr/>
                <p:nvPr/>
              </p:nvSpPr>
              <p:spPr>
                <a:xfrm>
                  <a:off x="1923999" y="5154004"/>
                  <a:ext cx="126000" cy="126000"/>
                </a:xfrm>
                <a:prstGeom prst="ellipse">
                  <a:avLst/>
                </a:prstGeom>
                <a:solidFill>
                  <a:srgbClr val="FFFFFF"/>
                </a:solidFill>
                <a:ln w="5993" cap="flat">
                  <a:noFill/>
                  <a:prstDash val="solid"/>
                  <a:miter/>
                </a:ln>
              </p:spPr>
              <p:txBody>
                <a:bodyPr/>
                <a:lstStyle/>
                <a:p>
                  <a:endParaRPr lang="zh-CN" altLang="en-US"/>
                </a:p>
              </p:txBody>
            </p:sp>
          </p:grpSp>
        </p:grpSp>
        <p:grpSp>
          <p:nvGrpSpPr>
            <p:cNvPr id="137" name="图形 6" descr="校园餐盒，有三明治、果汁和水果">
              <a:extLst>
                <a:ext uri="{FF2B5EF4-FFF2-40B4-BE49-F238E27FC236}">
                  <a16:creationId xmlns:a16="http://schemas.microsoft.com/office/drawing/2014/main" id="{36F40B84-2F0C-49B0-3FAC-524EFD77B689}"/>
                </a:ext>
              </a:extLst>
            </p:cNvPr>
            <p:cNvGrpSpPr/>
            <p:nvPr/>
          </p:nvGrpSpPr>
          <p:grpSpPr>
            <a:xfrm>
              <a:off x="1881999" y="5128443"/>
              <a:ext cx="788437" cy="788463"/>
              <a:chOff x="1881999" y="5128443"/>
              <a:chExt cx="788437" cy="788463"/>
            </a:xfrm>
          </p:grpSpPr>
          <p:sp>
            <p:nvSpPr>
              <p:cNvPr id="138" name="任意多边形: 形状 137">
                <a:extLst>
                  <a:ext uri="{FF2B5EF4-FFF2-40B4-BE49-F238E27FC236}">
                    <a16:creationId xmlns:a16="http://schemas.microsoft.com/office/drawing/2014/main" id="{729A1C56-41B7-478F-0755-E27058620AB1}"/>
                  </a:ext>
                </a:extLst>
              </p:cNvPr>
              <p:cNvSpPr/>
              <p:nvPr/>
            </p:nvSpPr>
            <p:spPr>
              <a:xfrm>
                <a:off x="1881999" y="5128443"/>
                <a:ext cx="788437" cy="788463"/>
              </a:xfrm>
              <a:custGeom>
                <a:avLst/>
                <a:gdLst>
                  <a:gd name="csX0" fmla="*/ 653154 w 788437"/>
                  <a:gd name="csY0" fmla="*/ 0 h 788463"/>
                  <a:gd name="csX1" fmla="*/ 653172 w 788437"/>
                  <a:gd name="csY1" fmla="*/ 653184 h 788463"/>
                  <a:gd name="csX2" fmla="*/ 0 w 788437"/>
                  <a:gd name="csY2" fmla="*/ 653184 h 788463"/>
                  <a:gd name="csX3" fmla="*/ 57186 w 788437"/>
                  <a:gd name="csY3" fmla="*/ 595998 h 788463"/>
                  <a:gd name="csX4" fmla="*/ 368160 w 788437"/>
                  <a:gd name="csY4" fmla="*/ 363072 h 788463"/>
                  <a:gd name="csX5" fmla="*/ 599424 w 788437"/>
                  <a:gd name="csY5" fmla="*/ 53730 h 788463"/>
                  <a:gd name="csX6" fmla="*/ 653154 w 788437"/>
                  <a:gd name="csY6" fmla="*/ 0 h 7884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88437" h="788463">
                    <a:moveTo>
                      <a:pt x="653154" y="0"/>
                    </a:moveTo>
                    <a:cubicBezTo>
                      <a:pt x="833526" y="180372"/>
                      <a:pt x="833532" y="472812"/>
                      <a:pt x="653172" y="653184"/>
                    </a:cubicBezTo>
                    <a:cubicBezTo>
                      <a:pt x="472812" y="833556"/>
                      <a:pt x="180378" y="833556"/>
                      <a:pt x="0" y="653184"/>
                    </a:cubicBezTo>
                    <a:lnTo>
                      <a:pt x="57186" y="595998"/>
                    </a:lnTo>
                    <a:cubicBezTo>
                      <a:pt x="57186" y="595998"/>
                      <a:pt x="125160" y="606072"/>
                      <a:pt x="368160" y="363072"/>
                    </a:cubicBezTo>
                    <a:cubicBezTo>
                      <a:pt x="603960" y="127272"/>
                      <a:pt x="599424" y="53730"/>
                      <a:pt x="599424" y="53730"/>
                    </a:cubicBezTo>
                    <a:lnTo>
                      <a:pt x="653154" y="0"/>
                    </a:lnTo>
                    <a:close/>
                  </a:path>
                </a:pathLst>
              </a:custGeom>
              <a:solidFill>
                <a:srgbClr val="FFC000"/>
              </a:solidFill>
              <a:ln w="5993" cap="flat">
                <a:noFill/>
                <a:prstDash val="solid"/>
                <a:miter/>
              </a:ln>
            </p:spPr>
            <p:txBody>
              <a:bodyPr/>
              <a:lstStyle/>
              <a:p>
                <a:endParaRPr lang="zh-CN" altLang="en-US"/>
              </a:p>
            </p:txBody>
          </p:sp>
          <p:sp>
            <p:nvSpPr>
              <p:cNvPr id="139" name="任意多边形: 形状 138">
                <a:extLst>
                  <a:ext uri="{FF2B5EF4-FFF2-40B4-BE49-F238E27FC236}">
                    <a16:creationId xmlns:a16="http://schemas.microsoft.com/office/drawing/2014/main" id="{04EC6489-9F88-9C09-9350-54E1D6E3E53E}"/>
                  </a:ext>
                </a:extLst>
              </p:cNvPr>
              <p:cNvSpPr/>
              <p:nvPr/>
            </p:nvSpPr>
            <p:spPr>
              <a:xfrm>
                <a:off x="1938663" y="5181484"/>
                <a:ext cx="655980" cy="655998"/>
              </a:xfrm>
              <a:custGeom>
                <a:avLst/>
                <a:gdLst>
                  <a:gd name="csX0" fmla="*/ 543420 w 655980"/>
                  <a:gd name="csY0" fmla="*/ 0 h 655998"/>
                  <a:gd name="csX1" fmla="*/ 543438 w 655980"/>
                  <a:gd name="csY1" fmla="*/ 543450 h 655998"/>
                  <a:gd name="csX2" fmla="*/ 0 w 655980"/>
                  <a:gd name="csY2" fmla="*/ 543444 h 655998"/>
                  <a:gd name="csX3" fmla="*/ 543420 w 655980"/>
                  <a:gd name="csY3" fmla="*/ 0 h 655998"/>
                </a:gdLst>
                <a:ahLst/>
                <a:cxnLst>
                  <a:cxn ang="0">
                    <a:pos x="csX0" y="csY0"/>
                  </a:cxn>
                  <a:cxn ang="0">
                    <a:pos x="csX1" y="csY1"/>
                  </a:cxn>
                  <a:cxn ang="0">
                    <a:pos x="csX2" y="csY2"/>
                  </a:cxn>
                  <a:cxn ang="0">
                    <a:pos x="csX3" y="csY3"/>
                  </a:cxn>
                </a:cxnLst>
                <a:rect l="l" t="t" r="r" b="b"/>
                <a:pathLst>
                  <a:path w="655980" h="655998">
                    <a:moveTo>
                      <a:pt x="543420" y="0"/>
                    </a:moveTo>
                    <a:cubicBezTo>
                      <a:pt x="693492" y="150072"/>
                      <a:pt x="693504" y="393384"/>
                      <a:pt x="543438" y="543450"/>
                    </a:cubicBezTo>
                    <a:cubicBezTo>
                      <a:pt x="393378" y="693516"/>
                      <a:pt x="150072" y="693516"/>
                      <a:pt x="0" y="543444"/>
                    </a:cubicBezTo>
                    <a:lnTo>
                      <a:pt x="543420" y="0"/>
                    </a:lnTo>
                    <a:close/>
                  </a:path>
                </a:pathLst>
              </a:custGeom>
              <a:solidFill>
                <a:srgbClr val="FFFFFF"/>
              </a:solidFill>
              <a:ln w="5993" cap="flat">
                <a:noFill/>
                <a:prstDash val="solid"/>
                <a:miter/>
              </a:ln>
            </p:spPr>
            <p:txBody>
              <a:bodyPr/>
              <a:lstStyle/>
              <a:p>
                <a:endParaRPr lang="zh-CN" altLang="en-US"/>
              </a:p>
            </p:txBody>
          </p:sp>
          <p:sp>
            <p:nvSpPr>
              <p:cNvPr id="140" name="任意多边形: 形状 139">
                <a:extLst>
                  <a:ext uri="{FF2B5EF4-FFF2-40B4-BE49-F238E27FC236}">
                    <a16:creationId xmlns:a16="http://schemas.microsoft.com/office/drawing/2014/main" id="{E287D667-4056-2C51-78CD-A0C16C1D2B81}"/>
                  </a:ext>
                </a:extLst>
              </p:cNvPr>
              <p:cNvSpPr/>
              <p:nvPr/>
            </p:nvSpPr>
            <p:spPr>
              <a:xfrm>
                <a:off x="1988981" y="5515803"/>
                <a:ext cx="208474" cy="274248"/>
              </a:xfrm>
              <a:custGeom>
                <a:avLst/>
                <a:gdLst>
                  <a:gd name="csX0" fmla="*/ 183094 w 208474"/>
                  <a:gd name="csY0" fmla="*/ 274248 h 274248"/>
                  <a:gd name="csX1" fmla="*/ 208474 w 208474"/>
                  <a:gd name="csY1" fmla="*/ 248580 h 274248"/>
                  <a:gd name="csX2" fmla="*/ 208474 w 208474"/>
                  <a:gd name="csY2" fmla="*/ 25644 h 274248"/>
                  <a:gd name="csX3" fmla="*/ 200584 w 208474"/>
                  <a:gd name="csY3" fmla="*/ 7086 h 274248"/>
                  <a:gd name="csX4" fmla="*/ 182644 w 208474"/>
                  <a:gd name="csY4" fmla="*/ 0 h 274248"/>
                  <a:gd name="csX5" fmla="*/ 164806 w 208474"/>
                  <a:gd name="csY5" fmla="*/ 7566 h 274248"/>
                  <a:gd name="csX6" fmla="*/ 7498 w 208474"/>
                  <a:gd name="csY6" fmla="*/ 164964 h 274248"/>
                  <a:gd name="csX7" fmla="*/ 40 w 208474"/>
                  <a:gd name="csY7" fmla="*/ 184536 h 274248"/>
                  <a:gd name="csX8" fmla="*/ 9598 w 208474"/>
                  <a:gd name="csY8" fmla="*/ 203112 h 274248"/>
                  <a:gd name="csX9" fmla="*/ 180130 w 208474"/>
                  <a:gd name="csY9" fmla="*/ 274080 h 274248"/>
                  <a:gd name="csX10" fmla="*/ 183094 w 208474"/>
                  <a:gd name="csY10" fmla="*/ 274248 h 274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08474" h="274248">
                    <a:moveTo>
                      <a:pt x="183094" y="274248"/>
                    </a:moveTo>
                    <a:cubicBezTo>
                      <a:pt x="197092" y="274248"/>
                      <a:pt x="208474" y="262734"/>
                      <a:pt x="208474" y="248580"/>
                    </a:cubicBezTo>
                    <a:lnTo>
                      <a:pt x="208474" y="25644"/>
                    </a:lnTo>
                    <a:cubicBezTo>
                      <a:pt x="208474" y="16392"/>
                      <a:pt x="204184" y="10446"/>
                      <a:pt x="200584" y="7086"/>
                    </a:cubicBezTo>
                    <a:cubicBezTo>
                      <a:pt x="195760" y="2586"/>
                      <a:pt x="189226" y="0"/>
                      <a:pt x="182644" y="0"/>
                    </a:cubicBezTo>
                    <a:cubicBezTo>
                      <a:pt x="177958" y="0"/>
                      <a:pt x="171058" y="1314"/>
                      <a:pt x="164806" y="7566"/>
                    </a:cubicBezTo>
                    <a:lnTo>
                      <a:pt x="7498" y="164964"/>
                    </a:lnTo>
                    <a:cubicBezTo>
                      <a:pt x="2350" y="170112"/>
                      <a:pt x="-368" y="177246"/>
                      <a:pt x="40" y="184536"/>
                    </a:cubicBezTo>
                    <a:cubicBezTo>
                      <a:pt x="448" y="191916"/>
                      <a:pt x="3844" y="198516"/>
                      <a:pt x="9598" y="203112"/>
                    </a:cubicBezTo>
                    <a:cubicBezTo>
                      <a:pt x="58564" y="242256"/>
                      <a:pt x="117532" y="266796"/>
                      <a:pt x="180130" y="274080"/>
                    </a:cubicBezTo>
                    <a:cubicBezTo>
                      <a:pt x="181126" y="274194"/>
                      <a:pt x="182116" y="274248"/>
                      <a:pt x="183094" y="274248"/>
                    </a:cubicBezTo>
                    <a:close/>
                  </a:path>
                </a:pathLst>
              </a:custGeom>
              <a:solidFill>
                <a:srgbClr val="E6E6E6"/>
              </a:solidFill>
              <a:ln w="5993" cap="flat">
                <a:noFill/>
                <a:prstDash val="solid"/>
                <a:miter/>
              </a:ln>
            </p:spPr>
            <p:txBody>
              <a:bodyPr/>
              <a:lstStyle/>
              <a:p>
                <a:endParaRPr lang="zh-CN" altLang="en-US"/>
              </a:p>
            </p:txBody>
          </p:sp>
          <p:sp>
            <p:nvSpPr>
              <p:cNvPr id="141" name="任意多边形: 形状 140">
                <a:extLst>
                  <a:ext uri="{FF2B5EF4-FFF2-40B4-BE49-F238E27FC236}">
                    <a16:creationId xmlns:a16="http://schemas.microsoft.com/office/drawing/2014/main" id="{ADEE51CF-8490-5573-72F4-882911577F85}"/>
                  </a:ext>
                </a:extLst>
              </p:cNvPr>
              <p:cNvSpPr/>
              <p:nvPr/>
            </p:nvSpPr>
            <p:spPr>
              <a:xfrm>
                <a:off x="2215936" y="5515768"/>
                <a:ext cx="210135" cy="274686"/>
              </a:xfrm>
              <a:custGeom>
                <a:avLst/>
                <a:gdLst>
                  <a:gd name="csX0" fmla="*/ 202626 w 210135"/>
                  <a:gd name="csY0" fmla="*/ 166530 h 274686"/>
                  <a:gd name="csX1" fmla="*/ 43656 w 210135"/>
                  <a:gd name="csY1" fmla="*/ 7560 h 274686"/>
                  <a:gd name="csX2" fmla="*/ 25824 w 210135"/>
                  <a:gd name="csY2" fmla="*/ 0 h 274686"/>
                  <a:gd name="csX3" fmla="*/ 0 w 210135"/>
                  <a:gd name="csY3" fmla="*/ 25644 h 274686"/>
                  <a:gd name="csX4" fmla="*/ 0 w 210135"/>
                  <a:gd name="csY4" fmla="*/ 249018 h 274686"/>
                  <a:gd name="csX5" fmla="*/ 7530 w 210135"/>
                  <a:gd name="csY5" fmla="*/ 267204 h 274686"/>
                  <a:gd name="csX6" fmla="*/ 25416 w 210135"/>
                  <a:gd name="csY6" fmla="*/ 274686 h 274686"/>
                  <a:gd name="csX7" fmla="*/ 28098 w 210135"/>
                  <a:gd name="csY7" fmla="*/ 274542 h 274686"/>
                  <a:gd name="csX8" fmla="*/ 200364 w 210135"/>
                  <a:gd name="csY8" fmla="*/ 204816 h 274686"/>
                  <a:gd name="csX9" fmla="*/ 210090 w 210135"/>
                  <a:gd name="csY9" fmla="*/ 186228 h 274686"/>
                  <a:gd name="csX10" fmla="*/ 202626 w 210135"/>
                  <a:gd name="csY10" fmla="*/ 166530 h 2746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0135" h="274686">
                    <a:moveTo>
                      <a:pt x="202626" y="166530"/>
                    </a:moveTo>
                    <a:lnTo>
                      <a:pt x="43656" y="7560"/>
                    </a:lnTo>
                    <a:cubicBezTo>
                      <a:pt x="37410" y="1314"/>
                      <a:pt x="30510" y="0"/>
                      <a:pt x="25824" y="0"/>
                    </a:cubicBezTo>
                    <a:cubicBezTo>
                      <a:pt x="13128" y="0"/>
                      <a:pt x="0" y="9594"/>
                      <a:pt x="0" y="25644"/>
                    </a:cubicBezTo>
                    <a:lnTo>
                      <a:pt x="0" y="249018"/>
                    </a:lnTo>
                    <a:cubicBezTo>
                      <a:pt x="0" y="255882"/>
                      <a:pt x="2676" y="262344"/>
                      <a:pt x="7530" y="267204"/>
                    </a:cubicBezTo>
                    <a:cubicBezTo>
                      <a:pt x="12348" y="272028"/>
                      <a:pt x="18702" y="274686"/>
                      <a:pt x="25416" y="274686"/>
                    </a:cubicBezTo>
                    <a:cubicBezTo>
                      <a:pt x="26304" y="274686"/>
                      <a:pt x="27198" y="274638"/>
                      <a:pt x="28098" y="274542"/>
                    </a:cubicBezTo>
                    <a:cubicBezTo>
                      <a:pt x="91092" y="267912"/>
                      <a:pt x="150660" y="243804"/>
                      <a:pt x="200364" y="204816"/>
                    </a:cubicBezTo>
                    <a:cubicBezTo>
                      <a:pt x="206106" y="200316"/>
                      <a:pt x="209646" y="193536"/>
                      <a:pt x="210090" y="186228"/>
                    </a:cubicBezTo>
                    <a:cubicBezTo>
                      <a:pt x="210528" y="178890"/>
                      <a:pt x="207810" y="171714"/>
                      <a:pt x="202626" y="166530"/>
                    </a:cubicBezTo>
                    <a:close/>
                  </a:path>
                </a:pathLst>
              </a:custGeom>
              <a:solidFill>
                <a:srgbClr val="F2F2F2"/>
              </a:solidFill>
              <a:ln w="5993" cap="flat">
                <a:noFill/>
                <a:prstDash val="solid"/>
                <a:miter/>
              </a:ln>
            </p:spPr>
            <p:txBody>
              <a:bodyPr/>
              <a:lstStyle/>
              <a:p>
                <a:endParaRPr lang="zh-CN" altLang="en-US"/>
              </a:p>
            </p:txBody>
          </p:sp>
          <p:sp>
            <p:nvSpPr>
              <p:cNvPr id="142" name="任意多边形: 形状 141">
                <a:extLst>
                  <a:ext uri="{FF2B5EF4-FFF2-40B4-BE49-F238E27FC236}">
                    <a16:creationId xmlns:a16="http://schemas.microsoft.com/office/drawing/2014/main" id="{C40A2CB5-1B06-D624-1FC7-C2735A5F3F03}"/>
                  </a:ext>
                </a:extLst>
              </p:cNvPr>
              <p:cNvSpPr/>
              <p:nvPr/>
            </p:nvSpPr>
            <p:spPr>
              <a:xfrm>
                <a:off x="2265021" y="5235130"/>
                <a:ext cx="279006" cy="213000"/>
              </a:xfrm>
              <a:custGeom>
                <a:avLst/>
                <a:gdLst>
                  <a:gd name="csX0" fmla="*/ 187243 w 279006"/>
                  <a:gd name="csY0" fmla="*/ 0 h 213000"/>
                  <a:gd name="csX1" fmla="*/ 169009 w 279006"/>
                  <a:gd name="csY1" fmla="*/ 7560 h 213000"/>
                  <a:gd name="csX2" fmla="*/ 7513 w 279006"/>
                  <a:gd name="csY2" fmla="*/ 169362 h 213000"/>
                  <a:gd name="csX3" fmla="*/ 1993 w 279006"/>
                  <a:gd name="csY3" fmla="*/ 197226 h 213000"/>
                  <a:gd name="csX4" fmla="*/ 25615 w 279006"/>
                  <a:gd name="csY4" fmla="*/ 213000 h 213000"/>
                  <a:gd name="csX5" fmla="*/ 253339 w 279006"/>
                  <a:gd name="csY5" fmla="*/ 213000 h 213000"/>
                  <a:gd name="csX6" fmla="*/ 272443 w 279006"/>
                  <a:gd name="csY6" fmla="*/ 204492 h 213000"/>
                  <a:gd name="csX7" fmla="*/ 278869 w 279006"/>
                  <a:gd name="csY7" fmla="*/ 184890 h 213000"/>
                  <a:gd name="csX8" fmla="*/ 206959 w 279006"/>
                  <a:gd name="csY8" fmla="*/ 9390 h 213000"/>
                  <a:gd name="csX9" fmla="*/ 187243 w 279006"/>
                  <a:gd name="csY9" fmla="*/ 0 h 213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9006" h="213000">
                    <a:moveTo>
                      <a:pt x="187243" y="0"/>
                    </a:moveTo>
                    <a:cubicBezTo>
                      <a:pt x="180349" y="0"/>
                      <a:pt x="173869" y="2682"/>
                      <a:pt x="169009" y="7560"/>
                    </a:cubicBezTo>
                    <a:lnTo>
                      <a:pt x="7513" y="169362"/>
                    </a:lnTo>
                    <a:cubicBezTo>
                      <a:pt x="-1385" y="178272"/>
                      <a:pt x="-1175" y="189600"/>
                      <a:pt x="1993" y="197226"/>
                    </a:cubicBezTo>
                    <a:cubicBezTo>
                      <a:pt x="5161" y="204852"/>
                      <a:pt x="13021" y="213000"/>
                      <a:pt x="25615" y="213000"/>
                    </a:cubicBezTo>
                    <a:lnTo>
                      <a:pt x="253339" y="213000"/>
                    </a:lnTo>
                    <a:cubicBezTo>
                      <a:pt x="260605" y="213000"/>
                      <a:pt x="267571" y="209898"/>
                      <a:pt x="272443" y="204492"/>
                    </a:cubicBezTo>
                    <a:cubicBezTo>
                      <a:pt x="277333" y="199068"/>
                      <a:pt x="279613" y="192108"/>
                      <a:pt x="278869" y="184890"/>
                    </a:cubicBezTo>
                    <a:cubicBezTo>
                      <a:pt x="272191" y="120456"/>
                      <a:pt x="247327" y="59772"/>
                      <a:pt x="206959" y="9390"/>
                    </a:cubicBezTo>
                    <a:cubicBezTo>
                      <a:pt x="202171" y="3426"/>
                      <a:pt x="194983" y="0"/>
                      <a:pt x="187243" y="0"/>
                    </a:cubicBezTo>
                    <a:close/>
                  </a:path>
                </a:pathLst>
              </a:custGeom>
              <a:solidFill>
                <a:srgbClr val="F2F2F2"/>
              </a:solidFill>
              <a:ln w="5993" cap="flat">
                <a:noFill/>
                <a:prstDash val="solid"/>
                <a:miter/>
              </a:ln>
            </p:spPr>
            <p:txBody>
              <a:bodyPr/>
              <a:lstStyle/>
              <a:p>
                <a:endParaRPr lang="zh-CN" altLang="en-US"/>
              </a:p>
            </p:txBody>
          </p:sp>
          <p:sp>
            <p:nvSpPr>
              <p:cNvPr id="143" name="任意多边形: 形状 142">
                <a:extLst>
                  <a:ext uri="{FF2B5EF4-FFF2-40B4-BE49-F238E27FC236}">
                    <a16:creationId xmlns:a16="http://schemas.microsoft.com/office/drawing/2014/main" id="{741FB1C5-3D77-664E-0551-DB3A79B40834}"/>
                  </a:ext>
                </a:extLst>
              </p:cNvPr>
              <p:cNvSpPr/>
              <p:nvPr/>
            </p:nvSpPr>
            <p:spPr>
              <a:xfrm>
                <a:off x="2265130" y="5466610"/>
                <a:ext cx="278382" cy="210683"/>
              </a:xfrm>
              <a:custGeom>
                <a:avLst/>
                <a:gdLst>
                  <a:gd name="csX0" fmla="*/ 252708 w 278382"/>
                  <a:gd name="csY0" fmla="*/ 0 h 210683"/>
                  <a:gd name="csX1" fmla="*/ 25614 w 278382"/>
                  <a:gd name="csY1" fmla="*/ 0 h 210683"/>
                  <a:gd name="csX2" fmla="*/ 1986 w 278382"/>
                  <a:gd name="csY2" fmla="*/ 15786 h 210683"/>
                  <a:gd name="csX3" fmla="*/ 7530 w 278382"/>
                  <a:gd name="csY3" fmla="*/ 43656 h 210683"/>
                  <a:gd name="csX4" fmla="*/ 167028 w 278382"/>
                  <a:gd name="csY4" fmla="*/ 203148 h 210683"/>
                  <a:gd name="csX5" fmla="*/ 185244 w 278382"/>
                  <a:gd name="csY5" fmla="*/ 210684 h 210683"/>
                  <a:gd name="csX6" fmla="*/ 204810 w 278382"/>
                  <a:gd name="csY6" fmla="*/ 201468 h 210683"/>
                  <a:gd name="csX7" fmla="*/ 278202 w 278382"/>
                  <a:gd name="csY7" fmla="*/ 28404 h 210683"/>
                  <a:gd name="csX8" fmla="*/ 271962 w 278382"/>
                  <a:gd name="csY8" fmla="*/ 8646 h 210683"/>
                  <a:gd name="csX9" fmla="*/ 252708 w 278382"/>
                  <a:gd name="csY9" fmla="*/ 0 h 210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8382" h="210683">
                    <a:moveTo>
                      <a:pt x="252708" y="0"/>
                    </a:moveTo>
                    <a:lnTo>
                      <a:pt x="25614" y="0"/>
                    </a:lnTo>
                    <a:cubicBezTo>
                      <a:pt x="13014" y="0"/>
                      <a:pt x="5148" y="8154"/>
                      <a:pt x="1986" y="15786"/>
                    </a:cubicBezTo>
                    <a:cubicBezTo>
                      <a:pt x="-1176" y="23418"/>
                      <a:pt x="-1380" y="34746"/>
                      <a:pt x="7530" y="43656"/>
                    </a:cubicBezTo>
                    <a:lnTo>
                      <a:pt x="167028" y="203148"/>
                    </a:lnTo>
                    <a:cubicBezTo>
                      <a:pt x="171888" y="208008"/>
                      <a:pt x="178356" y="210684"/>
                      <a:pt x="185244" y="210684"/>
                    </a:cubicBezTo>
                    <a:cubicBezTo>
                      <a:pt x="192894" y="210684"/>
                      <a:pt x="200028" y="207324"/>
                      <a:pt x="204810" y="201468"/>
                    </a:cubicBezTo>
                    <a:cubicBezTo>
                      <a:pt x="245274" y="151944"/>
                      <a:pt x="270648" y="92100"/>
                      <a:pt x="278202" y="28404"/>
                    </a:cubicBezTo>
                    <a:cubicBezTo>
                      <a:pt x="279060" y="21162"/>
                      <a:pt x="276846" y="14148"/>
                      <a:pt x="271962" y="8646"/>
                    </a:cubicBezTo>
                    <a:cubicBezTo>
                      <a:pt x="267072" y="3150"/>
                      <a:pt x="260052" y="0"/>
                      <a:pt x="252708" y="0"/>
                    </a:cubicBezTo>
                    <a:close/>
                  </a:path>
                </a:pathLst>
              </a:custGeom>
              <a:solidFill>
                <a:srgbClr val="E6E6E6"/>
              </a:solidFill>
              <a:ln w="5993" cap="flat">
                <a:noFill/>
                <a:prstDash val="solid"/>
                <a:miter/>
              </a:ln>
            </p:spPr>
            <p:txBody>
              <a:bodyPr/>
              <a:lstStyle/>
              <a:p>
                <a:endParaRPr lang="zh-CN" altLang="en-US"/>
              </a:p>
            </p:txBody>
          </p:sp>
          <p:sp>
            <p:nvSpPr>
              <p:cNvPr id="144" name="任意多边形: 形状 143">
                <a:extLst>
                  <a:ext uri="{FF2B5EF4-FFF2-40B4-BE49-F238E27FC236}">
                    <a16:creationId xmlns:a16="http://schemas.microsoft.com/office/drawing/2014/main" id="{8CBAD7F1-1E30-7A2C-AED4-EB4E33BE67DC}"/>
                  </a:ext>
                </a:extLst>
              </p:cNvPr>
              <p:cNvSpPr/>
              <p:nvPr/>
            </p:nvSpPr>
            <p:spPr>
              <a:xfrm>
                <a:off x="2301483" y="5366060"/>
                <a:ext cx="76840" cy="55774"/>
              </a:xfrm>
              <a:custGeom>
                <a:avLst/>
                <a:gdLst>
                  <a:gd name="csX0" fmla="*/ 61974 w 76840"/>
                  <a:gd name="csY0" fmla="*/ 52286 h 55774"/>
                  <a:gd name="csX1" fmla="*/ 0 w 76840"/>
                  <a:gd name="csY1" fmla="*/ 53444 h 55774"/>
                  <a:gd name="csX2" fmla="*/ 36258 w 76840"/>
                  <a:gd name="csY2" fmla="*/ 3170 h 55774"/>
                  <a:gd name="csX3" fmla="*/ 73674 w 76840"/>
                  <a:gd name="csY3" fmla="*/ 14870 h 55774"/>
                  <a:gd name="csX4" fmla="*/ 61974 w 76840"/>
                  <a:gd name="csY4" fmla="*/ 52286 h 55774"/>
                </a:gdLst>
                <a:ahLst/>
                <a:cxnLst>
                  <a:cxn ang="0">
                    <a:pos x="csX0" y="csY0"/>
                  </a:cxn>
                  <a:cxn ang="0">
                    <a:pos x="csX1" y="csY1"/>
                  </a:cxn>
                  <a:cxn ang="0">
                    <a:pos x="csX2" y="csY2"/>
                  </a:cxn>
                  <a:cxn ang="0">
                    <a:pos x="csX3" y="csY3"/>
                  </a:cxn>
                  <a:cxn ang="0">
                    <a:pos x="csX4" y="csY4"/>
                  </a:cxn>
                </a:cxnLst>
                <a:rect l="l" t="t" r="r" b="b"/>
                <a:pathLst>
                  <a:path w="76840" h="55774">
                    <a:moveTo>
                      <a:pt x="61974" y="52286"/>
                    </a:moveTo>
                    <a:cubicBezTo>
                      <a:pt x="48414" y="59390"/>
                      <a:pt x="0" y="53444"/>
                      <a:pt x="0" y="53444"/>
                    </a:cubicBezTo>
                    <a:cubicBezTo>
                      <a:pt x="0" y="53444"/>
                      <a:pt x="22692" y="10268"/>
                      <a:pt x="36258" y="3170"/>
                    </a:cubicBezTo>
                    <a:cubicBezTo>
                      <a:pt x="49818" y="-3934"/>
                      <a:pt x="66576" y="1304"/>
                      <a:pt x="73674" y="14870"/>
                    </a:cubicBezTo>
                    <a:cubicBezTo>
                      <a:pt x="80772" y="28436"/>
                      <a:pt x="75534" y="45188"/>
                      <a:pt x="61974" y="52286"/>
                    </a:cubicBezTo>
                    <a:close/>
                  </a:path>
                </a:pathLst>
              </a:custGeom>
              <a:solidFill>
                <a:srgbClr val="D2D2D2"/>
              </a:solidFill>
              <a:ln w="5993" cap="flat">
                <a:noFill/>
                <a:prstDash val="solid"/>
                <a:miter/>
              </a:ln>
            </p:spPr>
            <p:txBody>
              <a:bodyPr/>
              <a:lstStyle/>
              <a:p>
                <a:endParaRPr lang="zh-CN" altLang="en-US"/>
              </a:p>
            </p:txBody>
          </p:sp>
          <p:sp>
            <p:nvSpPr>
              <p:cNvPr id="145" name="任意多边形: 形状 144">
                <a:extLst>
                  <a:ext uri="{FF2B5EF4-FFF2-40B4-BE49-F238E27FC236}">
                    <a16:creationId xmlns:a16="http://schemas.microsoft.com/office/drawing/2014/main" id="{01F836F6-7A5A-E012-5EFC-E6DF53C1235C}"/>
                  </a:ext>
                </a:extLst>
              </p:cNvPr>
              <p:cNvSpPr/>
              <p:nvPr/>
            </p:nvSpPr>
            <p:spPr>
              <a:xfrm>
                <a:off x="2118726" y="5545456"/>
                <a:ext cx="55457" cy="77602"/>
              </a:xfrm>
              <a:custGeom>
                <a:avLst/>
                <a:gdLst>
                  <a:gd name="csX0" fmla="*/ 2788 w 55457"/>
                  <a:gd name="csY0" fmla="*/ 37776 h 77602"/>
                  <a:gd name="csX1" fmla="*/ 51934 w 55457"/>
                  <a:gd name="csY1" fmla="*/ 0 h 77602"/>
                  <a:gd name="csX2" fmla="*/ 52666 w 55457"/>
                  <a:gd name="csY2" fmla="*/ 61980 h 77602"/>
                  <a:gd name="csX3" fmla="*/ 15622 w 55457"/>
                  <a:gd name="csY3" fmla="*/ 74814 h 77602"/>
                  <a:gd name="csX4" fmla="*/ 2788 w 55457"/>
                  <a:gd name="csY4" fmla="*/ 37776 h 77602"/>
                </a:gdLst>
                <a:ahLst/>
                <a:cxnLst>
                  <a:cxn ang="0">
                    <a:pos x="csX0" y="csY0"/>
                  </a:cxn>
                  <a:cxn ang="0">
                    <a:pos x="csX1" y="csY1"/>
                  </a:cxn>
                  <a:cxn ang="0">
                    <a:pos x="csX2" y="csY2"/>
                  </a:cxn>
                  <a:cxn ang="0">
                    <a:pos x="csX3" y="csY3"/>
                  </a:cxn>
                  <a:cxn ang="0">
                    <a:pos x="csX4" y="csY4"/>
                  </a:cxn>
                </a:cxnLst>
                <a:rect l="l" t="t" r="r" b="b"/>
                <a:pathLst>
                  <a:path w="55457" h="77602">
                    <a:moveTo>
                      <a:pt x="2788" y="37776"/>
                    </a:moveTo>
                    <a:cubicBezTo>
                      <a:pt x="9472" y="24000"/>
                      <a:pt x="51934" y="0"/>
                      <a:pt x="51934" y="0"/>
                    </a:cubicBezTo>
                    <a:cubicBezTo>
                      <a:pt x="51934" y="0"/>
                      <a:pt x="59350" y="48210"/>
                      <a:pt x="52666" y="61980"/>
                    </a:cubicBezTo>
                    <a:cubicBezTo>
                      <a:pt x="45982" y="75756"/>
                      <a:pt x="29398" y="81498"/>
                      <a:pt x="15622" y="74814"/>
                    </a:cubicBezTo>
                    <a:cubicBezTo>
                      <a:pt x="1852" y="68136"/>
                      <a:pt x="-3896" y="51552"/>
                      <a:pt x="2788" y="37776"/>
                    </a:cubicBezTo>
                    <a:close/>
                  </a:path>
                </a:pathLst>
              </a:custGeom>
              <a:solidFill>
                <a:srgbClr val="737373"/>
              </a:solidFill>
              <a:ln w="5993" cap="flat">
                <a:noFill/>
                <a:prstDash val="solid"/>
                <a:miter/>
              </a:ln>
            </p:spPr>
            <p:txBody>
              <a:bodyPr/>
              <a:lstStyle/>
              <a:p>
                <a:endParaRPr lang="zh-CN" altLang="en-US"/>
              </a:p>
            </p:txBody>
          </p:sp>
        </p:grpSp>
        <p:grpSp>
          <p:nvGrpSpPr>
            <p:cNvPr id="146" name="图形 6" descr="校园餐盒，有三明治、果汁和水果">
              <a:extLst>
                <a:ext uri="{FF2B5EF4-FFF2-40B4-BE49-F238E27FC236}">
                  <a16:creationId xmlns:a16="http://schemas.microsoft.com/office/drawing/2014/main" id="{5F6A1831-1695-16FE-B1E5-BBDBBC3AF430}"/>
                </a:ext>
              </a:extLst>
            </p:cNvPr>
            <p:cNvGrpSpPr/>
            <p:nvPr/>
          </p:nvGrpSpPr>
          <p:grpSpPr>
            <a:xfrm>
              <a:off x="2178442" y="5811970"/>
              <a:ext cx="272027" cy="272027"/>
              <a:chOff x="2178442" y="5811970"/>
              <a:chExt cx="272027" cy="272027"/>
            </a:xfrm>
          </p:grpSpPr>
          <p:sp>
            <p:nvSpPr>
              <p:cNvPr id="147" name="椭圆 146">
                <a:extLst>
                  <a:ext uri="{FF2B5EF4-FFF2-40B4-BE49-F238E27FC236}">
                    <a16:creationId xmlns:a16="http://schemas.microsoft.com/office/drawing/2014/main" id="{3009C4E1-36E0-1569-C010-675E4E2170B3}"/>
                  </a:ext>
                </a:extLst>
              </p:cNvPr>
              <p:cNvSpPr/>
              <p:nvPr/>
            </p:nvSpPr>
            <p:spPr>
              <a:xfrm>
                <a:off x="2178442" y="5811970"/>
                <a:ext cx="272027" cy="272027"/>
              </a:xfrm>
              <a:prstGeom prst="ellipse">
                <a:avLst/>
              </a:prstGeom>
              <a:solidFill>
                <a:srgbClr val="505050"/>
              </a:solidFill>
              <a:ln w="5993" cap="flat">
                <a:noFill/>
                <a:prstDash val="solid"/>
                <a:miter/>
              </a:ln>
            </p:spPr>
            <p:txBody>
              <a:bodyPr/>
              <a:lstStyle/>
              <a:p>
                <a:endParaRPr lang="zh-CN" altLang="en-US"/>
              </a:p>
            </p:txBody>
          </p:sp>
          <p:sp>
            <p:nvSpPr>
              <p:cNvPr id="148" name="任意多边形: 形状 147">
                <a:extLst>
                  <a:ext uri="{FF2B5EF4-FFF2-40B4-BE49-F238E27FC236}">
                    <a16:creationId xmlns:a16="http://schemas.microsoft.com/office/drawing/2014/main" id="{8EEE5B63-39BC-5E36-8364-1056C8BB616E}"/>
                  </a:ext>
                </a:extLst>
              </p:cNvPr>
              <p:cNvSpPr/>
              <p:nvPr/>
            </p:nvSpPr>
            <p:spPr>
              <a:xfrm>
                <a:off x="2262311" y="5837165"/>
                <a:ext cx="124520" cy="107853"/>
              </a:xfrm>
              <a:custGeom>
                <a:avLst/>
                <a:gdLst>
                  <a:gd name="csX0" fmla="*/ 124480 w 124520"/>
                  <a:gd name="csY0" fmla="*/ 53981 h 107853"/>
                  <a:gd name="csX1" fmla="*/ 84346 w 124520"/>
                  <a:gd name="csY1" fmla="*/ 66659 h 107853"/>
                  <a:gd name="csX2" fmla="*/ 93437 w 124520"/>
                  <a:gd name="csY2" fmla="*/ 107777 h 107853"/>
                  <a:gd name="csX3" fmla="*/ 93335 w 124520"/>
                  <a:gd name="csY3" fmla="*/ 107837 h 107853"/>
                  <a:gd name="csX4" fmla="*/ 62260 w 124520"/>
                  <a:gd name="csY4" fmla="*/ 79415 h 107853"/>
                  <a:gd name="csX5" fmla="*/ 31181 w 124520"/>
                  <a:gd name="csY5" fmla="*/ 107837 h 107853"/>
                  <a:gd name="csX6" fmla="*/ 31079 w 124520"/>
                  <a:gd name="csY6" fmla="*/ 107777 h 107853"/>
                  <a:gd name="csX7" fmla="*/ 40169 w 124520"/>
                  <a:gd name="csY7" fmla="*/ 66659 h 107853"/>
                  <a:gd name="csX8" fmla="*/ 41 w 124520"/>
                  <a:gd name="csY8" fmla="*/ 53987 h 107853"/>
                  <a:gd name="csX9" fmla="*/ 41 w 124520"/>
                  <a:gd name="csY9" fmla="*/ 53873 h 107853"/>
                  <a:gd name="csX10" fmla="*/ 40174 w 124520"/>
                  <a:gd name="csY10" fmla="*/ 41195 h 107853"/>
                  <a:gd name="csX11" fmla="*/ 31085 w 124520"/>
                  <a:gd name="csY11" fmla="*/ 77 h 107853"/>
                  <a:gd name="csX12" fmla="*/ 31187 w 124520"/>
                  <a:gd name="csY12" fmla="*/ 17 h 107853"/>
                  <a:gd name="csX13" fmla="*/ 62260 w 124520"/>
                  <a:gd name="csY13" fmla="*/ 28439 h 107853"/>
                  <a:gd name="csX14" fmla="*/ 93341 w 124520"/>
                  <a:gd name="csY14" fmla="*/ 17 h 107853"/>
                  <a:gd name="csX15" fmla="*/ 93443 w 124520"/>
                  <a:gd name="csY15" fmla="*/ 77 h 107853"/>
                  <a:gd name="csX16" fmla="*/ 84353 w 124520"/>
                  <a:gd name="csY16" fmla="*/ 41195 h 107853"/>
                  <a:gd name="csX17" fmla="*/ 124480 w 124520"/>
                  <a:gd name="csY17" fmla="*/ 53867 h 107853"/>
                  <a:gd name="csX18" fmla="*/ 124480 w 124520"/>
                  <a:gd name="csY18" fmla="*/ 53981 h 1078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4520" h="107853">
                    <a:moveTo>
                      <a:pt x="124480" y="53981"/>
                    </a:moveTo>
                    <a:lnTo>
                      <a:pt x="84346" y="66659"/>
                    </a:lnTo>
                    <a:lnTo>
                      <a:pt x="93437" y="107777"/>
                    </a:lnTo>
                    <a:cubicBezTo>
                      <a:pt x="93448" y="107837"/>
                      <a:pt x="93383" y="107873"/>
                      <a:pt x="93335" y="107837"/>
                    </a:cubicBezTo>
                    <a:lnTo>
                      <a:pt x="62260" y="79415"/>
                    </a:lnTo>
                    <a:lnTo>
                      <a:pt x="31181" y="107837"/>
                    </a:lnTo>
                    <a:cubicBezTo>
                      <a:pt x="31139" y="107879"/>
                      <a:pt x="31067" y="107837"/>
                      <a:pt x="31079" y="107777"/>
                    </a:cubicBezTo>
                    <a:lnTo>
                      <a:pt x="40169" y="66659"/>
                    </a:lnTo>
                    <a:lnTo>
                      <a:pt x="41" y="53987"/>
                    </a:lnTo>
                    <a:cubicBezTo>
                      <a:pt x="-14" y="53969"/>
                      <a:pt x="-14" y="53891"/>
                      <a:pt x="41" y="53873"/>
                    </a:cubicBezTo>
                    <a:lnTo>
                      <a:pt x="40174" y="41195"/>
                    </a:lnTo>
                    <a:lnTo>
                      <a:pt x="31085" y="77"/>
                    </a:lnTo>
                    <a:cubicBezTo>
                      <a:pt x="31072" y="17"/>
                      <a:pt x="31139" y="-19"/>
                      <a:pt x="31187" y="17"/>
                    </a:cubicBezTo>
                    <a:lnTo>
                      <a:pt x="62260" y="28439"/>
                    </a:lnTo>
                    <a:lnTo>
                      <a:pt x="93341" y="17"/>
                    </a:lnTo>
                    <a:cubicBezTo>
                      <a:pt x="93383" y="-25"/>
                      <a:pt x="93455" y="17"/>
                      <a:pt x="93443" y="77"/>
                    </a:cubicBezTo>
                    <a:lnTo>
                      <a:pt x="84353" y="41195"/>
                    </a:lnTo>
                    <a:lnTo>
                      <a:pt x="124480" y="53867"/>
                    </a:lnTo>
                    <a:cubicBezTo>
                      <a:pt x="124534" y="53885"/>
                      <a:pt x="124534" y="53963"/>
                      <a:pt x="124480" y="53981"/>
                    </a:cubicBezTo>
                    <a:close/>
                  </a:path>
                </a:pathLst>
              </a:custGeom>
              <a:solidFill>
                <a:srgbClr val="2F2F2F"/>
              </a:solidFill>
              <a:ln w="5993" cap="flat">
                <a:noFill/>
                <a:prstDash val="solid"/>
                <a:miter/>
              </a:ln>
            </p:spPr>
            <p:txBody>
              <a:bodyPr/>
              <a:lstStyle/>
              <a:p>
                <a:endParaRPr lang="zh-CN" altLang="en-US"/>
              </a:p>
            </p:txBody>
          </p:sp>
        </p:grpSp>
        <p:grpSp>
          <p:nvGrpSpPr>
            <p:cNvPr id="149" name="图形 6" descr="校园餐盒，有三明治、果汁和水果">
              <a:extLst>
                <a:ext uri="{FF2B5EF4-FFF2-40B4-BE49-F238E27FC236}">
                  <a16:creationId xmlns:a16="http://schemas.microsoft.com/office/drawing/2014/main" id="{1506C266-7690-67B9-7D4E-26958046CEC7}"/>
                </a:ext>
              </a:extLst>
            </p:cNvPr>
            <p:cNvGrpSpPr/>
            <p:nvPr/>
          </p:nvGrpSpPr>
          <p:grpSpPr>
            <a:xfrm>
              <a:off x="1932442" y="5793250"/>
              <a:ext cx="272027" cy="272027"/>
              <a:chOff x="1932442" y="5793250"/>
              <a:chExt cx="272027" cy="272027"/>
            </a:xfrm>
          </p:grpSpPr>
          <p:sp>
            <p:nvSpPr>
              <p:cNvPr id="150" name="椭圆 149">
                <a:extLst>
                  <a:ext uri="{FF2B5EF4-FFF2-40B4-BE49-F238E27FC236}">
                    <a16:creationId xmlns:a16="http://schemas.microsoft.com/office/drawing/2014/main" id="{BB9A6718-0F5B-F84E-967D-A8E863817DEE}"/>
                  </a:ext>
                </a:extLst>
              </p:cNvPr>
              <p:cNvSpPr/>
              <p:nvPr/>
            </p:nvSpPr>
            <p:spPr>
              <a:xfrm>
                <a:off x="1932442" y="5793250"/>
                <a:ext cx="272027" cy="272027"/>
              </a:xfrm>
              <a:prstGeom prst="ellipse">
                <a:avLst/>
              </a:prstGeom>
              <a:solidFill>
                <a:srgbClr val="505050"/>
              </a:solidFill>
              <a:ln w="5993" cap="flat">
                <a:noFill/>
                <a:prstDash val="solid"/>
                <a:miter/>
              </a:ln>
            </p:spPr>
            <p:txBody>
              <a:bodyPr/>
              <a:lstStyle/>
              <a:p>
                <a:endParaRPr lang="zh-CN" altLang="en-US"/>
              </a:p>
            </p:txBody>
          </p:sp>
          <p:sp>
            <p:nvSpPr>
              <p:cNvPr id="151" name="任意多边形: 形状 150">
                <a:extLst>
                  <a:ext uri="{FF2B5EF4-FFF2-40B4-BE49-F238E27FC236}">
                    <a16:creationId xmlns:a16="http://schemas.microsoft.com/office/drawing/2014/main" id="{A088F692-81EE-34DC-1CA3-8E74C12D9C83}"/>
                  </a:ext>
                </a:extLst>
              </p:cNvPr>
              <p:cNvSpPr/>
              <p:nvPr/>
            </p:nvSpPr>
            <p:spPr>
              <a:xfrm>
                <a:off x="1964231" y="5894020"/>
                <a:ext cx="124525" cy="107854"/>
              </a:xfrm>
              <a:custGeom>
                <a:avLst/>
                <a:gdLst>
                  <a:gd name="csX0" fmla="*/ 124480 w 124525"/>
                  <a:gd name="csY0" fmla="*/ 53981 h 107854"/>
                  <a:gd name="csX1" fmla="*/ 84346 w 124525"/>
                  <a:gd name="csY1" fmla="*/ 66659 h 107854"/>
                  <a:gd name="csX2" fmla="*/ 93437 w 124525"/>
                  <a:gd name="csY2" fmla="*/ 107777 h 107854"/>
                  <a:gd name="csX3" fmla="*/ 93335 w 124525"/>
                  <a:gd name="csY3" fmla="*/ 107837 h 107854"/>
                  <a:gd name="csX4" fmla="*/ 62260 w 124525"/>
                  <a:gd name="csY4" fmla="*/ 79415 h 107854"/>
                  <a:gd name="csX5" fmla="*/ 31181 w 124525"/>
                  <a:gd name="csY5" fmla="*/ 107837 h 107854"/>
                  <a:gd name="csX6" fmla="*/ 31079 w 124525"/>
                  <a:gd name="csY6" fmla="*/ 107777 h 107854"/>
                  <a:gd name="csX7" fmla="*/ 40168 w 124525"/>
                  <a:gd name="csY7" fmla="*/ 66659 h 107854"/>
                  <a:gd name="csX8" fmla="*/ 41 w 124525"/>
                  <a:gd name="csY8" fmla="*/ 53987 h 107854"/>
                  <a:gd name="csX9" fmla="*/ 41 w 124525"/>
                  <a:gd name="csY9" fmla="*/ 53873 h 107854"/>
                  <a:gd name="csX10" fmla="*/ 40174 w 124525"/>
                  <a:gd name="csY10" fmla="*/ 41195 h 107854"/>
                  <a:gd name="csX11" fmla="*/ 31085 w 124525"/>
                  <a:gd name="csY11" fmla="*/ 77 h 107854"/>
                  <a:gd name="csX12" fmla="*/ 31187 w 124525"/>
                  <a:gd name="csY12" fmla="*/ 17 h 107854"/>
                  <a:gd name="csX13" fmla="*/ 62260 w 124525"/>
                  <a:gd name="csY13" fmla="*/ 28439 h 107854"/>
                  <a:gd name="csX14" fmla="*/ 93340 w 124525"/>
                  <a:gd name="csY14" fmla="*/ 17 h 107854"/>
                  <a:gd name="csX15" fmla="*/ 93442 w 124525"/>
                  <a:gd name="csY15" fmla="*/ 77 h 107854"/>
                  <a:gd name="csX16" fmla="*/ 84353 w 124525"/>
                  <a:gd name="csY16" fmla="*/ 41195 h 107854"/>
                  <a:gd name="csX17" fmla="*/ 124480 w 124525"/>
                  <a:gd name="csY17" fmla="*/ 53867 h 107854"/>
                  <a:gd name="csX18" fmla="*/ 124480 w 124525"/>
                  <a:gd name="csY18" fmla="*/ 53981 h 107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4525" h="107854">
                    <a:moveTo>
                      <a:pt x="124480" y="53981"/>
                    </a:moveTo>
                    <a:lnTo>
                      <a:pt x="84346" y="66659"/>
                    </a:lnTo>
                    <a:lnTo>
                      <a:pt x="93437" y="107777"/>
                    </a:lnTo>
                    <a:cubicBezTo>
                      <a:pt x="93448" y="107837"/>
                      <a:pt x="93383" y="107873"/>
                      <a:pt x="93335" y="107837"/>
                    </a:cubicBezTo>
                    <a:lnTo>
                      <a:pt x="62260" y="79415"/>
                    </a:lnTo>
                    <a:lnTo>
                      <a:pt x="31181" y="107837"/>
                    </a:lnTo>
                    <a:cubicBezTo>
                      <a:pt x="31138" y="107879"/>
                      <a:pt x="31066" y="107837"/>
                      <a:pt x="31079" y="107777"/>
                    </a:cubicBezTo>
                    <a:lnTo>
                      <a:pt x="40168" y="66659"/>
                    </a:lnTo>
                    <a:lnTo>
                      <a:pt x="41" y="53987"/>
                    </a:lnTo>
                    <a:cubicBezTo>
                      <a:pt x="-14" y="53969"/>
                      <a:pt x="-14" y="53891"/>
                      <a:pt x="41" y="53873"/>
                    </a:cubicBezTo>
                    <a:lnTo>
                      <a:pt x="40174" y="41195"/>
                    </a:lnTo>
                    <a:lnTo>
                      <a:pt x="31085" y="77"/>
                    </a:lnTo>
                    <a:cubicBezTo>
                      <a:pt x="31072" y="17"/>
                      <a:pt x="31138" y="-19"/>
                      <a:pt x="31187" y="17"/>
                    </a:cubicBezTo>
                    <a:lnTo>
                      <a:pt x="62260" y="28439"/>
                    </a:lnTo>
                    <a:lnTo>
                      <a:pt x="93340" y="17"/>
                    </a:lnTo>
                    <a:cubicBezTo>
                      <a:pt x="93383" y="-25"/>
                      <a:pt x="93455" y="17"/>
                      <a:pt x="93442" y="77"/>
                    </a:cubicBezTo>
                    <a:lnTo>
                      <a:pt x="84353" y="41195"/>
                    </a:lnTo>
                    <a:lnTo>
                      <a:pt x="124480" y="53867"/>
                    </a:lnTo>
                    <a:cubicBezTo>
                      <a:pt x="124541" y="53885"/>
                      <a:pt x="124541" y="53963"/>
                      <a:pt x="124480" y="53981"/>
                    </a:cubicBezTo>
                    <a:close/>
                  </a:path>
                </a:pathLst>
              </a:custGeom>
              <a:solidFill>
                <a:srgbClr val="2F2F2F"/>
              </a:solidFill>
              <a:ln w="5993" cap="flat">
                <a:noFill/>
                <a:prstDash val="solid"/>
                <a:miter/>
              </a:ln>
            </p:spPr>
            <p:txBody>
              <a:bodyPr/>
              <a:lstStyle/>
              <a:p>
                <a:endParaRPr lang="zh-CN" altLang="en-US"/>
              </a:p>
            </p:txBody>
          </p:sp>
        </p:grpSp>
      </p:grpSp>
    </p:spTree>
    <p:extLst>
      <p:ext uri="{BB962C8B-B14F-4D97-AF65-F5344CB8AC3E}">
        <p14:creationId xmlns:p14="http://schemas.microsoft.com/office/powerpoint/2010/main" val="1254279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23D82-B9B1-D0C7-8F4D-8B419B1722F6}"/>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A8764408-74C6-D9D3-30C3-7F8233044ACF}"/>
              </a:ext>
            </a:extLst>
          </p:cNvPr>
          <p:cNvSpPr/>
          <p:nvPr/>
        </p:nvSpPr>
        <p:spPr>
          <a:xfrm>
            <a:off x="0" y="1008000"/>
            <a:ext cx="8640000" cy="1296000"/>
          </a:xfrm>
          <a:prstGeom prst="rect">
            <a:avLst/>
          </a:prstGeom>
          <a:gradFill flip="none" rotWithShape="1">
            <a:gsLst>
              <a:gs pos="50000">
                <a:srgbClr val="F4E7DA"/>
              </a:gs>
              <a:gs pos="100000">
                <a:srgbClr val="F4E7DA">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0" tIns="216000" rIns="360000" bIns="360000" rtlCol="0" anchor="ctr"/>
          <a:lstStyle/>
          <a:p>
            <a:r>
              <a:rPr lang="en-US" altLang="zh-CN" sz="3600" dirty="0">
                <a:solidFill>
                  <a:srgbClr val="8C6644"/>
                </a:solidFill>
              </a:rPr>
              <a:t>Solid Soft Skill</a:t>
            </a:r>
            <a:endParaRPr lang="zh-CN" altLang="en-US" sz="3600" dirty="0">
              <a:solidFill>
                <a:srgbClr val="8C6644"/>
              </a:solidFill>
            </a:endParaRPr>
          </a:p>
        </p:txBody>
      </p:sp>
      <p:sp>
        <p:nvSpPr>
          <p:cNvPr id="6" name="矩形: 圆角 5">
            <a:extLst>
              <a:ext uri="{FF2B5EF4-FFF2-40B4-BE49-F238E27FC236}">
                <a16:creationId xmlns:a16="http://schemas.microsoft.com/office/drawing/2014/main" id="{CD4321F8-9EFF-84CC-8FD3-9E1E742C22AA}"/>
              </a:ext>
            </a:extLst>
          </p:cNvPr>
          <p:cNvSpPr/>
          <p:nvPr/>
        </p:nvSpPr>
        <p:spPr>
          <a:xfrm>
            <a:off x="1776000" y="2015998"/>
            <a:ext cx="8640000" cy="1800000"/>
          </a:xfrm>
          <a:prstGeom prst="roundRect">
            <a:avLst/>
          </a:prstGeom>
          <a:solidFill>
            <a:schemeClr val="bg1"/>
          </a:solidFill>
          <a:ln>
            <a:noFill/>
          </a:ln>
          <a:effectLst>
            <a:outerShdw blurRad="127000" algn="ctr" rotWithShape="0">
              <a:srgbClr val="D7C1A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tx1"/>
                </a:solidFill>
              </a:rPr>
              <a:t>Engineering</a:t>
            </a:r>
            <a:endParaRPr lang="zh-CN" altLang="en-US" sz="3200" dirty="0">
              <a:solidFill>
                <a:schemeClr val="tx1"/>
              </a:solidFill>
            </a:endParaRPr>
          </a:p>
        </p:txBody>
      </p:sp>
      <p:sp>
        <p:nvSpPr>
          <p:cNvPr id="13" name="文本占位符 12">
            <a:extLst>
              <a:ext uri="{FF2B5EF4-FFF2-40B4-BE49-F238E27FC236}">
                <a16:creationId xmlns:a16="http://schemas.microsoft.com/office/drawing/2014/main" id="{E954CC3F-7880-DFCD-98A4-D4E74BAA1214}"/>
              </a:ext>
            </a:extLst>
          </p:cNvPr>
          <p:cNvSpPr>
            <a:spLocks noGrp="1"/>
          </p:cNvSpPr>
          <p:nvPr>
            <p:ph type="body" sz="quarter" idx="10"/>
          </p:nvPr>
        </p:nvSpPr>
        <p:spPr/>
        <p:txBody>
          <a:bodyPr lIns="1800000"/>
          <a:lstStyle/>
          <a:p>
            <a:r>
              <a:rPr lang="en-US" altLang="zh-CN" dirty="0"/>
              <a:t>Mind Soft Skill</a:t>
            </a:r>
            <a:endParaRPr lang="zh-CN" altLang="en-US" dirty="0"/>
          </a:p>
        </p:txBody>
      </p:sp>
      <p:sp>
        <p:nvSpPr>
          <p:cNvPr id="16" name="文本占位符 15">
            <a:extLst>
              <a:ext uri="{FF2B5EF4-FFF2-40B4-BE49-F238E27FC236}">
                <a16:creationId xmlns:a16="http://schemas.microsoft.com/office/drawing/2014/main" id="{2DFDAC64-F3D6-74B4-E905-510CD3DB1591}"/>
              </a:ext>
            </a:extLst>
          </p:cNvPr>
          <p:cNvSpPr>
            <a:spLocks noGrp="1"/>
          </p:cNvSpPr>
          <p:nvPr>
            <p:ph type="body" idx="1"/>
          </p:nvPr>
        </p:nvSpPr>
        <p:spPr/>
        <p:txBody>
          <a:bodyPr anchor="ctr">
            <a:normAutofit/>
          </a:bodyPr>
          <a:lstStyle/>
          <a:p>
            <a:pPr algn="ctr"/>
            <a:r>
              <a:rPr lang="en-US" altLang="zh-CN" sz="2800" dirty="0"/>
              <a:t>To truly embrace AI in the AI era</a:t>
            </a:r>
            <a:br>
              <a:rPr lang="en-US" altLang="zh-CN" sz="2800" dirty="0"/>
            </a:br>
            <a:r>
              <a:rPr lang="en-US" altLang="zh-CN" sz="2800" dirty="0"/>
              <a:t>Think from AI’s perspective</a:t>
            </a:r>
            <a:endParaRPr lang="zh-CN" altLang="en-US" sz="2800" dirty="0"/>
          </a:p>
        </p:txBody>
      </p:sp>
      <p:sp>
        <p:nvSpPr>
          <p:cNvPr id="14" name="标题 13">
            <a:extLst>
              <a:ext uri="{FF2B5EF4-FFF2-40B4-BE49-F238E27FC236}">
                <a16:creationId xmlns:a16="http://schemas.microsoft.com/office/drawing/2014/main" id="{A6201E8E-0C5E-6BC8-9D3F-212FD95C7F25}"/>
              </a:ext>
            </a:extLst>
          </p:cNvPr>
          <p:cNvSpPr>
            <a:spLocks noGrp="1"/>
          </p:cNvSpPr>
          <p:nvPr>
            <p:ph type="title"/>
          </p:nvPr>
        </p:nvSpPr>
        <p:spPr/>
        <p:txBody>
          <a:bodyPr/>
          <a:lstStyle/>
          <a:p>
            <a:r>
              <a:rPr lang="en-US" altLang="zh-CN" dirty="0"/>
              <a:t>Your Mind</a:t>
            </a:r>
            <a:endParaRPr lang="zh-CN" altLang="en-US" dirty="0"/>
          </a:p>
        </p:txBody>
      </p:sp>
      <p:sp>
        <p:nvSpPr>
          <p:cNvPr id="7" name="椭圆 6">
            <a:extLst>
              <a:ext uri="{FF2B5EF4-FFF2-40B4-BE49-F238E27FC236}">
                <a16:creationId xmlns:a16="http://schemas.microsoft.com/office/drawing/2014/main" id="{811111E9-9D05-A3E1-2DAA-FC51F5C32427}"/>
              </a:ext>
            </a:extLst>
          </p:cNvPr>
          <p:cNvSpPr/>
          <p:nvPr/>
        </p:nvSpPr>
        <p:spPr>
          <a:xfrm>
            <a:off x="795128" y="1078277"/>
            <a:ext cx="720000" cy="720000"/>
          </a:xfrm>
          <a:prstGeom prst="ellipse">
            <a:avLst/>
          </a:prstGeom>
          <a:solidFill>
            <a:schemeClr val="bg1"/>
          </a:solidFill>
          <a:ln>
            <a:solidFill>
              <a:srgbClr val="D7C1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8C6644"/>
                </a:solidFill>
              </a:rPr>
              <a:t>4</a:t>
            </a:r>
            <a:endParaRPr lang="zh-CN" altLang="en-US" sz="3200" dirty="0">
              <a:solidFill>
                <a:srgbClr val="8C6644"/>
              </a:solidFill>
            </a:endParaRPr>
          </a:p>
        </p:txBody>
      </p:sp>
    </p:spTree>
    <p:extLst>
      <p:ext uri="{BB962C8B-B14F-4D97-AF65-F5344CB8AC3E}">
        <p14:creationId xmlns:p14="http://schemas.microsoft.com/office/powerpoint/2010/main" val="103644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B08BE-8E8D-EF0C-3994-A3DC41997985}"/>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C2399EFA-2C3E-9837-8107-36817D50D555}"/>
              </a:ext>
            </a:extLst>
          </p:cNvPr>
          <p:cNvSpPr>
            <a:spLocks noGrp="1"/>
          </p:cNvSpPr>
          <p:nvPr>
            <p:ph type="title"/>
          </p:nvPr>
        </p:nvSpPr>
        <p:spPr/>
        <p:txBody>
          <a:bodyPr/>
          <a:lstStyle/>
          <a:p>
            <a:r>
              <a:rPr lang="en-US" altLang="zh-CN" dirty="0"/>
              <a:t>All Yours</a:t>
            </a:r>
            <a:endParaRPr lang="zh-CN" altLang="en-US" dirty="0"/>
          </a:p>
        </p:txBody>
      </p:sp>
      <p:sp>
        <p:nvSpPr>
          <p:cNvPr id="9" name="内容占位符 8">
            <a:extLst>
              <a:ext uri="{FF2B5EF4-FFF2-40B4-BE49-F238E27FC236}">
                <a16:creationId xmlns:a16="http://schemas.microsoft.com/office/drawing/2014/main" id="{A7467993-C189-E292-7A62-96BF23755BFA}"/>
              </a:ext>
            </a:extLst>
          </p:cNvPr>
          <p:cNvSpPr>
            <a:spLocks noGrp="1"/>
          </p:cNvSpPr>
          <p:nvPr>
            <p:ph idx="1"/>
          </p:nvPr>
        </p:nvSpPr>
        <p:spPr>
          <a:xfrm>
            <a:off x="696000" y="1533130"/>
            <a:ext cx="10800000" cy="576000"/>
          </a:xfrm>
          <a:prstGeom prst="roundRect">
            <a:avLst/>
          </a:prstGeom>
          <a:solidFill>
            <a:schemeClr val="bg1"/>
          </a:solidFill>
          <a:effectLst>
            <a:outerShdw blurRad="127000" algn="ctr" rotWithShape="0">
              <a:srgbClr val="6262B2">
                <a:alpha val="40000"/>
              </a:srgbClr>
            </a:outerShdw>
          </a:effectLst>
        </p:spPr>
        <p:txBody>
          <a:bodyPr anchor="ctr"/>
          <a:lstStyle/>
          <a:p>
            <a:pPr marL="0" indent="0" algn="ctr">
              <a:buNone/>
            </a:pPr>
            <a:r>
              <a:rPr lang="en-US" altLang="zh-CN" dirty="0"/>
              <a:t>In fact, the ultimate skill is not for AI, but for you!</a:t>
            </a:r>
            <a:endParaRPr lang="zh-CN" altLang="en-US" dirty="0"/>
          </a:p>
        </p:txBody>
      </p:sp>
      <p:grpSp>
        <p:nvGrpSpPr>
          <p:cNvPr id="6" name="组合 5">
            <a:extLst>
              <a:ext uri="{FF2B5EF4-FFF2-40B4-BE49-F238E27FC236}">
                <a16:creationId xmlns:a16="http://schemas.microsoft.com/office/drawing/2014/main" id="{A1AC491C-6B5E-5673-3505-CAB9453E81F5}"/>
              </a:ext>
            </a:extLst>
          </p:cNvPr>
          <p:cNvGrpSpPr/>
          <p:nvPr/>
        </p:nvGrpSpPr>
        <p:grpSpPr>
          <a:xfrm>
            <a:off x="696000" y="2469130"/>
            <a:ext cx="8640000" cy="720000"/>
            <a:chOff x="696000" y="2425119"/>
            <a:chExt cx="8640000" cy="720000"/>
          </a:xfrm>
        </p:grpSpPr>
        <p:sp>
          <p:nvSpPr>
            <p:cNvPr id="3" name="内容占位符 8">
              <a:extLst>
                <a:ext uri="{FF2B5EF4-FFF2-40B4-BE49-F238E27FC236}">
                  <a16:creationId xmlns:a16="http://schemas.microsoft.com/office/drawing/2014/main" id="{30E4540D-3C4D-F754-1891-66245D99C9A1}"/>
                </a:ext>
              </a:extLst>
            </p:cNvPr>
            <p:cNvSpPr txBox="1">
              <a:spLocks/>
            </p:cNvSpPr>
            <p:nvPr/>
          </p:nvSpPr>
          <p:spPr>
            <a:xfrm>
              <a:off x="696000" y="2425119"/>
              <a:ext cx="8640000" cy="720000"/>
            </a:xfrm>
            <a:prstGeom prst="roundRect">
              <a:avLst>
                <a:gd name="adj" fmla="val 50000"/>
              </a:avLst>
            </a:prstGeom>
            <a:solidFill>
              <a:schemeClr val="bg1"/>
            </a:solidFill>
            <a:ln w="12700">
              <a:solidFill>
                <a:srgbClr val="6262B2"/>
              </a:solidFill>
            </a:ln>
            <a:effectLst/>
          </p:spPr>
          <p:txBody>
            <a:bodyPr vert="horz" lIns="3240000" tIns="36000" rIns="360000" bIns="36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Prompt Engineering</a:t>
              </a:r>
              <a:endParaRPr lang="zh-CN" altLang="en-US" dirty="0"/>
            </a:p>
          </p:txBody>
        </p:sp>
        <p:sp>
          <p:nvSpPr>
            <p:cNvPr id="4" name="椭圆 3">
              <a:extLst>
                <a:ext uri="{FF2B5EF4-FFF2-40B4-BE49-F238E27FC236}">
                  <a16:creationId xmlns:a16="http://schemas.microsoft.com/office/drawing/2014/main" id="{E8DCDC4D-6A66-3FB0-7A1D-BDDEC4177E22}"/>
                </a:ext>
              </a:extLst>
            </p:cNvPr>
            <p:cNvSpPr/>
            <p:nvPr/>
          </p:nvSpPr>
          <p:spPr>
            <a:xfrm>
              <a:off x="800099" y="2497118"/>
              <a:ext cx="576000" cy="576000"/>
            </a:xfrm>
            <a:prstGeom prst="ellipse">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1</a:t>
              </a:r>
              <a:endParaRPr lang="zh-CN" altLang="en-US" dirty="0">
                <a:solidFill>
                  <a:srgbClr val="6262B2"/>
                </a:solidFill>
              </a:endParaRPr>
            </a:p>
          </p:txBody>
        </p:sp>
        <p:sp>
          <p:nvSpPr>
            <p:cNvPr id="5" name="文本框 4">
              <a:extLst>
                <a:ext uri="{FF2B5EF4-FFF2-40B4-BE49-F238E27FC236}">
                  <a16:creationId xmlns:a16="http://schemas.microsoft.com/office/drawing/2014/main" id="{76C82F4A-63E0-5EFE-67C7-5805253CBF1C}"/>
                </a:ext>
              </a:extLst>
            </p:cNvPr>
            <p:cNvSpPr txBox="1"/>
            <p:nvPr/>
          </p:nvSpPr>
          <p:spPr>
            <a:xfrm>
              <a:off x="1480198" y="2554286"/>
              <a:ext cx="2037737" cy="461665"/>
            </a:xfrm>
            <a:prstGeom prst="rect">
              <a:avLst/>
            </a:prstGeom>
            <a:noFill/>
          </p:spPr>
          <p:txBody>
            <a:bodyPr wrap="none" rtlCol="0">
              <a:spAutoFit/>
            </a:bodyPr>
            <a:lstStyle/>
            <a:p>
              <a:r>
                <a:rPr lang="en-US" altLang="zh-CN" sz="2400" dirty="0">
                  <a:solidFill>
                    <a:srgbClr val="6262B2"/>
                  </a:solidFill>
                </a:rPr>
                <a:t>Solid Soft Skill</a:t>
              </a:r>
              <a:endParaRPr lang="zh-CN" altLang="en-US" sz="2400" dirty="0">
                <a:solidFill>
                  <a:srgbClr val="6262B2"/>
                </a:solidFill>
              </a:endParaRPr>
            </a:p>
          </p:txBody>
        </p:sp>
      </p:grpSp>
      <p:grpSp>
        <p:nvGrpSpPr>
          <p:cNvPr id="7" name="组合 6">
            <a:extLst>
              <a:ext uri="{FF2B5EF4-FFF2-40B4-BE49-F238E27FC236}">
                <a16:creationId xmlns:a16="http://schemas.microsoft.com/office/drawing/2014/main" id="{721F459F-7775-C1B5-3D7A-47E35D5232B6}"/>
              </a:ext>
            </a:extLst>
          </p:cNvPr>
          <p:cNvGrpSpPr/>
          <p:nvPr/>
        </p:nvGrpSpPr>
        <p:grpSpPr>
          <a:xfrm>
            <a:off x="1343998" y="3551645"/>
            <a:ext cx="8640000" cy="720000"/>
            <a:chOff x="696000" y="2425119"/>
            <a:chExt cx="8640000" cy="720000"/>
          </a:xfrm>
        </p:grpSpPr>
        <p:sp>
          <p:nvSpPr>
            <p:cNvPr id="10" name="内容占位符 8">
              <a:extLst>
                <a:ext uri="{FF2B5EF4-FFF2-40B4-BE49-F238E27FC236}">
                  <a16:creationId xmlns:a16="http://schemas.microsoft.com/office/drawing/2014/main" id="{9357734F-776A-F657-DD74-63719B3FF67A}"/>
                </a:ext>
              </a:extLst>
            </p:cNvPr>
            <p:cNvSpPr txBox="1">
              <a:spLocks/>
            </p:cNvSpPr>
            <p:nvPr/>
          </p:nvSpPr>
          <p:spPr>
            <a:xfrm>
              <a:off x="696000" y="2425119"/>
              <a:ext cx="8640000" cy="720000"/>
            </a:xfrm>
            <a:prstGeom prst="roundRect">
              <a:avLst>
                <a:gd name="adj" fmla="val 50000"/>
              </a:avLst>
            </a:prstGeom>
            <a:solidFill>
              <a:schemeClr val="bg1"/>
            </a:solidFill>
            <a:ln w="12700">
              <a:solidFill>
                <a:srgbClr val="6262B2"/>
              </a:solidFill>
            </a:ln>
            <a:effectLst/>
          </p:spPr>
          <p:txBody>
            <a:bodyPr vert="horz" lIns="3240000" tIns="36000" rIns="360000" bIns="36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Advance Data Preparation</a:t>
              </a:r>
              <a:endParaRPr lang="zh-CN" altLang="en-US" dirty="0"/>
            </a:p>
          </p:txBody>
        </p:sp>
        <p:sp>
          <p:nvSpPr>
            <p:cNvPr id="11" name="椭圆 10">
              <a:extLst>
                <a:ext uri="{FF2B5EF4-FFF2-40B4-BE49-F238E27FC236}">
                  <a16:creationId xmlns:a16="http://schemas.microsoft.com/office/drawing/2014/main" id="{8A399AD6-C951-FE6B-2766-701723E40C7B}"/>
                </a:ext>
              </a:extLst>
            </p:cNvPr>
            <p:cNvSpPr/>
            <p:nvPr/>
          </p:nvSpPr>
          <p:spPr>
            <a:xfrm>
              <a:off x="800099" y="2497119"/>
              <a:ext cx="576000" cy="576000"/>
            </a:xfrm>
            <a:prstGeom prst="ellipse">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2</a:t>
              </a:r>
              <a:endParaRPr lang="zh-CN" altLang="en-US" dirty="0">
                <a:solidFill>
                  <a:srgbClr val="6262B2"/>
                </a:solidFill>
              </a:endParaRPr>
            </a:p>
          </p:txBody>
        </p:sp>
        <p:sp>
          <p:nvSpPr>
            <p:cNvPr id="12" name="文本框 11">
              <a:extLst>
                <a:ext uri="{FF2B5EF4-FFF2-40B4-BE49-F238E27FC236}">
                  <a16:creationId xmlns:a16="http://schemas.microsoft.com/office/drawing/2014/main" id="{C47C3902-9729-E570-6C8C-E5BBE122FA20}"/>
                </a:ext>
              </a:extLst>
            </p:cNvPr>
            <p:cNvSpPr txBox="1"/>
            <p:nvPr/>
          </p:nvSpPr>
          <p:spPr>
            <a:xfrm>
              <a:off x="1480198" y="2554286"/>
              <a:ext cx="2579552" cy="461665"/>
            </a:xfrm>
            <a:prstGeom prst="rect">
              <a:avLst/>
            </a:prstGeom>
            <a:noFill/>
          </p:spPr>
          <p:txBody>
            <a:bodyPr wrap="none" rtlCol="0">
              <a:spAutoFit/>
            </a:bodyPr>
            <a:lstStyle/>
            <a:p>
              <a:r>
                <a:rPr lang="en-US" altLang="zh-CN" sz="2400" dirty="0">
                  <a:solidFill>
                    <a:srgbClr val="6262B2"/>
                  </a:solidFill>
                </a:rPr>
                <a:t>Premium Soft Skill</a:t>
              </a:r>
              <a:endParaRPr lang="zh-CN" altLang="en-US" sz="2400" dirty="0">
                <a:solidFill>
                  <a:srgbClr val="6262B2"/>
                </a:solidFill>
              </a:endParaRPr>
            </a:p>
          </p:txBody>
        </p:sp>
      </p:grpSp>
      <p:grpSp>
        <p:nvGrpSpPr>
          <p:cNvPr id="13" name="组合 12">
            <a:extLst>
              <a:ext uri="{FF2B5EF4-FFF2-40B4-BE49-F238E27FC236}">
                <a16:creationId xmlns:a16="http://schemas.microsoft.com/office/drawing/2014/main" id="{7D5895E8-7FB2-E574-C218-A6B35F8CF644}"/>
              </a:ext>
            </a:extLst>
          </p:cNvPr>
          <p:cNvGrpSpPr/>
          <p:nvPr/>
        </p:nvGrpSpPr>
        <p:grpSpPr>
          <a:xfrm>
            <a:off x="1990020" y="4631645"/>
            <a:ext cx="8640000" cy="720000"/>
            <a:chOff x="696000" y="2425119"/>
            <a:chExt cx="8640000" cy="720000"/>
          </a:xfrm>
        </p:grpSpPr>
        <p:sp>
          <p:nvSpPr>
            <p:cNvPr id="14" name="内容占位符 8">
              <a:extLst>
                <a:ext uri="{FF2B5EF4-FFF2-40B4-BE49-F238E27FC236}">
                  <a16:creationId xmlns:a16="http://schemas.microsoft.com/office/drawing/2014/main" id="{5D8097C6-AD42-0056-97DA-A1D3FF8943C3}"/>
                </a:ext>
              </a:extLst>
            </p:cNvPr>
            <p:cNvSpPr txBox="1">
              <a:spLocks/>
            </p:cNvSpPr>
            <p:nvPr/>
          </p:nvSpPr>
          <p:spPr>
            <a:xfrm>
              <a:off x="696000" y="2425119"/>
              <a:ext cx="8640000" cy="720000"/>
            </a:xfrm>
            <a:prstGeom prst="roundRect">
              <a:avLst>
                <a:gd name="adj" fmla="val 50000"/>
              </a:avLst>
            </a:prstGeom>
            <a:solidFill>
              <a:schemeClr val="bg1"/>
            </a:solidFill>
            <a:ln w="12700">
              <a:solidFill>
                <a:srgbClr val="6262B2"/>
              </a:solidFill>
            </a:ln>
            <a:effectLst/>
          </p:spPr>
          <p:txBody>
            <a:bodyPr vert="horz" lIns="3240000" tIns="36000" rIns="360000" bIns="36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Heavy Industry Tools</a:t>
              </a:r>
              <a:endParaRPr lang="zh-CN" altLang="en-US" dirty="0"/>
            </a:p>
          </p:txBody>
        </p:sp>
        <p:sp>
          <p:nvSpPr>
            <p:cNvPr id="15" name="椭圆 14">
              <a:extLst>
                <a:ext uri="{FF2B5EF4-FFF2-40B4-BE49-F238E27FC236}">
                  <a16:creationId xmlns:a16="http://schemas.microsoft.com/office/drawing/2014/main" id="{8822E109-D7B5-5A5F-63DF-B666840A055D}"/>
                </a:ext>
              </a:extLst>
            </p:cNvPr>
            <p:cNvSpPr/>
            <p:nvPr/>
          </p:nvSpPr>
          <p:spPr>
            <a:xfrm>
              <a:off x="800099" y="2497119"/>
              <a:ext cx="576000" cy="576000"/>
            </a:xfrm>
            <a:prstGeom prst="ellipse">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3</a:t>
              </a:r>
              <a:endParaRPr lang="zh-CN" altLang="en-US" dirty="0">
                <a:solidFill>
                  <a:srgbClr val="6262B2"/>
                </a:solidFill>
              </a:endParaRPr>
            </a:p>
          </p:txBody>
        </p:sp>
        <p:sp>
          <p:nvSpPr>
            <p:cNvPr id="16" name="文本框 15">
              <a:extLst>
                <a:ext uri="{FF2B5EF4-FFF2-40B4-BE49-F238E27FC236}">
                  <a16:creationId xmlns:a16="http://schemas.microsoft.com/office/drawing/2014/main" id="{00C8D6D7-12A5-4829-E7D7-41BAA7ED1BC6}"/>
                </a:ext>
              </a:extLst>
            </p:cNvPr>
            <p:cNvSpPr txBox="1"/>
            <p:nvPr/>
          </p:nvSpPr>
          <p:spPr>
            <a:xfrm>
              <a:off x="1480198" y="2554286"/>
              <a:ext cx="2579552" cy="461665"/>
            </a:xfrm>
            <a:prstGeom prst="rect">
              <a:avLst/>
            </a:prstGeom>
            <a:noFill/>
          </p:spPr>
          <p:txBody>
            <a:bodyPr wrap="none" rtlCol="0">
              <a:spAutoFit/>
            </a:bodyPr>
            <a:lstStyle/>
            <a:p>
              <a:r>
                <a:rPr lang="en-US" altLang="zh-CN" sz="2400" dirty="0">
                  <a:solidFill>
                    <a:srgbClr val="6262B2"/>
                  </a:solidFill>
                </a:rPr>
                <a:t>Superior Soft Skill</a:t>
              </a:r>
              <a:endParaRPr lang="zh-CN" altLang="en-US" sz="2400" dirty="0">
                <a:solidFill>
                  <a:srgbClr val="6262B2"/>
                </a:solidFill>
              </a:endParaRPr>
            </a:p>
          </p:txBody>
        </p:sp>
      </p:grpSp>
      <p:grpSp>
        <p:nvGrpSpPr>
          <p:cNvPr id="17" name="组合 16">
            <a:extLst>
              <a:ext uri="{FF2B5EF4-FFF2-40B4-BE49-F238E27FC236}">
                <a16:creationId xmlns:a16="http://schemas.microsoft.com/office/drawing/2014/main" id="{0EEB1BCF-D72A-C9A6-8B65-4BB730F2D741}"/>
              </a:ext>
            </a:extLst>
          </p:cNvPr>
          <p:cNvGrpSpPr/>
          <p:nvPr/>
        </p:nvGrpSpPr>
        <p:grpSpPr>
          <a:xfrm>
            <a:off x="2638020" y="5711645"/>
            <a:ext cx="8640000" cy="720000"/>
            <a:chOff x="696000" y="2425119"/>
            <a:chExt cx="8640000" cy="720000"/>
          </a:xfrm>
        </p:grpSpPr>
        <p:sp>
          <p:nvSpPr>
            <p:cNvPr id="18" name="内容占位符 8">
              <a:extLst>
                <a:ext uri="{FF2B5EF4-FFF2-40B4-BE49-F238E27FC236}">
                  <a16:creationId xmlns:a16="http://schemas.microsoft.com/office/drawing/2014/main" id="{42DA7E56-CC37-7A25-2AB9-1B8095F294E6}"/>
                </a:ext>
              </a:extLst>
            </p:cNvPr>
            <p:cNvSpPr txBox="1">
              <a:spLocks/>
            </p:cNvSpPr>
            <p:nvPr/>
          </p:nvSpPr>
          <p:spPr>
            <a:xfrm>
              <a:off x="696000" y="2425119"/>
              <a:ext cx="8640000" cy="720000"/>
            </a:xfrm>
            <a:prstGeom prst="roundRect">
              <a:avLst>
                <a:gd name="adj" fmla="val 50000"/>
              </a:avLst>
            </a:prstGeom>
            <a:solidFill>
              <a:schemeClr val="bg1"/>
            </a:solidFill>
            <a:ln w="12700">
              <a:solidFill>
                <a:srgbClr val="6262B2"/>
              </a:solidFill>
            </a:ln>
            <a:effectLst/>
          </p:spPr>
          <p:txBody>
            <a:bodyPr vert="horz" lIns="3240000" tIns="36000" rIns="360000" bIns="36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a:t>Your Mind</a:t>
              </a:r>
              <a:endParaRPr lang="zh-CN" altLang="en-US" dirty="0"/>
            </a:p>
          </p:txBody>
        </p:sp>
        <p:sp>
          <p:nvSpPr>
            <p:cNvPr id="19" name="椭圆 18">
              <a:extLst>
                <a:ext uri="{FF2B5EF4-FFF2-40B4-BE49-F238E27FC236}">
                  <a16:creationId xmlns:a16="http://schemas.microsoft.com/office/drawing/2014/main" id="{60DB3AB1-D914-EE2B-8CFC-34E6E7B86AC1}"/>
                </a:ext>
              </a:extLst>
            </p:cNvPr>
            <p:cNvSpPr/>
            <p:nvPr/>
          </p:nvSpPr>
          <p:spPr>
            <a:xfrm>
              <a:off x="800099" y="2497119"/>
              <a:ext cx="576000" cy="576000"/>
            </a:xfrm>
            <a:prstGeom prst="ellipse">
              <a:avLst/>
            </a:prstGeom>
            <a:solidFill>
              <a:srgbClr val="D8B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262B2"/>
                  </a:solidFill>
                </a:rPr>
                <a:t>4</a:t>
              </a:r>
              <a:endParaRPr lang="zh-CN" altLang="en-US" dirty="0">
                <a:solidFill>
                  <a:srgbClr val="6262B2"/>
                </a:solidFill>
              </a:endParaRPr>
            </a:p>
          </p:txBody>
        </p:sp>
        <p:sp>
          <p:nvSpPr>
            <p:cNvPr id="20" name="文本框 19">
              <a:extLst>
                <a:ext uri="{FF2B5EF4-FFF2-40B4-BE49-F238E27FC236}">
                  <a16:creationId xmlns:a16="http://schemas.microsoft.com/office/drawing/2014/main" id="{2C8686B1-8D66-C2DB-57EE-9099BEA2A88C}"/>
                </a:ext>
              </a:extLst>
            </p:cNvPr>
            <p:cNvSpPr txBox="1"/>
            <p:nvPr/>
          </p:nvSpPr>
          <p:spPr>
            <a:xfrm>
              <a:off x="1480198" y="2554286"/>
              <a:ext cx="2069797" cy="461665"/>
            </a:xfrm>
            <a:prstGeom prst="rect">
              <a:avLst/>
            </a:prstGeom>
            <a:noFill/>
          </p:spPr>
          <p:txBody>
            <a:bodyPr wrap="none" rtlCol="0">
              <a:spAutoFit/>
            </a:bodyPr>
            <a:lstStyle/>
            <a:p>
              <a:r>
                <a:rPr lang="en-US" altLang="zh-CN" sz="2400" dirty="0">
                  <a:solidFill>
                    <a:srgbClr val="6262B2"/>
                  </a:solidFill>
                </a:rPr>
                <a:t>Mind Soft Skill</a:t>
              </a:r>
              <a:endParaRPr lang="zh-CN" altLang="en-US" sz="2400" dirty="0">
                <a:solidFill>
                  <a:srgbClr val="6262B2"/>
                </a:solidFill>
              </a:endParaRPr>
            </a:p>
          </p:txBody>
        </p:sp>
      </p:grpSp>
      <p:sp>
        <p:nvSpPr>
          <p:cNvPr id="22" name="箭头: 五边形 21">
            <a:extLst>
              <a:ext uri="{FF2B5EF4-FFF2-40B4-BE49-F238E27FC236}">
                <a16:creationId xmlns:a16="http://schemas.microsoft.com/office/drawing/2014/main" id="{A96B87DD-DEE1-A377-F8DB-E57749995CFD}"/>
              </a:ext>
            </a:extLst>
          </p:cNvPr>
          <p:cNvSpPr/>
          <p:nvPr/>
        </p:nvSpPr>
        <p:spPr>
          <a:xfrm rot="5400000">
            <a:off x="1520097" y="3225129"/>
            <a:ext cx="432000" cy="360000"/>
          </a:xfrm>
          <a:prstGeom prst="homePlate">
            <a:avLst/>
          </a:prstGeom>
          <a:gradFill flip="none" rotWithShape="1">
            <a:gsLst>
              <a:gs pos="0">
                <a:srgbClr val="F3FBFB"/>
              </a:gs>
              <a:gs pos="100000">
                <a:schemeClr val="bg1"/>
              </a:gs>
            </a:gsLst>
            <a:lin ang="0" scaled="1"/>
            <a:tileRect/>
          </a:gradFill>
          <a:ln w="12700">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五边形 23">
            <a:extLst>
              <a:ext uri="{FF2B5EF4-FFF2-40B4-BE49-F238E27FC236}">
                <a16:creationId xmlns:a16="http://schemas.microsoft.com/office/drawing/2014/main" id="{D35572E7-3B6E-A70C-3533-911CD980A842}"/>
              </a:ext>
            </a:extLst>
          </p:cNvPr>
          <p:cNvSpPr/>
          <p:nvPr/>
        </p:nvSpPr>
        <p:spPr>
          <a:xfrm rot="5400000">
            <a:off x="2166119" y="4307645"/>
            <a:ext cx="432000" cy="360000"/>
          </a:xfrm>
          <a:prstGeom prst="homePlate">
            <a:avLst/>
          </a:prstGeom>
          <a:gradFill flip="none" rotWithShape="1">
            <a:gsLst>
              <a:gs pos="0">
                <a:srgbClr val="F3FBFB"/>
              </a:gs>
              <a:gs pos="100000">
                <a:schemeClr val="bg1"/>
              </a:gs>
            </a:gsLst>
            <a:lin ang="0" scaled="1"/>
            <a:tileRect/>
          </a:gradFill>
          <a:ln w="12700">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五边形 25">
            <a:extLst>
              <a:ext uri="{FF2B5EF4-FFF2-40B4-BE49-F238E27FC236}">
                <a16:creationId xmlns:a16="http://schemas.microsoft.com/office/drawing/2014/main" id="{84D863CC-F2CB-6F6A-AF3E-853D4C921D30}"/>
              </a:ext>
            </a:extLst>
          </p:cNvPr>
          <p:cNvSpPr/>
          <p:nvPr/>
        </p:nvSpPr>
        <p:spPr>
          <a:xfrm rot="5400000">
            <a:off x="2814119" y="5386884"/>
            <a:ext cx="432000" cy="360000"/>
          </a:xfrm>
          <a:prstGeom prst="homePlate">
            <a:avLst/>
          </a:prstGeom>
          <a:gradFill flip="none" rotWithShape="1">
            <a:gsLst>
              <a:gs pos="0">
                <a:srgbClr val="F3FBFB"/>
              </a:gs>
              <a:gs pos="100000">
                <a:schemeClr val="bg1"/>
              </a:gs>
            </a:gsLst>
            <a:lin ang="0" scaled="1"/>
            <a:tileRect/>
          </a:gradFill>
          <a:ln w="12700">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V 形 26">
            <a:extLst>
              <a:ext uri="{FF2B5EF4-FFF2-40B4-BE49-F238E27FC236}">
                <a16:creationId xmlns:a16="http://schemas.microsoft.com/office/drawing/2014/main" id="{5CE10CED-52EC-969D-AA20-17B84231EDE3}"/>
              </a:ext>
            </a:extLst>
          </p:cNvPr>
          <p:cNvSpPr/>
          <p:nvPr/>
        </p:nvSpPr>
        <p:spPr>
          <a:xfrm rot="5400000">
            <a:off x="1628097" y="3297129"/>
            <a:ext cx="216000" cy="216000"/>
          </a:xfrm>
          <a:prstGeom prst="chevron">
            <a:avLst/>
          </a:prstGeom>
          <a:solidFill>
            <a:srgbClr val="C0AD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箭头: V 形 28">
            <a:extLst>
              <a:ext uri="{FF2B5EF4-FFF2-40B4-BE49-F238E27FC236}">
                <a16:creationId xmlns:a16="http://schemas.microsoft.com/office/drawing/2014/main" id="{986929B7-DD62-C601-0A43-36F7A4A68445}"/>
              </a:ext>
            </a:extLst>
          </p:cNvPr>
          <p:cNvSpPr/>
          <p:nvPr/>
        </p:nvSpPr>
        <p:spPr>
          <a:xfrm rot="5400000">
            <a:off x="2274119" y="4379645"/>
            <a:ext cx="216000" cy="216000"/>
          </a:xfrm>
          <a:prstGeom prst="chevron">
            <a:avLst/>
          </a:prstGeom>
          <a:solidFill>
            <a:srgbClr val="C0AD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箭头: V 形 30">
            <a:extLst>
              <a:ext uri="{FF2B5EF4-FFF2-40B4-BE49-F238E27FC236}">
                <a16:creationId xmlns:a16="http://schemas.microsoft.com/office/drawing/2014/main" id="{23E77C63-25A8-9D5E-EA6A-739E7105F248}"/>
              </a:ext>
            </a:extLst>
          </p:cNvPr>
          <p:cNvSpPr/>
          <p:nvPr/>
        </p:nvSpPr>
        <p:spPr>
          <a:xfrm rot="5400000">
            <a:off x="2922119" y="5459265"/>
            <a:ext cx="216000" cy="216000"/>
          </a:xfrm>
          <a:prstGeom prst="chevron">
            <a:avLst/>
          </a:prstGeom>
          <a:solidFill>
            <a:srgbClr val="C0AD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矩形: 圆角 31">
            <a:extLst>
              <a:ext uri="{FF2B5EF4-FFF2-40B4-BE49-F238E27FC236}">
                <a16:creationId xmlns:a16="http://schemas.microsoft.com/office/drawing/2014/main" id="{21BE9675-E556-582A-D605-62B5F65E7372}"/>
              </a:ext>
            </a:extLst>
          </p:cNvPr>
          <p:cNvSpPr/>
          <p:nvPr/>
        </p:nvSpPr>
        <p:spPr>
          <a:xfrm>
            <a:off x="11064000" y="5855644"/>
            <a:ext cx="432000" cy="432000"/>
          </a:xfrm>
          <a:prstGeom prst="roundRect">
            <a:avLst>
              <a:gd name="adj" fmla="val 30149"/>
            </a:avLst>
          </a:prstGeom>
          <a:solidFill>
            <a:srgbClr val="D8BEEC"/>
          </a:solidFill>
          <a:ln w="12700">
            <a:solidFill>
              <a:srgbClr val="6262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a:t>
            </a:r>
          </a:p>
        </p:txBody>
      </p:sp>
    </p:spTree>
    <p:extLst>
      <p:ext uri="{BB962C8B-B14F-4D97-AF65-F5344CB8AC3E}">
        <p14:creationId xmlns:p14="http://schemas.microsoft.com/office/powerpoint/2010/main" val="1028050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8041D8-7784-1929-00F3-38D2B48502CB}"/>
              </a:ext>
            </a:extLst>
          </p:cNvPr>
          <p:cNvSpPr>
            <a:spLocks noGrp="1"/>
          </p:cNvSpPr>
          <p:nvPr>
            <p:ph type="title"/>
          </p:nvPr>
        </p:nvSpPr>
        <p:spPr/>
        <p:txBody>
          <a:bodyPr/>
          <a:lstStyle/>
          <a:p>
            <a:r>
              <a:rPr lang="en-US" altLang="zh-CN" dirty="0"/>
              <a:t>Evolution and Considering</a:t>
            </a:r>
            <a:endParaRPr lang="zh-CN" altLang="en-US" dirty="0"/>
          </a:p>
        </p:txBody>
      </p:sp>
      <p:sp>
        <p:nvSpPr>
          <p:cNvPr id="3" name="内容占位符 2">
            <a:extLst>
              <a:ext uri="{FF2B5EF4-FFF2-40B4-BE49-F238E27FC236}">
                <a16:creationId xmlns:a16="http://schemas.microsoft.com/office/drawing/2014/main" id="{55248D75-69D7-4E6B-40FE-A7F21B3C5082}"/>
              </a:ext>
            </a:extLst>
          </p:cNvPr>
          <p:cNvSpPr>
            <a:spLocks noGrp="1"/>
          </p:cNvSpPr>
          <p:nvPr>
            <p:ph idx="1"/>
          </p:nvPr>
        </p:nvSpPr>
        <p:spPr>
          <a:xfrm>
            <a:off x="696000" y="1533130"/>
            <a:ext cx="10800000" cy="576000"/>
          </a:xfrm>
          <a:prstGeom prst="round2SameRect">
            <a:avLst/>
          </a:prstGeom>
          <a:gradFill flip="none" rotWithShape="1">
            <a:gsLst>
              <a:gs pos="0">
                <a:schemeClr val="accent1">
                  <a:lumMod val="5000"/>
                  <a:lumOff val="95000"/>
                </a:schemeClr>
              </a:gs>
              <a:gs pos="100000">
                <a:schemeClr val="tx2">
                  <a:lumMod val="10000"/>
                  <a:lumOff val="90000"/>
                </a:schemeClr>
              </a:gs>
            </a:gsLst>
            <a:lin ang="0" scaled="1"/>
            <a:tileRect/>
          </a:gradFill>
          <a:ln w="12700">
            <a:solidFill>
              <a:schemeClr val="tx2">
                <a:lumMod val="25000"/>
                <a:lumOff val="75000"/>
              </a:schemeClr>
            </a:solidFill>
          </a:ln>
        </p:spPr>
        <p:txBody>
          <a:bodyPr lIns="216000" tIns="36000" rIns="144000" bIns="36000" anchor="ctr">
            <a:normAutofit/>
          </a:bodyPr>
          <a:lstStyle/>
          <a:p>
            <a:pPr marL="0" indent="0">
              <a:buNone/>
            </a:pPr>
            <a:r>
              <a:rPr lang="en-US" altLang="zh-CN" sz="2400" dirty="0"/>
              <a:t>The key is to identify the most suitable one</a:t>
            </a:r>
            <a:endParaRPr lang="zh-CN" altLang="en-US" sz="2400" dirty="0"/>
          </a:p>
        </p:txBody>
      </p:sp>
      <p:sp>
        <p:nvSpPr>
          <p:cNvPr id="4" name="箭头: 五边形 3">
            <a:extLst>
              <a:ext uri="{FF2B5EF4-FFF2-40B4-BE49-F238E27FC236}">
                <a16:creationId xmlns:a16="http://schemas.microsoft.com/office/drawing/2014/main" id="{BD0A0DD1-EDBB-FACD-DE2B-3D772DDDBCA5}"/>
              </a:ext>
            </a:extLst>
          </p:cNvPr>
          <p:cNvSpPr/>
          <p:nvPr/>
        </p:nvSpPr>
        <p:spPr>
          <a:xfrm>
            <a:off x="696000" y="2562260"/>
            <a:ext cx="4320000" cy="1440000"/>
          </a:xfrm>
          <a:prstGeom prst="homePlate">
            <a:avLst/>
          </a:prstGeom>
          <a:gradFill>
            <a:gsLst>
              <a:gs pos="0">
                <a:schemeClr val="accent5">
                  <a:lumMod val="40000"/>
                  <a:lumOff val="60000"/>
                </a:schemeClr>
              </a:gs>
              <a:gs pos="100000">
                <a:schemeClr val="accent5">
                  <a:lumMod val="20000"/>
                  <a:lumOff val="80000"/>
                </a:schemeClr>
              </a:gs>
            </a:gsLst>
            <a:lin ang="5400000" scaled="1"/>
          </a:gra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36000" rIns="144000" bIns="36000" rtlCol="0" anchor="ctr"/>
          <a:lstStyle/>
          <a:p>
            <a:r>
              <a:rPr lang="en-US" altLang="zh-CN" sz="2400" dirty="0">
                <a:solidFill>
                  <a:schemeClr val="tx1"/>
                </a:solidFill>
              </a:rPr>
              <a:t>Different</a:t>
            </a:r>
            <a:endParaRPr lang="zh-CN" altLang="en-US" sz="2400" dirty="0">
              <a:solidFill>
                <a:schemeClr val="tx1"/>
              </a:solidFill>
            </a:endParaRPr>
          </a:p>
        </p:txBody>
      </p:sp>
      <p:sp>
        <p:nvSpPr>
          <p:cNvPr id="5" name="箭头: V 形 4">
            <a:extLst>
              <a:ext uri="{FF2B5EF4-FFF2-40B4-BE49-F238E27FC236}">
                <a16:creationId xmlns:a16="http://schemas.microsoft.com/office/drawing/2014/main" id="{8D772945-8A84-69E6-CADD-D6324FB8BAC1}"/>
              </a:ext>
            </a:extLst>
          </p:cNvPr>
          <p:cNvSpPr/>
          <p:nvPr/>
        </p:nvSpPr>
        <p:spPr>
          <a:xfrm>
            <a:off x="5016000" y="2562260"/>
            <a:ext cx="6480000" cy="1440000"/>
          </a:xfrm>
          <a:prstGeom prst="chevron">
            <a:avLst/>
          </a:prstGeom>
          <a:gradFill>
            <a:gsLst>
              <a:gs pos="0">
                <a:schemeClr val="accent6">
                  <a:lumMod val="40000"/>
                  <a:lumOff val="60000"/>
                </a:schemeClr>
              </a:gs>
              <a:gs pos="100000">
                <a:schemeClr val="accent6">
                  <a:lumMod val="20000"/>
                  <a:lumOff val="80000"/>
                </a:schemeClr>
              </a:gs>
            </a:gsLst>
            <a:lin ang="5400000" scaled="1"/>
          </a:gra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rPr>
              <a:t>Different</a:t>
            </a:r>
            <a:endParaRPr lang="zh-CN" altLang="en-US" sz="2400" dirty="0">
              <a:solidFill>
                <a:schemeClr val="tx1"/>
              </a:solidFill>
            </a:endParaRPr>
          </a:p>
        </p:txBody>
      </p:sp>
      <p:sp>
        <p:nvSpPr>
          <p:cNvPr id="6" name="矩形: 圆角 5">
            <a:extLst>
              <a:ext uri="{FF2B5EF4-FFF2-40B4-BE49-F238E27FC236}">
                <a16:creationId xmlns:a16="http://schemas.microsoft.com/office/drawing/2014/main" id="{4F3FE142-CF82-267D-1CC1-756B17A6B51E}"/>
              </a:ext>
            </a:extLst>
          </p:cNvPr>
          <p:cNvSpPr/>
          <p:nvPr/>
        </p:nvSpPr>
        <p:spPr>
          <a:xfrm>
            <a:off x="7092248" y="2643163"/>
            <a:ext cx="3960000" cy="576000"/>
          </a:xfrm>
          <a:prstGeom prst="roundRect">
            <a:avLst/>
          </a:prstGeom>
          <a:solidFill>
            <a:schemeClr val="bg1"/>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36000" rIns="72000" bIns="36000" rtlCol="0" anchor="ctr"/>
          <a:lstStyle/>
          <a:p>
            <a:r>
              <a:rPr lang="en-US" altLang="zh-CN" sz="2400" dirty="0">
                <a:solidFill>
                  <a:schemeClr val="tx1"/>
                </a:solidFill>
              </a:rPr>
              <a:t>Approaches</a:t>
            </a:r>
            <a:endParaRPr lang="zh-CN" altLang="en-US" sz="2400" dirty="0">
              <a:solidFill>
                <a:schemeClr val="tx1"/>
              </a:solidFill>
            </a:endParaRPr>
          </a:p>
        </p:txBody>
      </p:sp>
      <p:sp>
        <p:nvSpPr>
          <p:cNvPr id="8" name="矩形: 圆角 7">
            <a:extLst>
              <a:ext uri="{FF2B5EF4-FFF2-40B4-BE49-F238E27FC236}">
                <a16:creationId xmlns:a16="http://schemas.microsoft.com/office/drawing/2014/main" id="{9DEFFDEE-5274-1451-21CA-C7B1D9C526A3}"/>
              </a:ext>
            </a:extLst>
          </p:cNvPr>
          <p:cNvSpPr/>
          <p:nvPr/>
        </p:nvSpPr>
        <p:spPr>
          <a:xfrm>
            <a:off x="7092248" y="3350838"/>
            <a:ext cx="3960000" cy="576000"/>
          </a:xfrm>
          <a:prstGeom prst="roundRect">
            <a:avLst/>
          </a:prstGeom>
          <a:solidFill>
            <a:schemeClr val="bg1"/>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36000" rIns="72000" bIns="36000" rtlCol="0" anchor="ctr"/>
          <a:lstStyle/>
          <a:p>
            <a:r>
              <a:rPr lang="en-US" altLang="zh-CN" sz="2400" dirty="0">
                <a:solidFill>
                  <a:schemeClr val="tx1"/>
                </a:solidFill>
              </a:rPr>
              <a:t>Optimization strategies</a:t>
            </a:r>
            <a:endParaRPr lang="zh-CN" altLang="en-US" sz="2400" dirty="0">
              <a:solidFill>
                <a:schemeClr val="tx1"/>
              </a:solidFill>
            </a:endParaRPr>
          </a:p>
        </p:txBody>
      </p:sp>
      <p:sp>
        <p:nvSpPr>
          <p:cNvPr id="10" name="矩形: 圆角 9">
            <a:extLst>
              <a:ext uri="{FF2B5EF4-FFF2-40B4-BE49-F238E27FC236}">
                <a16:creationId xmlns:a16="http://schemas.microsoft.com/office/drawing/2014/main" id="{0879DB81-2924-BDEA-FC8A-311B831A0A4B}"/>
              </a:ext>
            </a:extLst>
          </p:cNvPr>
          <p:cNvSpPr/>
          <p:nvPr/>
        </p:nvSpPr>
        <p:spPr>
          <a:xfrm>
            <a:off x="2262513" y="2994260"/>
            <a:ext cx="2154846" cy="576000"/>
          </a:xfrm>
          <a:prstGeom prst="roundRect">
            <a:avLst/>
          </a:prstGeom>
          <a:solidFill>
            <a:schemeClr val="bg1"/>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36000" rIns="72000" bIns="36000" rtlCol="0" anchor="ctr"/>
          <a:lstStyle/>
          <a:p>
            <a:r>
              <a:rPr lang="en-US" altLang="zh-CN" sz="2400" dirty="0">
                <a:solidFill>
                  <a:schemeClr val="tx1"/>
                </a:solidFill>
              </a:rPr>
              <a:t>Scenarios</a:t>
            </a:r>
            <a:endParaRPr lang="zh-CN" altLang="en-US" sz="2400" dirty="0">
              <a:solidFill>
                <a:schemeClr val="tx1"/>
              </a:solidFill>
            </a:endParaRPr>
          </a:p>
        </p:txBody>
      </p:sp>
      <p:pic>
        <p:nvPicPr>
          <p:cNvPr id="12" name="图形 11" descr="机器人 轮廓">
            <a:extLst>
              <a:ext uri="{FF2B5EF4-FFF2-40B4-BE49-F238E27FC236}">
                <a16:creationId xmlns:a16="http://schemas.microsoft.com/office/drawing/2014/main" id="{6EAB985A-7CA1-9A53-9EBD-AC401A3E29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000" y="5490000"/>
            <a:ext cx="1008000" cy="1008000"/>
          </a:xfrm>
          <a:prstGeom prst="rect">
            <a:avLst/>
          </a:prstGeom>
        </p:spPr>
      </p:pic>
      <p:sp>
        <p:nvSpPr>
          <p:cNvPr id="13" name="矩形 12">
            <a:extLst>
              <a:ext uri="{FF2B5EF4-FFF2-40B4-BE49-F238E27FC236}">
                <a16:creationId xmlns:a16="http://schemas.microsoft.com/office/drawing/2014/main" id="{A57D0F96-5102-70B6-AE03-98FD83BDF480}"/>
              </a:ext>
            </a:extLst>
          </p:cNvPr>
          <p:cNvSpPr/>
          <p:nvPr/>
        </p:nvSpPr>
        <p:spPr>
          <a:xfrm>
            <a:off x="6432000" y="5814000"/>
            <a:ext cx="5760000" cy="360000"/>
          </a:xfrm>
          <a:prstGeom prst="rect">
            <a:avLst/>
          </a:prstGeom>
          <a:gradFill flip="none" rotWithShape="1">
            <a:gsLst>
              <a:gs pos="0">
                <a:srgbClr val="C0ADD7">
                  <a:alpha val="0"/>
                </a:srgbClr>
              </a:gs>
              <a:gs pos="100000">
                <a:srgbClr val="D8BEEC"/>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8987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798C04-8CC1-1E9B-3853-CB0D082CE027}"/>
              </a:ext>
            </a:extLst>
          </p:cNvPr>
          <p:cNvSpPr>
            <a:spLocks noGrp="1"/>
          </p:cNvSpPr>
          <p:nvPr>
            <p:ph type="title"/>
          </p:nvPr>
        </p:nvSpPr>
        <p:spPr/>
        <p:txBody>
          <a:bodyPr/>
          <a:lstStyle/>
          <a:p>
            <a:r>
              <a:rPr lang="en-US" altLang="zh-CN" dirty="0"/>
              <a:t>What’s Next</a:t>
            </a:r>
            <a:endParaRPr lang="zh-CN" altLang="en-US" dirty="0"/>
          </a:p>
        </p:txBody>
      </p:sp>
      <p:sp>
        <p:nvSpPr>
          <p:cNvPr id="3" name="内容占位符 2">
            <a:extLst>
              <a:ext uri="{FF2B5EF4-FFF2-40B4-BE49-F238E27FC236}">
                <a16:creationId xmlns:a16="http://schemas.microsoft.com/office/drawing/2014/main" id="{77232697-0D03-28D8-73AD-9D339A05B2F5}"/>
              </a:ext>
            </a:extLst>
          </p:cNvPr>
          <p:cNvSpPr>
            <a:spLocks noGrp="1"/>
          </p:cNvSpPr>
          <p:nvPr>
            <p:ph idx="1"/>
          </p:nvPr>
        </p:nvSpPr>
        <p:spPr>
          <a:xfrm>
            <a:off x="696000" y="1533130"/>
            <a:ext cx="10800000" cy="2520000"/>
          </a:xfrm>
        </p:spPr>
        <p:txBody>
          <a:bodyPr>
            <a:normAutofit/>
          </a:bodyPr>
          <a:lstStyle/>
          <a:p>
            <a:pPr marL="355600" indent="-355600"/>
            <a:r>
              <a:rPr lang="en-US" altLang="zh-CN" sz="2400" dirty="0"/>
              <a:t>Reconsider what you truly want to achieve with AI.</a:t>
            </a:r>
          </a:p>
          <a:p>
            <a:pPr marL="355600" indent="-355600"/>
            <a:r>
              <a:rPr lang="en-US" altLang="zh-CN" sz="2400" dirty="0"/>
              <a:t>Identify the prerequisites, processing rules, and output format required to achieve the goal.</a:t>
            </a:r>
          </a:p>
          <a:p>
            <a:pPr marL="355600" indent="-355600"/>
            <a:r>
              <a:rPr lang="en-US" altLang="zh-CN" sz="2400" dirty="0"/>
              <a:t>Prepare everything that can be handled in advance—and, where possible, turn it into a tool.</a:t>
            </a:r>
          </a:p>
        </p:txBody>
      </p:sp>
      <p:grpSp>
        <p:nvGrpSpPr>
          <p:cNvPr id="220" name="组合 219">
            <a:extLst>
              <a:ext uri="{FF2B5EF4-FFF2-40B4-BE49-F238E27FC236}">
                <a16:creationId xmlns:a16="http://schemas.microsoft.com/office/drawing/2014/main" id="{82F791DA-3E5E-1156-1D90-3091ED92B996}"/>
              </a:ext>
            </a:extLst>
          </p:cNvPr>
          <p:cNvGrpSpPr/>
          <p:nvPr/>
        </p:nvGrpSpPr>
        <p:grpSpPr>
          <a:xfrm>
            <a:off x="0" y="4557382"/>
            <a:ext cx="12192000" cy="2286013"/>
            <a:chOff x="0" y="2301519"/>
            <a:chExt cx="12192000" cy="2286013"/>
          </a:xfrm>
        </p:grpSpPr>
        <p:grpSp>
          <p:nvGrpSpPr>
            <p:cNvPr id="10" name="图形 5" descr="一个城市街区">
              <a:extLst>
                <a:ext uri="{FF2B5EF4-FFF2-40B4-BE49-F238E27FC236}">
                  <a16:creationId xmlns:a16="http://schemas.microsoft.com/office/drawing/2014/main" id="{AD15C4F1-7C07-FDA3-5A24-360316396AA0}"/>
                </a:ext>
              </a:extLst>
            </p:cNvPr>
            <p:cNvGrpSpPr/>
            <p:nvPr/>
          </p:nvGrpSpPr>
          <p:grpSpPr>
            <a:xfrm>
              <a:off x="0" y="2492032"/>
              <a:ext cx="1143647" cy="2095500"/>
              <a:chOff x="0" y="2492032"/>
              <a:chExt cx="1143647" cy="2095500"/>
            </a:xfrm>
          </p:grpSpPr>
          <p:sp>
            <p:nvSpPr>
              <p:cNvPr id="11" name="矩形 10">
                <a:extLst>
                  <a:ext uri="{FF2B5EF4-FFF2-40B4-BE49-F238E27FC236}">
                    <a16:creationId xmlns:a16="http://schemas.microsoft.com/office/drawing/2014/main" id="{73BB022A-B6C9-3888-86D8-DC179D5E043E}"/>
                  </a:ext>
                </a:extLst>
              </p:cNvPr>
              <p:cNvSpPr/>
              <p:nvPr/>
            </p:nvSpPr>
            <p:spPr>
              <a:xfrm>
                <a:off x="0" y="2492032"/>
                <a:ext cx="1143647" cy="2095500"/>
              </a:xfrm>
              <a:prstGeom prst="rect">
                <a:avLst/>
              </a:prstGeom>
              <a:solidFill>
                <a:srgbClr val="FFFFFF"/>
              </a:solidFill>
              <a:ln w="6350" cap="flat">
                <a:noFill/>
                <a:prstDash val="solid"/>
                <a:miter/>
              </a:ln>
            </p:spPr>
            <p:txBody>
              <a:bodyPr/>
              <a:lstStyle/>
              <a:p>
                <a:endParaRPr lang="zh-CN" altLang="en-US"/>
              </a:p>
            </p:txBody>
          </p:sp>
          <p:grpSp>
            <p:nvGrpSpPr>
              <p:cNvPr id="12" name="图形 5" descr="一个城市街区">
                <a:extLst>
                  <a:ext uri="{FF2B5EF4-FFF2-40B4-BE49-F238E27FC236}">
                    <a16:creationId xmlns:a16="http://schemas.microsoft.com/office/drawing/2014/main" id="{60D86F66-AEEE-EE5F-24C3-19C54DFD6127}"/>
                  </a:ext>
                </a:extLst>
              </p:cNvPr>
              <p:cNvGrpSpPr/>
              <p:nvPr/>
            </p:nvGrpSpPr>
            <p:grpSpPr>
              <a:xfrm>
                <a:off x="0" y="2682525"/>
                <a:ext cx="876300" cy="476250"/>
                <a:chOff x="0" y="2682525"/>
                <a:chExt cx="876300" cy="476250"/>
              </a:xfrm>
              <a:solidFill>
                <a:srgbClr val="D2D2D2"/>
              </a:solidFill>
            </p:grpSpPr>
            <p:sp>
              <p:nvSpPr>
                <p:cNvPr id="13" name="矩形 12">
                  <a:extLst>
                    <a:ext uri="{FF2B5EF4-FFF2-40B4-BE49-F238E27FC236}">
                      <a16:creationId xmlns:a16="http://schemas.microsoft.com/office/drawing/2014/main" id="{56A0B9FC-C15B-D161-1BCB-BEF9D9F98A58}"/>
                    </a:ext>
                  </a:extLst>
                </p:cNvPr>
                <p:cNvSpPr/>
                <p:nvPr/>
              </p:nvSpPr>
              <p:spPr>
                <a:xfrm>
                  <a:off x="495300" y="3139725"/>
                  <a:ext cx="381000" cy="19050"/>
                </a:xfrm>
                <a:prstGeom prst="rect">
                  <a:avLst/>
                </a:prstGeom>
                <a:solidFill>
                  <a:srgbClr val="D2D2D2"/>
                </a:solidFill>
                <a:ln w="6350" cap="flat">
                  <a:noFill/>
                  <a:prstDash val="solid"/>
                  <a:miter/>
                </a:ln>
              </p:spPr>
              <p:txBody>
                <a:bodyPr/>
                <a:lstStyle/>
                <a:p>
                  <a:endParaRPr lang="zh-CN" altLang="en-US"/>
                </a:p>
              </p:txBody>
            </p:sp>
            <p:sp>
              <p:nvSpPr>
                <p:cNvPr id="14" name="矩形 13">
                  <a:extLst>
                    <a:ext uri="{FF2B5EF4-FFF2-40B4-BE49-F238E27FC236}">
                      <a16:creationId xmlns:a16="http://schemas.microsoft.com/office/drawing/2014/main" id="{937328BE-FCC4-795D-A03B-BCED8A104550}"/>
                    </a:ext>
                  </a:extLst>
                </p:cNvPr>
                <p:cNvSpPr/>
                <p:nvPr/>
              </p:nvSpPr>
              <p:spPr>
                <a:xfrm>
                  <a:off x="0" y="2682525"/>
                  <a:ext cx="876300" cy="19050"/>
                </a:xfrm>
                <a:prstGeom prst="rect">
                  <a:avLst/>
                </a:prstGeom>
                <a:solidFill>
                  <a:srgbClr val="D2D2D2"/>
                </a:solidFill>
                <a:ln w="6350" cap="flat">
                  <a:noFill/>
                  <a:prstDash val="solid"/>
                  <a:miter/>
                </a:ln>
              </p:spPr>
              <p:txBody>
                <a:bodyPr/>
                <a:lstStyle/>
                <a:p>
                  <a:endParaRPr lang="zh-CN" altLang="en-US"/>
                </a:p>
              </p:txBody>
            </p:sp>
            <p:sp>
              <p:nvSpPr>
                <p:cNvPr id="15" name="矩形 14">
                  <a:extLst>
                    <a:ext uri="{FF2B5EF4-FFF2-40B4-BE49-F238E27FC236}">
                      <a16:creationId xmlns:a16="http://schemas.microsoft.com/office/drawing/2014/main" id="{91C002C2-A4D3-EFEA-47AD-3D86E0BC9E45}"/>
                    </a:ext>
                  </a:extLst>
                </p:cNvPr>
                <p:cNvSpPr/>
                <p:nvPr/>
              </p:nvSpPr>
              <p:spPr>
                <a:xfrm>
                  <a:off x="0" y="2758725"/>
                  <a:ext cx="876300" cy="19050"/>
                </a:xfrm>
                <a:prstGeom prst="rect">
                  <a:avLst/>
                </a:prstGeom>
                <a:solidFill>
                  <a:srgbClr val="D2D2D2"/>
                </a:solidFill>
                <a:ln w="6350" cap="flat">
                  <a:noFill/>
                  <a:prstDash val="solid"/>
                  <a:miter/>
                </a:ln>
              </p:spPr>
              <p:txBody>
                <a:bodyPr/>
                <a:lstStyle/>
                <a:p>
                  <a:endParaRPr lang="zh-CN" altLang="en-US"/>
                </a:p>
              </p:txBody>
            </p:sp>
            <p:sp>
              <p:nvSpPr>
                <p:cNvPr id="16" name="矩形 15">
                  <a:extLst>
                    <a:ext uri="{FF2B5EF4-FFF2-40B4-BE49-F238E27FC236}">
                      <a16:creationId xmlns:a16="http://schemas.microsoft.com/office/drawing/2014/main" id="{22A3EED5-CF79-8AC4-270D-4363E99820DA}"/>
                    </a:ext>
                  </a:extLst>
                </p:cNvPr>
                <p:cNvSpPr/>
                <p:nvPr/>
              </p:nvSpPr>
              <p:spPr>
                <a:xfrm>
                  <a:off x="0" y="2834925"/>
                  <a:ext cx="876300" cy="19050"/>
                </a:xfrm>
                <a:prstGeom prst="rect">
                  <a:avLst/>
                </a:prstGeom>
                <a:solidFill>
                  <a:srgbClr val="D2D2D2"/>
                </a:solidFill>
                <a:ln w="6350" cap="flat">
                  <a:noFill/>
                  <a:prstDash val="solid"/>
                  <a:miter/>
                </a:ln>
              </p:spPr>
              <p:txBody>
                <a:bodyPr/>
                <a:lstStyle/>
                <a:p>
                  <a:endParaRPr lang="zh-CN" altLang="en-US"/>
                </a:p>
              </p:txBody>
            </p:sp>
            <p:sp>
              <p:nvSpPr>
                <p:cNvPr id="17" name="矩形 16">
                  <a:extLst>
                    <a:ext uri="{FF2B5EF4-FFF2-40B4-BE49-F238E27FC236}">
                      <a16:creationId xmlns:a16="http://schemas.microsoft.com/office/drawing/2014/main" id="{FA4AD537-3BA1-A708-72E1-BCA755A0C0D7}"/>
                    </a:ext>
                  </a:extLst>
                </p:cNvPr>
                <p:cNvSpPr/>
                <p:nvPr/>
              </p:nvSpPr>
              <p:spPr>
                <a:xfrm>
                  <a:off x="495300" y="2911125"/>
                  <a:ext cx="381000" cy="19050"/>
                </a:xfrm>
                <a:prstGeom prst="rect">
                  <a:avLst/>
                </a:prstGeom>
                <a:solidFill>
                  <a:srgbClr val="D2D2D2"/>
                </a:solidFill>
                <a:ln w="6350" cap="flat">
                  <a:noFill/>
                  <a:prstDash val="solid"/>
                  <a:miter/>
                </a:ln>
              </p:spPr>
              <p:txBody>
                <a:bodyPr/>
                <a:lstStyle/>
                <a:p>
                  <a:endParaRPr lang="zh-CN" altLang="en-US"/>
                </a:p>
              </p:txBody>
            </p:sp>
            <p:sp>
              <p:nvSpPr>
                <p:cNvPr id="18" name="矩形 17">
                  <a:extLst>
                    <a:ext uri="{FF2B5EF4-FFF2-40B4-BE49-F238E27FC236}">
                      <a16:creationId xmlns:a16="http://schemas.microsoft.com/office/drawing/2014/main" id="{10F1064F-E514-6D6F-60AF-0C29C6F6D8BC}"/>
                    </a:ext>
                  </a:extLst>
                </p:cNvPr>
                <p:cNvSpPr/>
                <p:nvPr/>
              </p:nvSpPr>
              <p:spPr>
                <a:xfrm>
                  <a:off x="495300" y="2987325"/>
                  <a:ext cx="381000" cy="19050"/>
                </a:xfrm>
                <a:prstGeom prst="rect">
                  <a:avLst/>
                </a:prstGeom>
                <a:solidFill>
                  <a:srgbClr val="D2D2D2"/>
                </a:solidFill>
                <a:ln w="6350" cap="flat">
                  <a:noFill/>
                  <a:prstDash val="solid"/>
                  <a:miter/>
                </a:ln>
              </p:spPr>
              <p:txBody>
                <a:bodyPr/>
                <a:lstStyle/>
                <a:p>
                  <a:endParaRPr lang="zh-CN" altLang="en-US"/>
                </a:p>
              </p:txBody>
            </p:sp>
            <p:sp>
              <p:nvSpPr>
                <p:cNvPr id="19" name="矩形 18">
                  <a:extLst>
                    <a:ext uri="{FF2B5EF4-FFF2-40B4-BE49-F238E27FC236}">
                      <a16:creationId xmlns:a16="http://schemas.microsoft.com/office/drawing/2014/main" id="{97794070-8165-6271-AC41-77F22F57E34C}"/>
                    </a:ext>
                  </a:extLst>
                </p:cNvPr>
                <p:cNvSpPr/>
                <p:nvPr/>
              </p:nvSpPr>
              <p:spPr>
                <a:xfrm>
                  <a:off x="495300" y="3063525"/>
                  <a:ext cx="381000" cy="19050"/>
                </a:xfrm>
                <a:prstGeom prst="rect">
                  <a:avLst/>
                </a:prstGeom>
                <a:solidFill>
                  <a:srgbClr val="D2D2D2"/>
                </a:solidFill>
                <a:ln w="6350" cap="flat">
                  <a:noFill/>
                  <a:prstDash val="solid"/>
                  <a:miter/>
                </a:ln>
              </p:spPr>
              <p:txBody>
                <a:bodyPr/>
                <a:lstStyle/>
                <a:p>
                  <a:endParaRPr lang="zh-CN" altLang="en-US"/>
                </a:p>
              </p:txBody>
            </p:sp>
          </p:grpSp>
        </p:grpSp>
        <p:grpSp>
          <p:nvGrpSpPr>
            <p:cNvPr id="20" name="图形 5" descr="一个城市街区">
              <a:extLst>
                <a:ext uri="{FF2B5EF4-FFF2-40B4-BE49-F238E27FC236}">
                  <a16:creationId xmlns:a16="http://schemas.microsoft.com/office/drawing/2014/main" id="{420A3597-D49F-9A95-EC63-9524B13996F6}"/>
                </a:ext>
              </a:extLst>
            </p:cNvPr>
            <p:cNvGrpSpPr/>
            <p:nvPr/>
          </p:nvGrpSpPr>
          <p:grpSpPr>
            <a:xfrm>
              <a:off x="3427336" y="2681674"/>
              <a:ext cx="1164272" cy="1905857"/>
              <a:chOff x="3427336" y="2681674"/>
              <a:chExt cx="1164272" cy="1905857"/>
            </a:xfrm>
          </p:grpSpPr>
          <p:sp>
            <p:nvSpPr>
              <p:cNvPr id="21" name="矩形 20">
                <a:extLst>
                  <a:ext uri="{FF2B5EF4-FFF2-40B4-BE49-F238E27FC236}">
                    <a16:creationId xmlns:a16="http://schemas.microsoft.com/office/drawing/2014/main" id="{04778F11-20F1-894B-8BDE-A34FDD55274F}"/>
                  </a:ext>
                </a:extLst>
              </p:cNvPr>
              <p:cNvSpPr/>
              <p:nvPr/>
            </p:nvSpPr>
            <p:spPr>
              <a:xfrm>
                <a:off x="3503536" y="4183310"/>
                <a:ext cx="1088072" cy="213721"/>
              </a:xfrm>
              <a:prstGeom prst="rect">
                <a:avLst/>
              </a:prstGeom>
              <a:solidFill>
                <a:srgbClr val="737373"/>
              </a:solidFill>
              <a:ln w="6350" cap="flat">
                <a:noFill/>
                <a:prstDash val="solid"/>
                <a:miter/>
              </a:ln>
            </p:spPr>
            <p:txBody>
              <a:bodyPr/>
              <a:lstStyle/>
              <a:p>
                <a:endParaRPr lang="zh-CN" altLang="en-US"/>
              </a:p>
            </p:txBody>
          </p:sp>
          <p:sp>
            <p:nvSpPr>
              <p:cNvPr id="22" name="任意多边形: 形状 21">
                <a:extLst>
                  <a:ext uri="{FF2B5EF4-FFF2-40B4-BE49-F238E27FC236}">
                    <a16:creationId xmlns:a16="http://schemas.microsoft.com/office/drawing/2014/main" id="{9D13CA97-AD40-09BD-A090-9329DD43C3F0}"/>
                  </a:ext>
                </a:extLst>
              </p:cNvPr>
              <p:cNvSpPr/>
              <p:nvPr/>
            </p:nvSpPr>
            <p:spPr>
              <a:xfrm>
                <a:off x="3427336" y="2681674"/>
                <a:ext cx="1143000" cy="1905857"/>
              </a:xfrm>
              <a:custGeom>
                <a:avLst/>
                <a:gdLst>
                  <a:gd name="csX0" fmla="*/ 1143000 w 1143000"/>
                  <a:gd name="csY0" fmla="*/ 0 h 1905857"/>
                  <a:gd name="csX1" fmla="*/ 0 w 1143000"/>
                  <a:gd name="csY1" fmla="*/ 0 h 1905857"/>
                  <a:gd name="csX2" fmla="*/ 0 w 1143000"/>
                  <a:gd name="csY2" fmla="*/ 1905857 h 1905857"/>
                  <a:gd name="csX3" fmla="*/ 103937 w 1143000"/>
                  <a:gd name="csY3" fmla="*/ 1905857 h 1905857"/>
                  <a:gd name="csX4" fmla="*/ 103937 w 1143000"/>
                  <a:gd name="csY4" fmla="*/ 1524857 h 1905857"/>
                  <a:gd name="csX5" fmla="*/ 660400 w 1143000"/>
                  <a:gd name="csY5" fmla="*/ 1524857 h 1905857"/>
                  <a:gd name="csX6" fmla="*/ 660400 w 1143000"/>
                  <a:gd name="csY6" fmla="*/ 1905857 h 1905857"/>
                  <a:gd name="csX7" fmla="*/ 764337 w 1143000"/>
                  <a:gd name="csY7" fmla="*/ 1905857 h 1905857"/>
                  <a:gd name="csX8" fmla="*/ 764337 w 1143000"/>
                  <a:gd name="csY8" fmla="*/ 1524857 h 1905857"/>
                  <a:gd name="csX9" fmla="*/ 848563 w 1143000"/>
                  <a:gd name="csY9" fmla="*/ 1524857 h 1905857"/>
                  <a:gd name="csX10" fmla="*/ 848563 w 1143000"/>
                  <a:gd name="csY10" fmla="*/ 1905857 h 1905857"/>
                  <a:gd name="csX11" fmla="*/ 952500 w 1143000"/>
                  <a:gd name="csY11" fmla="*/ 1905857 h 1905857"/>
                  <a:gd name="csX12" fmla="*/ 952500 w 1143000"/>
                  <a:gd name="csY12" fmla="*/ 1524857 h 1905857"/>
                  <a:gd name="csX13" fmla="*/ 1143000 w 1143000"/>
                  <a:gd name="csY13" fmla="*/ 1524857 h 1905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43000" h="1905857">
                    <a:moveTo>
                      <a:pt x="1143000" y="0"/>
                    </a:moveTo>
                    <a:lnTo>
                      <a:pt x="0" y="0"/>
                    </a:lnTo>
                    <a:lnTo>
                      <a:pt x="0" y="1905857"/>
                    </a:lnTo>
                    <a:lnTo>
                      <a:pt x="103937" y="1905857"/>
                    </a:lnTo>
                    <a:lnTo>
                      <a:pt x="103937" y="1524857"/>
                    </a:lnTo>
                    <a:lnTo>
                      <a:pt x="660400" y="1524857"/>
                    </a:lnTo>
                    <a:lnTo>
                      <a:pt x="660400" y="1905857"/>
                    </a:lnTo>
                    <a:lnTo>
                      <a:pt x="764337" y="1905857"/>
                    </a:lnTo>
                    <a:lnTo>
                      <a:pt x="764337" y="1524857"/>
                    </a:lnTo>
                    <a:lnTo>
                      <a:pt x="848563" y="1524857"/>
                    </a:lnTo>
                    <a:lnTo>
                      <a:pt x="848563" y="1905857"/>
                    </a:lnTo>
                    <a:lnTo>
                      <a:pt x="952500" y="1905857"/>
                    </a:lnTo>
                    <a:lnTo>
                      <a:pt x="952500" y="1524857"/>
                    </a:lnTo>
                    <a:lnTo>
                      <a:pt x="1143000" y="1524857"/>
                    </a:lnTo>
                    <a:close/>
                  </a:path>
                </a:pathLst>
              </a:custGeom>
              <a:solidFill>
                <a:srgbClr val="E6E6E6"/>
              </a:solidFill>
              <a:ln w="6350" cap="flat">
                <a:noFill/>
                <a:prstDash val="solid"/>
                <a:miter/>
              </a:ln>
            </p:spPr>
            <p:txBody>
              <a:bodyPr/>
              <a:lstStyle/>
              <a:p>
                <a:endParaRPr lang="zh-CN" altLang="en-US"/>
              </a:p>
            </p:txBody>
          </p:sp>
          <p:sp>
            <p:nvSpPr>
              <p:cNvPr id="23" name="矩形 22">
                <a:extLst>
                  <a:ext uri="{FF2B5EF4-FFF2-40B4-BE49-F238E27FC236}">
                    <a16:creationId xmlns:a16="http://schemas.microsoft.com/office/drawing/2014/main" id="{BC7F0F13-D80E-F040-EC0A-B98916372D7A}"/>
                  </a:ext>
                </a:extLst>
              </p:cNvPr>
              <p:cNvSpPr/>
              <p:nvPr/>
            </p:nvSpPr>
            <p:spPr>
              <a:xfrm>
                <a:off x="3427336" y="3152432"/>
                <a:ext cx="571500" cy="190500"/>
              </a:xfrm>
              <a:prstGeom prst="rect">
                <a:avLst/>
              </a:prstGeom>
              <a:solidFill>
                <a:srgbClr val="D8BEEC"/>
              </a:solidFill>
              <a:ln w="6350" cap="flat">
                <a:noFill/>
                <a:prstDash val="solid"/>
                <a:miter/>
              </a:ln>
            </p:spPr>
            <p:txBody>
              <a:bodyPr/>
              <a:lstStyle/>
              <a:p>
                <a:endParaRPr lang="zh-CN" altLang="en-US"/>
              </a:p>
            </p:txBody>
          </p:sp>
          <p:sp>
            <p:nvSpPr>
              <p:cNvPr id="24" name="矩形 23">
                <a:extLst>
                  <a:ext uri="{FF2B5EF4-FFF2-40B4-BE49-F238E27FC236}">
                    <a16:creationId xmlns:a16="http://schemas.microsoft.com/office/drawing/2014/main" id="{E0C79077-BAD2-CF65-BD02-492722463DCB}"/>
                  </a:ext>
                </a:extLst>
              </p:cNvPr>
              <p:cNvSpPr/>
              <p:nvPr/>
            </p:nvSpPr>
            <p:spPr>
              <a:xfrm>
                <a:off x="3427336" y="3533432"/>
                <a:ext cx="571500" cy="190500"/>
              </a:xfrm>
              <a:prstGeom prst="rect">
                <a:avLst/>
              </a:prstGeom>
              <a:solidFill>
                <a:srgbClr val="D8BEEC"/>
              </a:solidFill>
              <a:ln w="6350" cap="flat">
                <a:noFill/>
                <a:prstDash val="solid"/>
                <a:miter/>
              </a:ln>
            </p:spPr>
            <p:txBody>
              <a:bodyPr/>
              <a:lstStyle/>
              <a:p>
                <a:endParaRPr lang="zh-CN" altLang="en-US"/>
              </a:p>
            </p:txBody>
          </p:sp>
          <p:sp>
            <p:nvSpPr>
              <p:cNvPr id="25" name="矩形 24">
                <a:extLst>
                  <a:ext uri="{FF2B5EF4-FFF2-40B4-BE49-F238E27FC236}">
                    <a16:creationId xmlns:a16="http://schemas.microsoft.com/office/drawing/2014/main" id="{B8A731A4-0452-75F4-1EDD-3BCEF0DFB836}"/>
                  </a:ext>
                </a:extLst>
              </p:cNvPr>
              <p:cNvSpPr/>
              <p:nvPr/>
            </p:nvSpPr>
            <p:spPr>
              <a:xfrm>
                <a:off x="3427336" y="3914432"/>
                <a:ext cx="571500" cy="190500"/>
              </a:xfrm>
              <a:prstGeom prst="rect">
                <a:avLst/>
              </a:prstGeom>
              <a:solidFill>
                <a:srgbClr val="D8BEEC"/>
              </a:solidFill>
              <a:ln w="6350" cap="flat">
                <a:noFill/>
                <a:prstDash val="solid"/>
                <a:miter/>
              </a:ln>
            </p:spPr>
            <p:txBody>
              <a:bodyPr/>
              <a:lstStyle/>
              <a:p>
                <a:endParaRPr lang="zh-CN" altLang="en-US"/>
              </a:p>
            </p:txBody>
          </p:sp>
          <p:sp>
            <p:nvSpPr>
              <p:cNvPr id="26" name="矩形 25">
                <a:extLst>
                  <a:ext uri="{FF2B5EF4-FFF2-40B4-BE49-F238E27FC236}">
                    <a16:creationId xmlns:a16="http://schemas.microsoft.com/office/drawing/2014/main" id="{2A40C56B-8386-A1CC-236F-625B96047C46}"/>
                  </a:ext>
                </a:extLst>
              </p:cNvPr>
              <p:cNvSpPr/>
              <p:nvPr/>
            </p:nvSpPr>
            <p:spPr>
              <a:xfrm>
                <a:off x="3681520" y="3723932"/>
                <a:ext cx="698500" cy="101600"/>
              </a:xfrm>
              <a:prstGeom prst="rect">
                <a:avLst/>
              </a:prstGeom>
              <a:solidFill>
                <a:srgbClr val="737373"/>
              </a:solidFill>
              <a:ln w="6350" cap="flat">
                <a:noFill/>
                <a:prstDash val="solid"/>
                <a:miter/>
              </a:ln>
            </p:spPr>
            <p:txBody>
              <a:bodyPr/>
              <a:lstStyle/>
              <a:p>
                <a:endParaRPr lang="zh-CN" altLang="en-US"/>
              </a:p>
            </p:txBody>
          </p:sp>
          <p:sp>
            <p:nvSpPr>
              <p:cNvPr id="27" name="矩形 26">
                <a:extLst>
                  <a:ext uri="{FF2B5EF4-FFF2-40B4-BE49-F238E27FC236}">
                    <a16:creationId xmlns:a16="http://schemas.microsoft.com/office/drawing/2014/main" id="{3701EB21-154E-A05C-A22A-975C34F0334A}"/>
                  </a:ext>
                </a:extLst>
              </p:cNvPr>
              <p:cNvSpPr/>
              <p:nvPr/>
            </p:nvSpPr>
            <p:spPr>
              <a:xfrm>
                <a:off x="3681520" y="3342932"/>
                <a:ext cx="698500" cy="101600"/>
              </a:xfrm>
              <a:prstGeom prst="rect">
                <a:avLst/>
              </a:prstGeom>
              <a:solidFill>
                <a:srgbClr val="737373"/>
              </a:solidFill>
              <a:ln w="6350" cap="flat">
                <a:noFill/>
                <a:prstDash val="solid"/>
                <a:miter/>
              </a:ln>
            </p:spPr>
            <p:txBody>
              <a:bodyPr/>
              <a:lstStyle/>
              <a:p>
                <a:endParaRPr lang="zh-CN" altLang="en-US"/>
              </a:p>
            </p:txBody>
          </p:sp>
          <p:sp>
            <p:nvSpPr>
              <p:cNvPr id="28" name="矩形 27">
                <a:extLst>
                  <a:ext uri="{FF2B5EF4-FFF2-40B4-BE49-F238E27FC236}">
                    <a16:creationId xmlns:a16="http://schemas.microsoft.com/office/drawing/2014/main" id="{D7219088-7E91-BF5D-E838-EB5546B0EA32}"/>
                  </a:ext>
                </a:extLst>
              </p:cNvPr>
              <p:cNvSpPr/>
              <p:nvPr/>
            </p:nvSpPr>
            <p:spPr>
              <a:xfrm>
                <a:off x="3871836" y="2961932"/>
                <a:ext cx="698500" cy="101600"/>
              </a:xfrm>
              <a:prstGeom prst="rect">
                <a:avLst/>
              </a:prstGeom>
              <a:solidFill>
                <a:srgbClr val="737373"/>
              </a:solidFill>
              <a:ln w="6350" cap="flat">
                <a:noFill/>
                <a:prstDash val="solid"/>
                <a:miter/>
              </a:ln>
            </p:spPr>
            <p:txBody>
              <a:bodyPr/>
              <a:lstStyle/>
              <a:p>
                <a:endParaRPr lang="zh-CN" altLang="en-US"/>
              </a:p>
            </p:txBody>
          </p:sp>
        </p:grpSp>
        <p:grpSp>
          <p:nvGrpSpPr>
            <p:cNvPr id="29" name="图形 5" descr="一个城市街区">
              <a:extLst>
                <a:ext uri="{FF2B5EF4-FFF2-40B4-BE49-F238E27FC236}">
                  <a16:creationId xmlns:a16="http://schemas.microsoft.com/office/drawing/2014/main" id="{620883F5-3833-DC69-7789-026A9F60F318}"/>
                </a:ext>
              </a:extLst>
            </p:cNvPr>
            <p:cNvGrpSpPr/>
            <p:nvPr/>
          </p:nvGrpSpPr>
          <p:grpSpPr>
            <a:xfrm>
              <a:off x="6856349" y="2301532"/>
              <a:ext cx="1143000" cy="2286000"/>
              <a:chOff x="6856349" y="2301532"/>
              <a:chExt cx="1143000" cy="2286000"/>
            </a:xfrm>
          </p:grpSpPr>
          <p:sp>
            <p:nvSpPr>
              <p:cNvPr id="30" name="矩形 29">
                <a:extLst>
                  <a:ext uri="{FF2B5EF4-FFF2-40B4-BE49-F238E27FC236}">
                    <a16:creationId xmlns:a16="http://schemas.microsoft.com/office/drawing/2014/main" id="{66A400D7-0612-172B-4FC0-26149EBD22B9}"/>
                  </a:ext>
                </a:extLst>
              </p:cNvPr>
              <p:cNvSpPr/>
              <p:nvPr/>
            </p:nvSpPr>
            <p:spPr>
              <a:xfrm>
                <a:off x="6856349" y="2301532"/>
                <a:ext cx="1143000" cy="2286000"/>
              </a:xfrm>
              <a:prstGeom prst="rect">
                <a:avLst/>
              </a:prstGeom>
              <a:solidFill>
                <a:srgbClr val="FFFFFF"/>
              </a:solidFill>
              <a:ln w="6350" cap="flat">
                <a:noFill/>
                <a:prstDash val="solid"/>
                <a:miter/>
              </a:ln>
            </p:spPr>
            <p:txBody>
              <a:bodyPr/>
              <a:lstStyle/>
              <a:p>
                <a:endParaRPr lang="zh-CN" altLang="en-US"/>
              </a:p>
            </p:txBody>
          </p:sp>
          <p:grpSp>
            <p:nvGrpSpPr>
              <p:cNvPr id="31" name="图形 5" descr="一个城市街区">
                <a:extLst>
                  <a:ext uri="{FF2B5EF4-FFF2-40B4-BE49-F238E27FC236}">
                    <a16:creationId xmlns:a16="http://schemas.microsoft.com/office/drawing/2014/main" id="{683DF745-9CBC-D8F4-D065-89CB4A449A06}"/>
                  </a:ext>
                </a:extLst>
              </p:cNvPr>
              <p:cNvGrpSpPr/>
              <p:nvPr/>
            </p:nvGrpSpPr>
            <p:grpSpPr>
              <a:xfrm>
                <a:off x="6996493" y="2492032"/>
                <a:ext cx="826109" cy="381000"/>
                <a:chOff x="6996493" y="2492032"/>
                <a:chExt cx="826109" cy="381000"/>
              </a:xfrm>
              <a:solidFill>
                <a:srgbClr val="E6E6E6"/>
              </a:solidFill>
            </p:grpSpPr>
            <p:sp>
              <p:nvSpPr>
                <p:cNvPr id="32" name="矩形 31">
                  <a:extLst>
                    <a:ext uri="{FF2B5EF4-FFF2-40B4-BE49-F238E27FC236}">
                      <a16:creationId xmlns:a16="http://schemas.microsoft.com/office/drawing/2014/main" id="{8A906014-0043-308B-4FAE-B182F7F95EF0}"/>
                    </a:ext>
                  </a:extLst>
                </p:cNvPr>
                <p:cNvSpPr/>
                <p:nvPr/>
              </p:nvSpPr>
              <p:spPr>
                <a:xfrm>
                  <a:off x="6996493" y="2492032"/>
                  <a:ext cx="419100" cy="381000"/>
                </a:xfrm>
                <a:prstGeom prst="rect">
                  <a:avLst/>
                </a:prstGeom>
                <a:solidFill>
                  <a:srgbClr val="E6E6E6"/>
                </a:solidFill>
                <a:ln w="6350" cap="flat">
                  <a:noFill/>
                  <a:prstDash val="solid"/>
                  <a:miter/>
                </a:ln>
              </p:spPr>
              <p:txBody>
                <a:bodyPr/>
                <a:lstStyle/>
                <a:p>
                  <a:endParaRPr lang="zh-CN" altLang="en-US"/>
                </a:p>
              </p:txBody>
            </p:sp>
            <p:sp>
              <p:nvSpPr>
                <p:cNvPr id="33" name="矩形 32">
                  <a:extLst>
                    <a:ext uri="{FF2B5EF4-FFF2-40B4-BE49-F238E27FC236}">
                      <a16:creationId xmlns:a16="http://schemas.microsoft.com/office/drawing/2014/main" id="{E5DCA933-F742-B223-C4F7-DA5FDCC7E5B4}"/>
                    </a:ext>
                  </a:extLst>
                </p:cNvPr>
                <p:cNvSpPr/>
                <p:nvPr/>
              </p:nvSpPr>
              <p:spPr>
                <a:xfrm>
                  <a:off x="7440358" y="2492032"/>
                  <a:ext cx="178409" cy="381000"/>
                </a:xfrm>
                <a:prstGeom prst="rect">
                  <a:avLst/>
                </a:prstGeom>
                <a:solidFill>
                  <a:srgbClr val="E6E6E6"/>
                </a:solidFill>
                <a:ln w="6350" cap="flat">
                  <a:noFill/>
                  <a:prstDash val="solid"/>
                  <a:miter/>
                </a:ln>
              </p:spPr>
              <p:txBody>
                <a:bodyPr/>
                <a:lstStyle/>
                <a:p>
                  <a:endParaRPr lang="zh-CN" altLang="en-US"/>
                </a:p>
              </p:txBody>
            </p:sp>
            <p:sp>
              <p:nvSpPr>
                <p:cNvPr id="34" name="矩形 33">
                  <a:extLst>
                    <a:ext uri="{FF2B5EF4-FFF2-40B4-BE49-F238E27FC236}">
                      <a16:creationId xmlns:a16="http://schemas.microsoft.com/office/drawing/2014/main" id="{6E587FED-D066-8958-F40B-590C80FBA4E0}"/>
                    </a:ext>
                  </a:extLst>
                </p:cNvPr>
                <p:cNvSpPr/>
                <p:nvPr/>
              </p:nvSpPr>
              <p:spPr>
                <a:xfrm>
                  <a:off x="7644193" y="2492032"/>
                  <a:ext cx="178409" cy="381000"/>
                </a:xfrm>
                <a:prstGeom prst="rect">
                  <a:avLst/>
                </a:prstGeom>
                <a:solidFill>
                  <a:srgbClr val="E6E6E6"/>
                </a:solidFill>
                <a:ln w="6350" cap="flat">
                  <a:noFill/>
                  <a:prstDash val="solid"/>
                  <a:miter/>
                </a:ln>
              </p:spPr>
              <p:txBody>
                <a:bodyPr/>
                <a:lstStyle/>
                <a:p>
                  <a:endParaRPr lang="zh-CN" altLang="en-US"/>
                </a:p>
              </p:txBody>
            </p:sp>
          </p:grpSp>
          <p:grpSp>
            <p:nvGrpSpPr>
              <p:cNvPr id="35" name="图形 5" descr="一个城市街区">
                <a:extLst>
                  <a:ext uri="{FF2B5EF4-FFF2-40B4-BE49-F238E27FC236}">
                    <a16:creationId xmlns:a16="http://schemas.microsoft.com/office/drawing/2014/main" id="{22054055-89FB-109A-8F00-8C8737C40EC5}"/>
                  </a:ext>
                </a:extLst>
              </p:cNvPr>
              <p:cNvGrpSpPr/>
              <p:nvPr/>
            </p:nvGrpSpPr>
            <p:grpSpPr>
              <a:xfrm>
                <a:off x="6995922" y="2961932"/>
                <a:ext cx="826725" cy="101600"/>
                <a:chOff x="6995922" y="2961932"/>
                <a:chExt cx="826725" cy="101600"/>
              </a:xfrm>
              <a:solidFill>
                <a:srgbClr val="E6E6E6"/>
              </a:solidFill>
            </p:grpSpPr>
            <p:sp>
              <p:nvSpPr>
                <p:cNvPr id="36" name="矩形 35">
                  <a:extLst>
                    <a:ext uri="{FF2B5EF4-FFF2-40B4-BE49-F238E27FC236}">
                      <a16:creationId xmlns:a16="http://schemas.microsoft.com/office/drawing/2014/main" id="{A758AA94-5C1F-3045-9E7D-9DDA16516A7A}"/>
                    </a:ext>
                  </a:extLst>
                </p:cNvPr>
                <p:cNvSpPr/>
                <p:nvPr/>
              </p:nvSpPr>
              <p:spPr>
                <a:xfrm>
                  <a:off x="6995922" y="2961932"/>
                  <a:ext cx="421290" cy="101600"/>
                </a:xfrm>
                <a:prstGeom prst="rect">
                  <a:avLst/>
                </a:prstGeom>
                <a:solidFill>
                  <a:srgbClr val="E6E6E6"/>
                </a:solidFill>
                <a:ln w="6350" cap="flat">
                  <a:noFill/>
                  <a:prstDash val="solid"/>
                  <a:miter/>
                </a:ln>
              </p:spPr>
              <p:txBody>
                <a:bodyPr/>
                <a:lstStyle/>
                <a:p>
                  <a:endParaRPr lang="zh-CN" altLang="en-US"/>
                </a:p>
              </p:txBody>
            </p:sp>
            <p:sp>
              <p:nvSpPr>
                <p:cNvPr id="37" name="矩形 36">
                  <a:extLst>
                    <a:ext uri="{FF2B5EF4-FFF2-40B4-BE49-F238E27FC236}">
                      <a16:creationId xmlns:a16="http://schemas.microsoft.com/office/drawing/2014/main" id="{25FEAF2C-67F7-3AFE-E32E-9F4CE42C1838}"/>
                    </a:ext>
                  </a:extLst>
                </p:cNvPr>
                <p:cNvSpPr/>
                <p:nvPr/>
              </p:nvSpPr>
              <p:spPr>
                <a:xfrm>
                  <a:off x="7440549" y="2961932"/>
                  <a:ext cx="178263" cy="101600"/>
                </a:xfrm>
                <a:prstGeom prst="rect">
                  <a:avLst/>
                </a:prstGeom>
                <a:solidFill>
                  <a:srgbClr val="E6E6E6"/>
                </a:solidFill>
                <a:ln w="6350" cap="flat">
                  <a:noFill/>
                  <a:prstDash val="solid"/>
                  <a:miter/>
                </a:ln>
              </p:spPr>
              <p:txBody>
                <a:bodyPr/>
                <a:lstStyle/>
                <a:p>
                  <a:endParaRPr lang="zh-CN" altLang="en-US"/>
                </a:p>
              </p:txBody>
            </p:sp>
            <p:sp>
              <p:nvSpPr>
                <p:cNvPr id="38" name="矩形 37">
                  <a:extLst>
                    <a:ext uri="{FF2B5EF4-FFF2-40B4-BE49-F238E27FC236}">
                      <a16:creationId xmlns:a16="http://schemas.microsoft.com/office/drawing/2014/main" id="{B1E52D13-810B-29DD-3A02-8B00B74281A0}"/>
                    </a:ext>
                  </a:extLst>
                </p:cNvPr>
                <p:cNvSpPr/>
                <p:nvPr/>
              </p:nvSpPr>
              <p:spPr>
                <a:xfrm>
                  <a:off x="7644383" y="29619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39" name="图形 5" descr="一个城市街区">
                <a:extLst>
                  <a:ext uri="{FF2B5EF4-FFF2-40B4-BE49-F238E27FC236}">
                    <a16:creationId xmlns:a16="http://schemas.microsoft.com/office/drawing/2014/main" id="{3FFDAD38-54A1-3307-DCC9-F43F84EAEAD8}"/>
                  </a:ext>
                </a:extLst>
              </p:cNvPr>
              <p:cNvGrpSpPr/>
              <p:nvPr/>
            </p:nvGrpSpPr>
            <p:grpSpPr>
              <a:xfrm>
                <a:off x="6996493" y="3152432"/>
                <a:ext cx="826154" cy="101600"/>
                <a:chOff x="6996493" y="3152432"/>
                <a:chExt cx="826154" cy="101600"/>
              </a:xfrm>
              <a:solidFill>
                <a:srgbClr val="E6E6E6"/>
              </a:solidFill>
            </p:grpSpPr>
            <p:sp>
              <p:nvSpPr>
                <p:cNvPr id="40" name="矩形 39">
                  <a:extLst>
                    <a:ext uri="{FF2B5EF4-FFF2-40B4-BE49-F238E27FC236}">
                      <a16:creationId xmlns:a16="http://schemas.microsoft.com/office/drawing/2014/main" id="{2DA4BF80-86B8-07A0-B001-6DCEFAA588C9}"/>
                    </a:ext>
                  </a:extLst>
                </p:cNvPr>
                <p:cNvSpPr/>
                <p:nvPr/>
              </p:nvSpPr>
              <p:spPr>
                <a:xfrm>
                  <a:off x="6996493" y="3152432"/>
                  <a:ext cx="418477" cy="101600"/>
                </a:xfrm>
                <a:prstGeom prst="rect">
                  <a:avLst/>
                </a:prstGeom>
                <a:solidFill>
                  <a:srgbClr val="E6E6E6"/>
                </a:solidFill>
                <a:ln w="6350" cap="flat">
                  <a:noFill/>
                  <a:prstDash val="solid"/>
                  <a:miter/>
                </a:ln>
              </p:spPr>
              <p:txBody>
                <a:bodyPr/>
                <a:lstStyle/>
                <a:p>
                  <a:endParaRPr lang="zh-CN" altLang="en-US"/>
                </a:p>
              </p:txBody>
            </p:sp>
            <p:sp>
              <p:nvSpPr>
                <p:cNvPr id="41" name="矩形 40">
                  <a:extLst>
                    <a:ext uri="{FF2B5EF4-FFF2-40B4-BE49-F238E27FC236}">
                      <a16:creationId xmlns:a16="http://schemas.microsoft.com/office/drawing/2014/main" id="{CF5D9DFB-D1E8-7D20-E8AE-4EC0B6F836A2}"/>
                    </a:ext>
                  </a:extLst>
                </p:cNvPr>
                <p:cNvSpPr/>
                <p:nvPr/>
              </p:nvSpPr>
              <p:spPr>
                <a:xfrm>
                  <a:off x="7440358" y="3152432"/>
                  <a:ext cx="176580" cy="101600"/>
                </a:xfrm>
                <a:prstGeom prst="rect">
                  <a:avLst/>
                </a:prstGeom>
                <a:solidFill>
                  <a:srgbClr val="E6E6E6"/>
                </a:solidFill>
                <a:ln w="6350" cap="flat">
                  <a:noFill/>
                  <a:prstDash val="solid"/>
                  <a:miter/>
                </a:ln>
              </p:spPr>
              <p:txBody>
                <a:bodyPr/>
                <a:lstStyle/>
                <a:p>
                  <a:endParaRPr lang="zh-CN" altLang="en-US"/>
                </a:p>
              </p:txBody>
            </p:sp>
            <p:sp>
              <p:nvSpPr>
                <p:cNvPr id="42" name="矩形 41">
                  <a:extLst>
                    <a:ext uri="{FF2B5EF4-FFF2-40B4-BE49-F238E27FC236}">
                      <a16:creationId xmlns:a16="http://schemas.microsoft.com/office/drawing/2014/main" id="{A571AAF9-2748-A439-7030-B162DCDF5792}"/>
                    </a:ext>
                  </a:extLst>
                </p:cNvPr>
                <p:cNvSpPr/>
                <p:nvPr/>
              </p:nvSpPr>
              <p:spPr>
                <a:xfrm>
                  <a:off x="7644383" y="31524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43" name="图形 5" descr="一个城市街区">
                <a:extLst>
                  <a:ext uri="{FF2B5EF4-FFF2-40B4-BE49-F238E27FC236}">
                    <a16:creationId xmlns:a16="http://schemas.microsoft.com/office/drawing/2014/main" id="{27FD036F-1CBB-4037-7F3C-50446B68709C}"/>
                  </a:ext>
                </a:extLst>
              </p:cNvPr>
              <p:cNvGrpSpPr/>
              <p:nvPr/>
            </p:nvGrpSpPr>
            <p:grpSpPr>
              <a:xfrm>
                <a:off x="7236841" y="3342932"/>
                <a:ext cx="381971" cy="101600"/>
                <a:chOff x="7236841" y="3342932"/>
                <a:chExt cx="381971" cy="101600"/>
              </a:xfrm>
              <a:solidFill>
                <a:srgbClr val="E6E6E6"/>
              </a:solidFill>
            </p:grpSpPr>
            <p:sp>
              <p:nvSpPr>
                <p:cNvPr id="44" name="矩形 43">
                  <a:extLst>
                    <a:ext uri="{FF2B5EF4-FFF2-40B4-BE49-F238E27FC236}">
                      <a16:creationId xmlns:a16="http://schemas.microsoft.com/office/drawing/2014/main" id="{ADD2009C-BFAC-40CD-37F9-3C5FC0FF1CD1}"/>
                    </a:ext>
                  </a:extLst>
                </p:cNvPr>
                <p:cNvSpPr/>
                <p:nvPr/>
              </p:nvSpPr>
              <p:spPr>
                <a:xfrm>
                  <a:off x="7236841" y="3342932"/>
                  <a:ext cx="180346" cy="101600"/>
                </a:xfrm>
                <a:prstGeom prst="rect">
                  <a:avLst/>
                </a:prstGeom>
                <a:solidFill>
                  <a:srgbClr val="E6E6E6"/>
                </a:solidFill>
                <a:ln w="6350" cap="flat">
                  <a:noFill/>
                  <a:prstDash val="solid"/>
                  <a:miter/>
                </a:ln>
              </p:spPr>
              <p:txBody>
                <a:bodyPr/>
                <a:lstStyle/>
                <a:p>
                  <a:endParaRPr lang="zh-CN" altLang="en-US"/>
                </a:p>
              </p:txBody>
            </p:sp>
            <p:sp>
              <p:nvSpPr>
                <p:cNvPr id="45" name="矩形 44">
                  <a:extLst>
                    <a:ext uri="{FF2B5EF4-FFF2-40B4-BE49-F238E27FC236}">
                      <a16:creationId xmlns:a16="http://schemas.microsoft.com/office/drawing/2014/main" id="{23FB65A9-525F-8164-3C93-5BF84144AAED}"/>
                    </a:ext>
                  </a:extLst>
                </p:cNvPr>
                <p:cNvSpPr/>
                <p:nvPr/>
              </p:nvSpPr>
              <p:spPr>
                <a:xfrm>
                  <a:off x="7440549" y="33429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46" name="图形 5" descr="一个城市街区">
                <a:extLst>
                  <a:ext uri="{FF2B5EF4-FFF2-40B4-BE49-F238E27FC236}">
                    <a16:creationId xmlns:a16="http://schemas.microsoft.com/office/drawing/2014/main" id="{3082E1FF-ED40-86F8-7D54-70FA3D4AD7E6}"/>
                  </a:ext>
                </a:extLst>
              </p:cNvPr>
              <p:cNvGrpSpPr/>
              <p:nvPr/>
            </p:nvGrpSpPr>
            <p:grpSpPr>
              <a:xfrm>
                <a:off x="6997128" y="3723932"/>
                <a:ext cx="621639" cy="101600"/>
                <a:chOff x="6997128" y="3723932"/>
                <a:chExt cx="621639" cy="101600"/>
              </a:xfrm>
              <a:solidFill>
                <a:srgbClr val="E6E6E6"/>
              </a:solidFill>
            </p:grpSpPr>
            <p:sp>
              <p:nvSpPr>
                <p:cNvPr id="47" name="矩形 46">
                  <a:extLst>
                    <a:ext uri="{FF2B5EF4-FFF2-40B4-BE49-F238E27FC236}">
                      <a16:creationId xmlns:a16="http://schemas.microsoft.com/office/drawing/2014/main" id="{79AAA236-D8A1-5417-DE97-AC608DDF1D98}"/>
                    </a:ext>
                  </a:extLst>
                </p:cNvPr>
                <p:cNvSpPr/>
                <p:nvPr/>
              </p:nvSpPr>
              <p:spPr>
                <a:xfrm>
                  <a:off x="6997128" y="3723932"/>
                  <a:ext cx="417823" cy="101600"/>
                </a:xfrm>
                <a:prstGeom prst="rect">
                  <a:avLst/>
                </a:prstGeom>
                <a:solidFill>
                  <a:srgbClr val="E6E6E6"/>
                </a:solidFill>
                <a:ln w="6350" cap="flat">
                  <a:noFill/>
                  <a:prstDash val="solid"/>
                  <a:miter/>
                </a:ln>
              </p:spPr>
              <p:txBody>
                <a:bodyPr/>
                <a:lstStyle/>
                <a:p>
                  <a:endParaRPr lang="zh-CN" altLang="en-US"/>
                </a:p>
              </p:txBody>
            </p:sp>
            <p:sp>
              <p:nvSpPr>
                <p:cNvPr id="48" name="矩形 47">
                  <a:extLst>
                    <a:ext uri="{FF2B5EF4-FFF2-40B4-BE49-F238E27FC236}">
                      <a16:creationId xmlns:a16="http://schemas.microsoft.com/office/drawing/2014/main" id="{D175FFB2-F483-7FDB-D643-C5E84CC9B35E}"/>
                    </a:ext>
                  </a:extLst>
                </p:cNvPr>
                <p:cNvSpPr/>
                <p:nvPr/>
              </p:nvSpPr>
              <p:spPr>
                <a:xfrm>
                  <a:off x="7440358" y="3723932"/>
                  <a:ext cx="178409" cy="101600"/>
                </a:xfrm>
                <a:prstGeom prst="rect">
                  <a:avLst/>
                </a:prstGeom>
                <a:solidFill>
                  <a:srgbClr val="E6E6E6"/>
                </a:solidFill>
                <a:ln w="6350" cap="flat">
                  <a:noFill/>
                  <a:prstDash val="solid"/>
                  <a:miter/>
                </a:ln>
              </p:spPr>
              <p:txBody>
                <a:bodyPr/>
                <a:lstStyle/>
                <a:p>
                  <a:endParaRPr lang="zh-CN" altLang="en-US"/>
                </a:p>
              </p:txBody>
            </p:sp>
          </p:grpSp>
          <p:grpSp>
            <p:nvGrpSpPr>
              <p:cNvPr id="49" name="图形 5" descr="一个城市街区">
                <a:extLst>
                  <a:ext uri="{FF2B5EF4-FFF2-40B4-BE49-F238E27FC236}">
                    <a16:creationId xmlns:a16="http://schemas.microsoft.com/office/drawing/2014/main" id="{52018F2A-65D1-4AEC-8C8A-46F2DCA66126}"/>
                  </a:ext>
                </a:extLst>
              </p:cNvPr>
              <p:cNvGrpSpPr/>
              <p:nvPr/>
            </p:nvGrpSpPr>
            <p:grpSpPr>
              <a:xfrm>
                <a:off x="7237285" y="3533432"/>
                <a:ext cx="585228" cy="101600"/>
                <a:chOff x="7237285" y="3533432"/>
                <a:chExt cx="585228" cy="101600"/>
              </a:xfrm>
            </p:grpSpPr>
            <p:sp>
              <p:nvSpPr>
                <p:cNvPr id="50" name="矩形 49">
                  <a:extLst>
                    <a:ext uri="{FF2B5EF4-FFF2-40B4-BE49-F238E27FC236}">
                      <a16:creationId xmlns:a16="http://schemas.microsoft.com/office/drawing/2014/main" id="{1D22590C-2DCB-8E31-85FE-B7DB3ABC4706}"/>
                    </a:ext>
                  </a:extLst>
                </p:cNvPr>
                <p:cNvSpPr/>
                <p:nvPr/>
              </p:nvSpPr>
              <p:spPr>
                <a:xfrm>
                  <a:off x="7237285" y="3533432"/>
                  <a:ext cx="179889" cy="101600"/>
                </a:xfrm>
                <a:prstGeom prst="rect">
                  <a:avLst/>
                </a:prstGeom>
                <a:solidFill>
                  <a:srgbClr val="E6E6E6"/>
                </a:solidFill>
                <a:ln w="6350" cap="flat">
                  <a:noFill/>
                  <a:prstDash val="solid"/>
                  <a:miter/>
                </a:ln>
              </p:spPr>
              <p:txBody>
                <a:bodyPr/>
                <a:lstStyle/>
                <a:p>
                  <a:endParaRPr lang="zh-CN" altLang="en-US"/>
                </a:p>
              </p:txBody>
            </p:sp>
            <p:sp>
              <p:nvSpPr>
                <p:cNvPr id="51" name="矩形 50">
                  <a:extLst>
                    <a:ext uri="{FF2B5EF4-FFF2-40B4-BE49-F238E27FC236}">
                      <a16:creationId xmlns:a16="http://schemas.microsoft.com/office/drawing/2014/main" id="{41570956-08E4-46B7-F980-D2292FE77627}"/>
                    </a:ext>
                  </a:extLst>
                </p:cNvPr>
                <p:cNvSpPr/>
                <p:nvPr/>
              </p:nvSpPr>
              <p:spPr>
                <a:xfrm>
                  <a:off x="7440549" y="3533432"/>
                  <a:ext cx="178320" cy="101600"/>
                </a:xfrm>
                <a:prstGeom prst="rect">
                  <a:avLst/>
                </a:prstGeom>
                <a:solidFill>
                  <a:schemeClr val="accent4"/>
                </a:solidFill>
                <a:ln w="6350" cap="flat">
                  <a:noFill/>
                  <a:prstDash val="solid"/>
                  <a:miter/>
                </a:ln>
              </p:spPr>
              <p:txBody>
                <a:bodyPr/>
                <a:lstStyle/>
                <a:p>
                  <a:endParaRPr lang="zh-CN" altLang="en-US"/>
                </a:p>
              </p:txBody>
            </p:sp>
            <p:sp>
              <p:nvSpPr>
                <p:cNvPr id="52" name="矩形 51">
                  <a:extLst>
                    <a:ext uri="{FF2B5EF4-FFF2-40B4-BE49-F238E27FC236}">
                      <a16:creationId xmlns:a16="http://schemas.microsoft.com/office/drawing/2014/main" id="{24CC6B3C-44D1-CF22-F686-95C897F6275B}"/>
                    </a:ext>
                  </a:extLst>
                </p:cNvPr>
                <p:cNvSpPr/>
                <p:nvPr/>
              </p:nvSpPr>
              <p:spPr>
                <a:xfrm>
                  <a:off x="7644193" y="3533432"/>
                  <a:ext cx="178320" cy="101600"/>
                </a:xfrm>
                <a:prstGeom prst="rect">
                  <a:avLst/>
                </a:prstGeom>
                <a:solidFill>
                  <a:schemeClr val="accent4"/>
                </a:solidFill>
                <a:ln w="6350" cap="flat">
                  <a:noFill/>
                  <a:prstDash val="solid"/>
                  <a:miter/>
                </a:ln>
              </p:spPr>
              <p:txBody>
                <a:bodyPr/>
                <a:lstStyle/>
                <a:p>
                  <a:endParaRPr lang="zh-CN" altLang="en-US"/>
                </a:p>
              </p:txBody>
            </p:sp>
          </p:grpSp>
          <p:sp>
            <p:nvSpPr>
              <p:cNvPr id="53" name="矩形 52">
                <a:extLst>
                  <a:ext uri="{FF2B5EF4-FFF2-40B4-BE49-F238E27FC236}">
                    <a16:creationId xmlns:a16="http://schemas.microsoft.com/office/drawing/2014/main" id="{9ED45921-E15F-DA9D-652C-5EFEF1D45546}"/>
                  </a:ext>
                </a:extLst>
              </p:cNvPr>
              <p:cNvSpPr/>
              <p:nvPr/>
            </p:nvSpPr>
            <p:spPr>
              <a:xfrm>
                <a:off x="7440549" y="3914432"/>
                <a:ext cx="176002" cy="101600"/>
              </a:xfrm>
              <a:prstGeom prst="rect">
                <a:avLst/>
              </a:prstGeom>
              <a:solidFill>
                <a:srgbClr val="E6E6E6"/>
              </a:solidFill>
              <a:ln w="6350" cap="flat">
                <a:noFill/>
                <a:prstDash val="solid"/>
                <a:miter/>
              </a:ln>
            </p:spPr>
            <p:txBody>
              <a:bodyPr/>
              <a:lstStyle/>
              <a:p>
                <a:endParaRPr lang="zh-CN" altLang="en-US"/>
              </a:p>
            </p:txBody>
          </p:sp>
          <p:sp>
            <p:nvSpPr>
              <p:cNvPr id="54" name="矩形 53">
                <a:extLst>
                  <a:ext uri="{FF2B5EF4-FFF2-40B4-BE49-F238E27FC236}">
                    <a16:creationId xmlns:a16="http://schemas.microsoft.com/office/drawing/2014/main" id="{1BA1C5DD-B355-9251-3B2D-2FAC4CE820F5}"/>
                  </a:ext>
                </a:extLst>
              </p:cNvPr>
              <p:cNvSpPr/>
              <p:nvPr/>
            </p:nvSpPr>
            <p:spPr>
              <a:xfrm>
                <a:off x="7236650" y="4295432"/>
                <a:ext cx="178301" cy="101600"/>
              </a:xfrm>
              <a:prstGeom prst="rect">
                <a:avLst/>
              </a:prstGeom>
              <a:solidFill>
                <a:srgbClr val="E6E6E6"/>
              </a:solidFill>
              <a:ln w="6350" cap="flat">
                <a:noFill/>
                <a:prstDash val="solid"/>
                <a:miter/>
              </a:ln>
            </p:spPr>
            <p:txBody>
              <a:bodyPr/>
              <a:lstStyle/>
              <a:p>
                <a:endParaRPr lang="zh-CN" altLang="en-US"/>
              </a:p>
            </p:txBody>
          </p:sp>
          <p:grpSp>
            <p:nvGrpSpPr>
              <p:cNvPr id="55" name="图形 5" descr="一个城市街区">
                <a:extLst>
                  <a:ext uri="{FF2B5EF4-FFF2-40B4-BE49-F238E27FC236}">
                    <a16:creationId xmlns:a16="http://schemas.microsoft.com/office/drawing/2014/main" id="{FDA3B23C-2584-0941-41F0-4D8AD64FABE7}"/>
                  </a:ext>
                </a:extLst>
              </p:cNvPr>
              <p:cNvGrpSpPr/>
              <p:nvPr/>
            </p:nvGrpSpPr>
            <p:grpSpPr>
              <a:xfrm>
                <a:off x="6995922" y="4104932"/>
                <a:ext cx="826115" cy="101600"/>
                <a:chOff x="6995922" y="4104932"/>
                <a:chExt cx="826115" cy="101600"/>
              </a:xfrm>
            </p:grpSpPr>
            <p:sp>
              <p:nvSpPr>
                <p:cNvPr id="56" name="矩形 55">
                  <a:extLst>
                    <a:ext uri="{FF2B5EF4-FFF2-40B4-BE49-F238E27FC236}">
                      <a16:creationId xmlns:a16="http://schemas.microsoft.com/office/drawing/2014/main" id="{236CB543-7C84-6B68-707D-27CE34311913}"/>
                    </a:ext>
                  </a:extLst>
                </p:cNvPr>
                <p:cNvSpPr/>
                <p:nvPr/>
              </p:nvSpPr>
              <p:spPr>
                <a:xfrm>
                  <a:off x="6995922" y="4104932"/>
                  <a:ext cx="421290" cy="101600"/>
                </a:xfrm>
                <a:prstGeom prst="rect">
                  <a:avLst/>
                </a:prstGeom>
                <a:solidFill>
                  <a:schemeClr val="accent4"/>
                </a:solidFill>
                <a:ln w="6350" cap="flat">
                  <a:noFill/>
                  <a:prstDash val="solid"/>
                  <a:miter/>
                </a:ln>
              </p:spPr>
              <p:txBody>
                <a:bodyPr/>
                <a:lstStyle/>
                <a:p>
                  <a:endParaRPr lang="zh-CN" altLang="en-US"/>
                </a:p>
              </p:txBody>
            </p:sp>
            <p:sp>
              <p:nvSpPr>
                <p:cNvPr id="57" name="矩形 56">
                  <a:extLst>
                    <a:ext uri="{FF2B5EF4-FFF2-40B4-BE49-F238E27FC236}">
                      <a16:creationId xmlns:a16="http://schemas.microsoft.com/office/drawing/2014/main" id="{CAC4297E-EC5F-42B4-A9C3-3F37BCB9914A}"/>
                    </a:ext>
                  </a:extLst>
                </p:cNvPr>
                <p:cNvSpPr/>
                <p:nvPr/>
              </p:nvSpPr>
              <p:spPr>
                <a:xfrm>
                  <a:off x="7440549" y="4104932"/>
                  <a:ext cx="176002" cy="101600"/>
                </a:xfrm>
                <a:prstGeom prst="rect">
                  <a:avLst/>
                </a:prstGeom>
                <a:solidFill>
                  <a:srgbClr val="E6E6E6"/>
                </a:solidFill>
                <a:ln w="6350" cap="flat">
                  <a:noFill/>
                  <a:prstDash val="solid"/>
                  <a:miter/>
                </a:ln>
              </p:spPr>
              <p:txBody>
                <a:bodyPr/>
                <a:lstStyle/>
                <a:p>
                  <a:endParaRPr lang="zh-CN" altLang="en-US"/>
                </a:p>
              </p:txBody>
            </p:sp>
            <p:sp>
              <p:nvSpPr>
                <p:cNvPr id="58" name="矩形 57">
                  <a:extLst>
                    <a:ext uri="{FF2B5EF4-FFF2-40B4-BE49-F238E27FC236}">
                      <a16:creationId xmlns:a16="http://schemas.microsoft.com/office/drawing/2014/main" id="{F6538E0F-ACF4-9C1F-63AD-B48E9AB28C0A}"/>
                    </a:ext>
                  </a:extLst>
                </p:cNvPr>
                <p:cNvSpPr/>
                <p:nvPr/>
              </p:nvSpPr>
              <p:spPr>
                <a:xfrm>
                  <a:off x="7646034" y="4104932"/>
                  <a:ext cx="176002" cy="101600"/>
                </a:xfrm>
                <a:prstGeom prst="rect">
                  <a:avLst/>
                </a:prstGeom>
                <a:solidFill>
                  <a:srgbClr val="E6E6E6"/>
                </a:solidFill>
                <a:ln w="6350" cap="flat">
                  <a:noFill/>
                  <a:prstDash val="solid"/>
                  <a:miter/>
                </a:ln>
              </p:spPr>
              <p:txBody>
                <a:bodyPr/>
                <a:lstStyle/>
                <a:p>
                  <a:endParaRPr lang="zh-CN" altLang="en-US"/>
                </a:p>
              </p:txBody>
            </p:sp>
          </p:grpSp>
          <p:sp>
            <p:nvSpPr>
              <p:cNvPr id="59" name="矩形 58">
                <a:extLst>
                  <a:ext uri="{FF2B5EF4-FFF2-40B4-BE49-F238E27FC236}">
                    <a16:creationId xmlns:a16="http://schemas.microsoft.com/office/drawing/2014/main" id="{A74B2A8B-EBE8-AE92-8227-52367637E1FA}"/>
                  </a:ext>
                </a:extLst>
              </p:cNvPr>
              <p:cNvSpPr/>
              <p:nvPr/>
            </p:nvSpPr>
            <p:spPr>
              <a:xfrm>
                <a:off x="7440549" y="4294733"/>
                <a:ext cx="178320" cy="292798"/>
              </a:xfrm>
              <a:prstGeom prst="rect">
                <a:avLst/>
              </a:prstGeom>
              <a:solidFill>
                <a:srgbClr val="E6E6E6"/>
              </a:solidFill>
              <a:ln w="6350" cap="flat">
                <a:noFill/>
                <a:prstDash val="solid"/>
                <a:miter/>
              </a:ln>
            </p:spPr>
            <p:txBody>
              <a:bodyPr/>
              <a:lstStyle/>
              <a:p>
                <a:endParaRPr lang="zh-CN" altLang="en-US"/>
              </a:p>
            </p:txBody>
          </p:sp>
        </p:grpSp>
        <p:grpSp>
          <p:nvGrpSpPr>
            <p:cNvPr id="60" name="图形 5" descr="一个城市街区">
              <a:extLst>
                <a:ext uri="{FF2B5EF4-FFF2-40B4-BE49-F238E27FC236}">
                  <a16:creationId xmlns:a16="http://schemas.microsoft.com/office/drawing/2014/main" id="{B56A8369-B39C-935C-96B0-435E1440A9C3}"/>
                </a:ext>
              </a:extLst>
            </p:cNvPr>
            <p:cNvGrpSpPr/>
            <p:nvPr/>
          </p:nvGrpSpPr>
          <p:grpSpPr>
            <a:xfrm>
              <a:off x="4570336" y="2492032"/>
              <a:ext cx="1041177" cy="2095500"/>
              <a:chOff x="4570336" y="2492032"/>
              <a:chExt cx="1041177" cy="2095500"/>
            </a:xfrm>
          </p:grpSpPr>
          <p:sp>
            <p:nvSpPr>
              <p:cNvPr id="61" name="矩形 60">
                <a:extLst>
                  <a:ext uri="{FF2B5EF4-FFF2-40B4-BE49-F238E27FC236}">
                    <a16:creationId xmlns:a16="http://schemas.microsoft.com/office/drawing/2014/main" id="{5EC23A01-7B5B-B496-3137-0013C0F6F845}"/>
                  </a:ext>
                </a:extLst>
              </p:cNvPr>
              <p:cNvSpPr/>
              <p:nvPr/>
            </p:nvSpPr>
            <p:spPr>
              <a:xfrm>
                <a:off x="4570336" y="2492032"/>
                <a:ext cx="1041177" cy="2095500"/>
              </a:xfrm>
              <a:prstGeom prst="rect">
                <a:avLst/>
              </a:prstGeom>
              <a:solidFill>
                <a:srgbClr val="D8BEEC"/>
              </a:solidFill>
              <a:ln w="6350" cap="flat">
                <a:noFill/>
                <a:prstDash val="solid"/>
                <a:miter/>
              </a:ln>
            </p:spPr>
            <p:txBody>
              <a:bodyPr/>
              <a:lstStyle/>
              <a:p>
                <a:endParaRPr lang="zh-CN" altLang="en-US"/>
              </a:p>
            </p:txBody>
          </p:sp>
          <p:grpSp>
            <p:nvGrpSpPr>
              <p:cNvPr id="62" name="图形 5" descr="一个城市街区">
                <a:extLst>
                  <a:ext uri="{FF2B5EF4-FFF2-40B4-BE49-F238E27FC236}">
                    <a16:creationId xmlns:a16="http://schemas.microsoft.com/office/drawing/2014/main" id="{C0EBE912-82BC-515B-B513-5720B394121D}"/>
                  </a:ext>
                </a:extLst>
              </p:cNvPr>
              <p:cNvGrpSpPr/>
              <p:nvPr/>
            </p:nvGrpSpPr>
            <p:grpSpPr>
              <a:xfrm>
                <a:off x="4570336" y="2682525"/>
                <a:ext cx="876300" cy="476250"/>
                <a:chOff x="4570336" y="2682525"/>
                <a:chExt cx="876300" cy="476250"/>
              </a:xfrm>
              <a:solidFill>
                <a:srgbClr val="FFFFFF"/>
              </a:solidFill>
            </p:grpSpPr>
            <p:sp>
              <p:nvSpPr>
                <p:cNvPr id="63" name="矩形 62">
                  <a:extLst>
                    <a:ext uri="{FF2B5EF4-FFF2-40B4-BE49-F238E27FC236}">
                      <a16:creationId xmlns:a16="http://schemas.microsoft.com/office/drawing/2014/main" id="{073706D4-428D-C521-4222-0851B6D3B606}"/>
                    </a:ext>
                  </a:extLst>
                </p:cNvPr>
                <p:cNvSpPr/>
                <p:nvPr/>
              </p:nvSpPr>
              <p:spPr>
                <a:xfrm>
                  <a:off x="4570336" y="2682525"/>
                  <a:ext cx="876300" cy="19050"/>
                </a:xfrm>
                <a:prstGeom prst="rect">
                  <a:avLst/>
                </a:prstGeom>
                <a:solidFill>
                  <a:srgbClr val="FFFFFF"/>
                </a:solidFill>
                <a:ln w="6350" cap="flat">
                  <a:noFill/>
                  <a:prstDash val="solid"/>
                  <a:miter/>
                </a:ln>
              </p:spPr>
              <p:txBody>
                <a:bodyPr/>
                <a:lstStyle/>
                <a:p>
                  <a:endParaRPr lang="zh-CN" altLang="en-US"/>
                </a:p>
              </p:txBody>
            </p:sp>
            <p:sp>
              <p:nvSpPr>
                <p:cNvPr id="64" name="矩形 63">
                  <a:extLst>
                    <a:ext uri="{FF2B5EF4-FFF2-40B4-BE49-F238E27FC236}">
                      <a16:creationId xmlns:a16="http://schemas.microsoft.com/office/drawing/2014/main" id="{02B1C5F3-86E5-EBBF-EC2C-0ACE636878F5}"/>
                    </a:ext>
                  </a:extLst>
                </p:cNvPr>
                <p:cNvSpPr/>
                <p:nvPr/>
              </p:nvSpPr>
              <p:spPr>
                <a:xfrm>
                  <a:off x="4570336" y="2758725"/>
                  <a:ext cx="876300" cy="19050"/>
                </a:xfrm>
                <a:prstGeom prst="rect">
                  <a:avLst/>
                </a:prstGeom>
                <a:solidFill>
                  <a:srgbClr val="FFFFFF"/>
                </a:solidFill>
                <a:ln w="6350" cap="flat">
                  <a:noFill/>
                  <a:prstDash val="solid"/>
                  <a:miter/>
                </a:ln>
              </p:spPr>
              <p:txBody>
                <a:bodyPr/>
                <a:lstStyle/>
                <a:p>
                  <a:endParaRPr lang="zh-CN" altLang="en-US"/>
                </a:p>
              </p:txBody>
            </p:sp>
            <p:sp>
              <p:nvSpPr>
                <p:cNvPr id="65" name="矩形 64">
                  <a:extLst>
                    <a:ext uri="{FF2B5EF4-FFF2-40B4-BE49-F238E27FC236}">
                      <a16:creationId xmlns:a16="http://schemas.microsoft.com/office/drawing/2014/main" id="{2318F52D-A32C-250D-C4C5-80547BA5014E}"/>
                    </a:ext>
                  </a:extLst>
                </p:cNvPr>
                <p:cNvSpPr/>
                <p:nvPr/>
              </p:nvSpPr>
              <p:spPr>
                <a:xfrm>
                  <a:off x="4570336" y="2834925"/>
                  <a:ext cx="876300" cy="19050"/>
                </a:xfrm>
                <a:prstGeom prst="rect">
                  <a:avLst/>
                </a:prstGeom>
                <a:solidFill>
                  <a:srgbClr val="FFFFFF"/>
                </a:solidFill>
                <a:ln w="6350" cap="flat">
                  <a:noFill/>
                  <a:prstDash val="solid"/>
                  <a:miter/>
                </a:ln>
              </p:spPr>
              <p:txBody>
                <a:bodyPr/>
                <a:lstStyle/>
                <a:p>
                  <a:endParaRPr lang="zh-CN" altLang="en-US"/>
                </a:p>
              </p:txBody>
            </p:sp>
            <p:sp>
              <p:nvSpPr>
                <p:cNvPr id="66" name="矩形 65">
                  <a:extLst>
                    <a:ext uri="{FF2B5EF4-FFF2-40B4-BE49-F238E27FC236}">
                      <a16:creationId xmlns:a16="http://schemas.microsoft.com/office/drawing/2014/main" id="{CF6B205D-097F-D1F4-C1EA-5504D95427CF}"/>
                    </a:ext>
                  </a:extLst>
                </p:cNvPr>
                <p:cNvSpPr/>
                <p:nvPr/>
              </p:nvSpPr>
              <p:spPr>
                <a:xfrm>
                  <a:off x="5065636" y="2911125"/>
                  <a:ext cx="381000" cy="19050"/>
                </a:xfrm>
                <a:prstGeom prst="rect">
                  <a:avLst/>
                </a:prstGeom>
                <a:solidFill>
                  <a:srgbClr val="FFFFFF"/>
                </a:solidFill>
                <a:ln w="6350" cap="flat">
                  <a:noFill/>
                  <a:prstDash val="solid"/>
                  <a:miter/>
                </a:ln>
              </p:spPr>
              <p:txBody>
                <a:bodyPr/>
                <a:lstStyle/>
                <a:p>
                  <a:endParaRPr lang="zh-CN" altLang="en-US"/>
                </a:p>
              </p:txBody>
            </p:sp>
            <p:sp>
              <p:nvSpPr>
                <p:cNvPr id="67" name="矩形 66">
                  <a:extLst>
                    <a:ext uri="{FF2B5EF4-FFF2-40B4-BE49-F238E27FC236}">
                      <a16:creationId xmlns:a16="http://schemas.microsoft.com/office/drawing/2014/main" id="{17FD551E-080C-5FEE-4A44-64AF3103333E}"/>
                    </a:ext>
                  </a:extLst>
                </p:cNvPr>
                <p:cNvSpPr/>
                <p:nvPr/>
              </p:nvSpPr>
              <p:spPr>
                <a:xfrm>
                  <a:off x="5065636" y="2987325"/>
                  <a:ext cx="381000" cy="19050"/>
                </a:xfrm>
                <a:prstGeom prst="rect">
                  <a:avLst/>
                </a:prstGeom>
                <a:solidFill>
                  <a:srgbClr val="FFFFFF"/>
                </a:solidFill>
                <a:ln w="6350" cap="flat">
                  <a:noFill/>
                  <a:prstDash val="solid"/>
                  <a:miter/>
                </a:ln>
              </p:spPr>
              <p:txBody>
                <a:bodyPr/>
                <a:lstStyle/>
                <a:p>
                  <a:endParaRPr lang="zh-CN" altLang="en-US"/>
                </a:p>
              </p:txBody>
            </p:sp>
            <p:sp>
              <p:nvSpPr>
                <p:cNvPr id="68" name="矩形 67">
                  <a:extLst>
                    <a:ext uri="{FF2B5EF4-FFF2-40B4-BE49-F238E27FC236}">
                      <a16:creationId xmlns:a16="http://schemas.microsoft.com/office/drawing/2014/main" id="{5EE02727-F94F-B843-4E29-35F4DD7444F9}"/>
                    </a:ext>
                  </a:extLst>
                </p:cNvPr>
                <p:cNvSpPr/>
                <p:nvPr/>
              </p:nvSpPr>
              <p:spPr>
                <a:xfrm>
                  <a:off x="5065636" y="3063525"/>
                  <a:ext cx="381000" cy="19050"/>
                </a:xfrm>
                <a:prstGeom prst="rect">
                  <a:avLst/>
                </a:prstGeom>
                <a:solidFill>
                  <a:srgbClr val="FFFFFF"/>
                </a:solidFill>
                <a:ln w="6350" cap="flat">
                  <a:noFill/>
                  <a:prstDash val="solid"/>
                  <a:miter/>
                </a:ln>
              </p:spPr>
              <p:txBody>
                <a:bodyPr/>
                <a:lstStyle/>
                <a:p>
                  <a:endParaRPr lang="zh-CN" altLang="en-US"/>
                </a:p>
              </p:txBody>
            </p:sp>
            <p:sp>
              <p:nvSpPr>
                <p:cNvPr id="69" name="矩形 68">
                  <a:extLst>
                    <a:ext uri="{FF2B5EF4-FFF2-40B4-BE49-F238E27FC236}">
                      <a16:creationId xmlns:a16="http://schemas.microsoft.com/office/drawing/2014/main" id="{7ECA631B-771E-CCD5-EB6B-039F51ED9C63}"/>
                    </a:ext>
                  </a:extLst>
                </p:cNvPr>
                <p:cNvSpPr/>
                <p:nvPr/>
              </p:nvSpPr>
              <p:spPr>
                <a:xfrm>
                  <a:off x="5065636" y="3139725"/>
                  <a:ext cx="381000" cy="19050"/>
                </a:xfrm>
                <a:prstGeom prst="rect">
                  <a:avLst/>
                </a:prstGeom>
                <a:solidFill>
                  <a:srgbClr val="FFFFFF"/>
                </a:solidFill>
                <a:ln w="6350" cap="flat">
                  <a:noFill/>
                  <a:prstDash val="solid"/>
                  <a:miter/>
                </a:ln>
              </p:spPr>
              <p:txBody>
                <a:bodyPr/>
                <a:lstStyle/>
                <a:p>
                  <a:endParaRPr lang="zh-CN" altLang="en-US"/>
                </a:p>
              </p:txBody>
            </p:sp>
          </p:grpSp>
        </p:grpSp>
        <p:grpSp>
          <p:nvGrpSpPr>
            <p:cNvPr id="70" name="图形 5" descr="一个城市街区">
              <a:extLst>
                <a:ext uri="{FF2B5EF4-FFF2-40B4-BE49-F238E27FC236}">
                  <a16:creationId xmlns:a16="http://schemas.microsoft.com/office/drawing/2014/main" id="{7198B781-3BF6-EA0C-5DA5-43B7F593BBE2}"/>
                </a:ext>
              </a:extLst>
            </p:cNvPr>
            <p:cNvGrpSpPr/>
            <p:nvPr/>
          </p:nvGrpSpPr>
          <p:grpSpPr>
            <a:xfrm>
              <a:off x="4570806" y="2682532"/>
              <a:ext cx="2285987" cy="1905000"/>
              <a:chOff x="4570806" y="2682532"/>
              <a:chExt cx="2285987" cy="1905000"/>
            </a:xfrm>
          </p:grpSpPr>
          <p:sp>
            <p:nvSpPr>
              <p:cNvPr id="71" name="任意多边形: 形状 70">
                <a:extLst>
                  <a:ext uri="{FF2B5EF4-FFF2-40B4-BE49-F238E27FC236}">
                    <a16:creationId xmlns:a16="http://schemas.microsoft.com/office/drawing/2014/main" id="{5C9E0848-0649-9A33-A0A6-E54F743843D6}"/>
                  </a:ext>
                </a:extLst>
              </p:cNvPr>
              <p:cNvSpPr/>
              <p:nvPr/>
            </p:nvSpPr>
            <p:spPr>
              <a:xfrm>
                <a:off x="4570806" y="2873032"/>
                <a:ext cx="2285987" cy="1714499"/>
              </a:xfrm>
              <a:custGeom>
                <a:avLst/>
                <a:gdLst>
                  <a:gd name="csX0" fmla="*/ 1143000 w 2285987"/>
                  <a:gd name="csY0" fmla="*/ 0 h 1714499"/>
                  <a:gd name="csX1" fmla="*/ 1143000 w 2285987"/>
                  <a:gd name="csY1" fmla="*/ 190500 h 1714499"/>
                  <a:gd name="csX2" fmla="*/ 1040708 w 2285987"/>
                  <a:gd name="csY2" fmla="*/ 190500 h 1714499"/>
                  <a:gd name="csX3" fmla="*/ 1040708 w 2285987"/>
                  <a:gd name="csY3" fmla="*/ 571500 h 1714499"/>
                  <a:gd name="csX4" fmla="*/ 381000 w 2285987"/>
                  <a:gd name="csY4" fmla="*/ 571500 h 1714499"/>
                  <a:gd name="csX5" fmla="*/ 381000 w 2285987"/>
                  <a:gd name="csY5" fmla="*/ 952500 h 1714499"/>
                  <a:gd name="csX6" fmla="*/ 0 w 2285987"/>
                  <a:gd name="csY6" fmla="*/ 953509 h 1714499"/>
                  <a:gd name="csX7" fmla="*/ 0 w 2285987"/>
                  <a:gd name="csY7" fmla="*/ 1714081 h 1714499"/>
                  <a:gd name="csX8" fmla="*/ 2285988 w 2285987"/>
                  <a:gd name="csY8" fmla="*/ 1714500 h 1714499"/>
                  <a:gd name="csX9" fmla="*/ 2285988 w 2285987"/>
                  <a:gd name="csY9" fmla="*/ 0 h 17144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85987" h="1714499">
                    <a:moveTo>
                      <a:pt x="1143000" y="0"/>
                    </a:moveTo>
                    <a:lnTo>
                      <a:pt x="1143000" y="190500"/>
                    </a:lnTo>
                    <a:lnTo>
                      <a:pt x="1040708" y="190500"/>
                    </a:lnTo>
                    <a:lnTo>
                      <a:pt x="1040708" y="571500"/>
                    </a:lnTo>
                    <a:lnTo>
                      <a:pt x="381000" y="571500"/>
                    </a:lnTo>
                    <a:lnTo>
                      <a:pt x="381000" y="952500"/>
                    </a:lnTo>
                    <a:lnTo>
                      <a:pt x="0" y="953509"/>
                    </a:lnTo>
                    <a:lnTo>
                      <a:pt x="0" y="1714081"/>
                    </a:lnTo>
                    <a:lnTo>
                      <a:pt x="2285988" y="1714500"/>
                    </a:lnTo>
                    <a:lnTo>
                      <a:pt x="2285988" y="0"/>
                    </a:lnTo>
                    <a:close/>
                  </a:path>
                </a:pathLst>
              </a:custGeom>
              <a:solidFill>
                <a:srgbClr val="E6E6E6"/>
              </a:solidFill>
              <a:ln w="6350" cap="flat">
                <a:noFill/>
                <a:prstDash val="solid"/>
                <a:miter/>
              </a:ln>
            </p:spPr>
            <p:txBody>
              <a:bodyPr/>
              <a:lstStyle/>
              <a:p>
                <a:endParaRPr lang="zh-CN" altLang="en-US"/>
              </a:p>
            </p:txBody>
          </p:sp>
          <p:grpSp>
            <p:nvGrpSpPr>
              <p:cNvPr id="72" name="图形 5" descr="一个城市街区">
                <a:extLst>
                  <a:ext uri="{FF2B5EF4-FFF2-40B4-BE49-F238E27FC236}">
                    <a16:creationId xmlns:a16="http://schemas.microsoft.com/office/drawing/2014/main" id="{BABB6261-10E6-0938-0FFF-D6BD08B31F92}"/>
                  </a:ext>
                </a:extLst>
              </p:cNvPr>
              <p:cNvGrpSpPr/>
              <p:nvPr/>
            </p:nvGrpSpPr>
            <p:grpSpPr>
              <a:xfrm>
                <a:off x="5217985" y="4018210"/>
                <a:ext cx="178320" cy="376643"/>
                <a:chOff x="5217985" y="4018210"/>
                <a:chExt cx="178320" cy="376643"/>
              </a:xfrm>
            </p:grpSpPr>
            <p:sp>
              <p:nvSpPr>
                <p:cNvPr id="73" name="矩形 72">
                  <a:extLst>
                    <a:ext uri="{FF2B5EF4-FFF2-40B4-BE49-F238E27FC236}">
                      <a16:creationId xmlns:a16="http://schemas.microsoft.com/office/drawing/2014/main" id="{A09D8CB4-DD0A-DFD1-D722-1A074C43F427}"/>
                    </a:ext>
                  </a:extLst>
                </p:cNvPr>
                <p:cNvSpPr/>
                <p:nvPr/>
              </p:nvSpPr>
              <p:spPr>
                <a:xfrm>
                  <a:off x="5217985" y="4018210"/>
                  <a:ext cx="178320" cy="188321"/>
                </a:xfrm>
                <a:prstGeom prst="rect">
                  <a:avLst/>
                </a:prstGeom>
                <a:solidFill>
                  <a:srgbClr val="737373"/>
                </a:solidFill>
                <a:ln w="6350" cap="flat">
                  <a:noFill/>
                  <a:prstDash val="solid"/>
                  <a:miter/>
                </a:ln>
              </p:spPr>
              <p:txBody>
                <a:bodyPr/>
                <a:lstStyle/>
                <a:p>
                  <a:endParaRPr lang="zh-CN" altLang="en-US"/>
                </a:p>
              </p:txBody>
            </p:sp>
            <p:sp>
              <p:nvSpPr>
                <p:cNvPr id="74" name="矩形 73">
                  <a:extLst>
                    <a:ext uri="{FF2B5EF4-FFF2-40B4-BE49-F238E27FC236}">
                      <a16:creationId xmlns:a16="http://schemas.microsoft.com/office/drawing/2014/main" id="{61042A9F-F593-FCB8-74E5-9F3163CA163C}"/>
                    </a:ext>
                  </a:extLst>
                </p:cNvPr>
                <p:cNvSpPr/>
                <p:nvPr/>
              </p:nvSpPr>
              <p:spPr>
                <a:xfrm>
                  <a:off x="5217985" y="4206532"/>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75" name="图形 5" descr="一个城市街区">
                <a:extLst>
                  <a:ext uri="{FF2B5EF4-FFF2-40B4-BE49-F238E27FC236}">
                    <a16:creationId xmlns:a16="http://schemas.microsoft.com/office/drawing/2014/main" id="{F5BB534D-E519-498D-E50C-626EB2E3261B}"/>
                  </a:ext>
                </a:extLst>
              </p:cNvPr>
              <p:cNvGrpSpPr/>
              <p:nvPr/>
            </p:nvGrpSpPr>
            <p:grpSpPr>
              <a:xfrm>
                <a:off x="4951806" y="4018210"/>
                <a:ext cx="188607" cy="376643"/>
                <a:chOff x="4951806" y="4018210"/>
                <a:chExt cx="188607" cy="376643"/>
              </a:xfrm>
            </p:grpSpPr>
            <p:sp>
              <p:nvSpPr>
                <p:cNvPr id="76" name="矩形 75">
                  <a:extLst>
                    <a:ext uri="{FF2B5EF4-FFF2-40B4-BE49-F238E27FC236}">
                      <a16:creationId xmlns:a16="http://schemas.microsoft.com/office/drawing/2014/main" id="{7364E650-BDAC-FFA4-C5EF-DF70A578F508}"/>
                    </a:ext>
                  </a:extLst>
                </p:cNvPr>
                <p:cNvSpPr/>
                <p:nvPr/>
              </p:nvSpPr>
              <p:spPr>
                <a:xfrm>
                  <a:off x="4951806" y="4018210"/>
                  <a:ext cx="188607" cy="188321"/>
                </a:xfrm>
                <a:prstGeom prst="rect">
                  <a:avLst/>
                </a:prstGeom>
                <a:solidFill>
                  <a:srgbClr val="737373"/>
                </a:solidFill>
                <a:ln w="6350" cap="flat">
                  <a:noFill/>
                  <a:prstDash val="solid"/>
                  <a:miter/>
                </a:ln>
              </p:spPr>
              <p:txBody>
                <a:bodyPr/>
                <a:lstStyle/>
                <a:p>
                  <a:endParaRPr lang="zh-CN" altLang="en-US"/>
                </a:p>
              </p:txBody>
            </p:sp>
            <p:sp>
              <p:nvSpPr>
                <p:cNvPr id="77" name="矩形 76">
                  <a:extLst>
                    <a:ext uri="{FF2B5EF4-FFF2-40B4-BE49-F238E27FC236}">
                      <a16:creationId xmlns:a16="http://schemas.microsoft.com/office/drawing/2014/main" id="{D9790163-EB55-FC22-7607-75B7A7394BCE}"/>
                    </a:ext>
                  </a:extLst>
                </p:cNvPr>
                <p:cNvSpPr/>
                <p:nvPr/>
              </p:nvSpPr>
              <p:spPr>
                <a:xfrm>
                  <a:off x="4951806" y="4206532"/>
                  <a:ext cx="188607" cy="188321"/>
                </a:xfrm>
                <a:prstGeom prst="rect">
                  <a:avLst/>
                </a:prstGeom>
                <a:solidFill>
                  <a:srgbClr val="D8BEEC"/>
                </a:solidFill>
                <a:ln w="6350" cap="flat">
                  <a:noFill/>
                  <a:prstDash val="solid"/>
                  <a:miter/>
                </a:ln>
              </p:spPr>
              <p:txBody>
                <a:bodyPr/>
                <a:lstStyle/>
                <a:p>
                  <a:endParaRPr lang="zh-CN" altLang="en-US"/>
                </a:p>
              </p:txBody>
            </p:sp>
          </p:grpSp>
          <p:grpSp>
            <p:nvGrpSpPr>
              <p:cNvPr id="78" name="图形 5" descr="一个城市街区">
                <a:extLst>
                  <a:ext uri="{FF2B5EF4-FFF2-40B4-BE49-F238E27FC236}">
                    <a16:creationId xmlns:a16="http://schemas.microsoft.com/office/drawing/2014/main" id="{D9F801F2-8393-6230-6B2A-77CCF71FD5F8}"/>
                  </a:ext>
                </a:extLst>
              </p:cNvPr>
              <p:cNvGrpSpPr/>
              <p:nvPr/>
            </p:nvGrpSpPr>
            <p:grpSpPr>
              <a:xfrm>
                <a:off x="6424485" y="4210888"/>
                <a:ext cx="178320" cy="376643"/>
                <a:chOff x="6424485" y="4210888"/>
                <a:chExt cx="178320" cy="376643"/>
              </a:xfrm>
            </p:grpSpPr>
            <p:sp>
              <p:nvSpPr>
                <p:cNvPr id="79" name="矩形 78">
                  <a:extLst>
                    <a:ext uri="{FF2B5EF4-FFF2-40B4-BE49-F238E27FC236}">
                      <a16:creationId xmlns:a16="http://schemas.microsoft.com/office/drawing/2014/main" id="{D5D97EA3-7BFB-9203-33BD-D1D426E3ED47}"/>
                    </a:ext>
                  </a:extLst>
                </p:cNvPr>
                <p:cNvSpPr/>
                <p:nvPr/>
              </p:nvSpPr>
              <p:spPr>
                <a:xfrm>
                  <a:off x="6424485" y="4210888"/>
                  <a:ext cx="178320" cy="188321"/>
                </a:xfrm>
                <a:prstGeom prst="rect">
                  <a:avLst/>
                </a:prstGeom>
                <a:solidFill>
                  <a:srgbClr val="737373"/>
                </a:solidFill>
                <a:ln w="6350" cap="flat">
                  <a:noFill/>
                  <a:prstDash val="solid"/>
                  <a:miter/>
                </a:ln>
              </p:spPr>
              <p:txBody>
                <a:bodyPr/>
                <a:lstStyle/>
                <a:p>
                  <a:endParaRPr lang="zh-CN" altLang="en-US"/>
                </a:p>
              </p:txBody>
            </p:sp>
            <p:sp>
              <p:nvSpPr>
                <p:cNvPr id="80" name="矩形 79">
                  <a:extLst>
                    <a:ext uri="{FF2B5EF4-FFF2-40B4-BE49-F238E27FC236}">
                      <a16:creationId xmlns:a16="http://schemas.microsoft.com/office/drawing/2014/main" id="{310EA814-B537-F8B3-BE24-218861803C7D}"/>
                    </a:ext>
                  </a:extLst>
                </p:cNvPr>
                <p:cNvSpPr/>
                <p:nvPr/>
              </p:nvSpPr>
              <p:spPr>
                <a:xfrm>
                  <a:off x="6424485" y="4399210"/>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81" name="图形 5" descr="一个城市街区">
                <a:extLst>
                  <a:ext uri="{FF2B5EF4-FFF2-40B4-BE49-F238E27FC236}">
                    <a16:creationId xmlns:a16="http://schemas.microsoft.com/office/drawing/2014/main" id="{D20477D4-E361-F088-8A96-32DF8F7E16DB}"/>
                  </a:ext>
                </a:extLst>
              </p:cNvPr>
              <p:cNvGrpSpPr/>
              <p:nvPr/>
            </p:nvGrpSpPr>
            <p:grpSpPr>
              <a:xfrm>
                <a:off x="6170485" y="4210888"/>
                <a:ext cx="178320" cy="376643"/>
                <a:chOff x="6170485" y="4210888"/>
                <a:chExt cx="178320" cy="376643"/>
              </a:xfrm>
            </p:grpSpPr>
            <p:sp>
              <p:nvSpPr>
                <p:cNvPr id="82" name="矩形 81">
                  <a:extLst>
                    <a:ext uri="{FF2B5EF4-FFF2-40B4-BE49-F238E27FC236}">
                      <a16:creationId xmlns:a16="http://schemas.microsoft.com/office/drawing/2014/main" id="{F20883D3-C8AA-EAB3-2B95-A7F068C79500}"/>
                    </a:ext>
                  </a:extLst>
                </p:cNvPr>
                <p:cNvSpPr/>
                <p:nvPr/>
              </p:nvSpPr>
              <p:spPr>
                <a:xfrm>
                  <a:off x="6170485" y="4210888"/>
                  <a:ext cx="178320" cy="188321"/>
                </a:xfrm>
                <a:prstGeom prst="rect">
                  <a:avLst/>
                </a:prstGeom>
                <a:solidFill>
                  <a:srgbClr val="737373"/>
                </a:solidFill>
                <a:ln w="6350" cap="flat">
                  <a:noFill/>
                  <a:prstDash val="solid"/>
                  <a:miter/>
                </a:ln>
              </p:spPr>
              <p:txBody>
                <a:bodyPr/>
                <a:lstStyle/>
                <a:p>
                  <a:endParaRPr lang="zh-CN" altLang="en-US"/>
                </a:p>
              </p:txBody>
            </p:sp>
            <p:sp>
              <p:nvSpPr>
                <p:cNvPr id="83" name="矩形 82">
                  <a:extLst>
                    <a:ext uri="{FF2B5EF4-FFF2-40B4-BE49-F238E27FC236}">
                      <a16:creationId xmlns:a16="http://schemas.microsoft.com/office/drawing/2014/main" id="{783B4984-0953-32CB-577E-455D2A56F7FA}"/>
                    </a:ext>
                  </a:extLst>
                </p:cNvPr>
                <p:cNvSpPr/>
                <p:nvPr/>
              </p:nvSpPr>
              <p:spPr>
                <a:xfrm>
                  <a:off x="6170485" y="4399210"/>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84" name="图形 5" descr="一个城市街区">
                <a:extLst>
                  <a:ext uri="{FF2B5EF4-FFF2-40B4-BE49-F238E27FC236}">
                    <a16:creationId xmlns:a16="http://schemas.microsoft.com/office/drawing/2014/main" id="{CFF31B93-7D42-1AED-A214-21E83E94ED62}"/>
                  </a:ext>
                </a:extLst>
              </p:cNvPr>
              <p:cNvGrpSpPr/>
              <p:nvPr/>
            </p:nvGrpSpPr>
            <p:grpSpPr>
              <a:xfrm>
                <a:off x="5713806" y="4210888"/>
                <a:ext cx="379107" cy="376643"/>
                <a:chOff x="5713806" y="4210888"/>
                <a:chExt cx="379107" cy="376643"/>
              </a:xfrm>
            </p:grpSpPr>
            <p:sp>
              <p:nvSpPr>
                <p:cNvPr id="85" name="矩形 84">
                  <a:extLst>
                    <a:ext uri="{FF2B5EF4-FFF2-40B4-BE49-F238E27FC236}">
                      <a16:creationId xmlns:a16="http://schemas.microsoft.com/office/drawing/2014/main" id="{2DF742EC-5B37-8C75-153D-62785A3C8785}"/>
                    </a:ext>
                  </a:extLst>
                </p:cNvPr>
                <p:cNvSpPr/>
                <p:nvPr/>
              </p:nvSpPr>
              <p:spPr>
                <a:xfrm>
                  <a:off x="5713806" y="4210888"/>
                  <a:ext cx="379107" cy="188321"/>
                </a:xfrm>
                <a:prstGeom prst="rect">
                  <a:avLst/>
                </a:prstGeom>
                <a:solidFill>
                  <a:srgbClr val="737373"/>
                </a:solidFill>
                <a:ln w="6350" cap="flat">
                  <a:noFill/>
                  <a:prstDash val="solid"/>
                  <a:miter/>
                </a:ln>
              </p:spPr>
              <p:txBody>
                <a:bodyPr/>
                <a:lstStyle/>
                <a:p>
                  <a:endParaRPr lang="zh-CN" altLang="en-US"/>
                </a:p>
              </p:txBody>
            </p:sp>
            <p:sp>
              <p:nvSpPr>
                <p:cNvPr id="86" name="矩形 85">
                  <a:extLst>
                    <a:ext uri="{FF2B5EF4-FFF2-40B4-BE49-F238E27FC236}">
                      <a16:creationId xmlns:a16="http://schemas.microsoft.com/office/drawing/2014/main" id="{11F2FA76-A419-671E-7317-F01BA21D2AAF}"/>
                    </a:ext>
                  </a:extLst>
                </p:cNvPr>
                <p:cNvSpPr/>
                <p:nvPr/>
              </p:nvSpPr>
              <p:spPr>
                <a:xfrm>
                  <a:off x="5713806" y="4399210"/>
                  <a:ext cx="379107" cy="188321"/>
                </a:xfrm>
                <a:prstGeom prst="rect">
                  <a:avLst/>
                </a:prstGeom>
                <a:solidFill>
                  <a:srgbClr val="D8BEEC"/>
                </a:solidFill>
                <a:ln w="6350" cap="flat">
                  <a:noFill/>
                  <a:prstDash val="solid"/>
                  <a:miter/>
                </a:ln>
              </p:spPr>
              <p:txBody>
                <a:bodyPr/>
                <a:lstStyle/>
                <a:p>
                  <a:endParaRPr lang="zh-CN" altLang="en-US"/>
                </a:p>
              </p:txBody>
            </p:sp>
          </p:grpSp>
          <p:sp>
            <p:nvSpPr>
              <p:cNvPr id="87" name="矩形 86">
                <a:extLst>
                  <a:ext uri="{FF2B5EF4-FFF2-40B4-BE49-F238E27FC236}">
                    <a16:creationId xmlns:a16="http://schemas.microsoft.com/office/drawing/2014/main" id="{74F16B86-6B5E-D449-7397-A0813C04CD96}"/>
                  </a:ext>
                </a:extLst>
              </p:cNvPr>
              <p:cNvSpPr/>
              <p:nvPr/>
            </p:nvSpPr>
            <p:spPr>
              <a:xfrm>
                <a:off x="5713806" y="3825532"/>
                <a:ext cx="888999" cy="190500"/>
              </a:xfrm>
              <a:prstGeom prst="rect">
                <a:avLst/>
              </a:prstGeom>
              <a:solidFill>
                <a:srgbClr val="D8BEEC"/>
              </a:solidFill>
              <a:ln w="6350" cap="flat">
                <a:noFill/>
                <a:prstDash val="solid"/>
                <a:miter/>
              </a:ln>
            </p:spPr>
            <p:txBody>
              <a:bodyPr/>
              <a:lstStyle/>
              <a:p>
                <a:endParaRPr lang="zh-CN" altLang="en-US"/>
              </a:p>
            </p:txBody>
          </p:sp>
          <p:sp>
            <p:nvSpPr>
              <p:cNvPr id="88" name="矩形 87">
                <a:extLst>
                  <a:ext uri="{FF2B5EF4-FFF2-40B4-BE49-F238E27FC236}">
                    <a16:creationId xmlns:a16="http://schemas.microsoft.com/office/drawing/2014/main" id="{9D7DBF6C-7741-B027-2F80-A8275ECD207D}"/>
                  </a:ext>
                </a:extLst>
              </p:cNvPr>
              <p:cNvSpPr/>
              <p:nvPr/>
            </p:nvSpPr>
            <p:spPr>
              <a:xfrm>
                <a:off x="5713806" y="3444532"/>
                <a:ext cx="888999" cy="190500"/>
              </a:xfrm>
              <a:prstGeom prst="rect">
                <a:avLst/>
              </a:prstGeom>
              <a:solidFill>
                <a:srgbClr val="D8BEEC"/>
              </a:solidFill>
              <a:ln w="6350" cap="flat">
                <a:noFill/>
                <a:prstDash val="solid"/>
                <a:miter/>
              </a:ln>
            </p:spPr>
            <p:txBody>
              <a:bodyPr/>
              <a:lstStyle/>
              <a:p>
                <a:endParaRPr lang="zh-CN" altLang="en-US"/>
              </a:p>
            </p:txBody>
          </p:sp>
          <p:sp>
            <p:nvSpPr>
              <p:cNvPr id="89" name="矩形 88">
                <a:extLst>
                  <a:ext uri="{FF2B5EF4-FFF2-40B4-BE49-F238E27FC236}">
                    <a16:creationId xmlns:a16="http://schemas.microsoft.com/office/drawing/2014/main" id="{E1F19C3C-CDE0-6799-06DB-AEFD9FACC5E2}"/>
                  </a:ext>
                </a:extLst>
              </p:cNvPr>
              <p:cNvSpPr/>
              <p:nvPr/>
            </p:nvSpPr>
            <p:spPr>
              <a:xfrm>
                <a:off x="5713806" y="3063532"/>
                <a:ext cx="888999" cy="190500"/>
              </a:xfrm>
              <a:prstGeom prst="rect">
                <a:avLst/>
              </a:prstGeom>
              <a:solidFill>
                <a:srgbClr val="D8BEEC"/>
              </a:solidFill>
              <a:ln w="6350" cap="flat">
                <a:noFill/>
                <a:prstDash val="solid"/>
                <a:miter/>
              </a:ln>
            </p:spPr>
            <p:txBody>
              <a:bodyPr/>
              <a:lstStyle/>
              <a:p>
                <a:endParaRPr lang="zh-CN" altLang="en-US"/>
              </a:p>
            </p:txBody>
          </p:sp>
          <p:sp>
            <p:nvSpPr>
              <p:cNvPr id="90" name="矩形 89">
                <a:extLst>
                  <a:ext uri="{FF2B5EF4-FFF2-40B4-BE49-F238E27FC236}">
                    <a16:creationId xmlns:a16="http://schemas.microsoft.com/office/drawing/2014/main" id="{F51B001D-1529-05E6-55A3-7593473FA39A}"/>
                  </a:ext>
                </a:extLst>
              </p:cNvPr>
              <p:cNvSpPr/>
              <p:nvPr/>
            </p:nvSpPr>
            <p:spPr>
              <a:xfrm>
                <a:off x="5713806" y="2682532"/>
                <a:ext cx="888999" cy="190500"/>
              </a:xfrm>
              <a:prstGeom prst="rect">
                <a:avLst/>
              </a:prstGeom>
              <a:solidFill>
                <a:srgbClr val="D8BEEC"/>
              </a:solidFill>
              <a:ln w="6350" cap="flat">
                <a:noFill/>
                <a:prstDash val="solid"/>
                <a:miter/>
              </a:ln>
            </p:spPr>
            <p:txBody>
              <a:bodyPr/>
              <a:lstStyle/>
              <a:p>
                <a:endParaRPr lang="zh-CN" altLang="en-US"/>
              </a:p>
            </p:txBody>
          </p:sp>
          <p:sp>
            <p:nvSpPr>
              <p:cNvPr id="91" name="矩形 90">
                <a:extLst>
                  <a:ext uri="{FF2B5EF4-FFF2-40B4-BE49-F238E27FC236}">
                    <a16:creationId xmlns:a16="http://schemas.microsoft.com/office/drawing/2014/main" id="{E8DBB8B2-7404-FE02-8203-A23A91003C8A}"/>
                  </a:ext>
                </a:extLst>
              </p:cNvPr>
              <p:cNvSpPr/>
              <p:nvPr/>
            </p:nvSpPr>
            <p:spPr>
              <a:xfrm>
                <a:off x="5332806" y="3762032"/>
                <a:ext cx="889000" cy="63500"/>
              </a:xfrm>
              <a:prstGeom prst="rect">
                <a:avLst/>
              </a:prstGeom>
              <a:solidFill>
                <a:srgbClr val="737373"/>
              </a:solidFill>
              <a:ln w="6350" cap="flat">
                <a:noFill/>
                <a:prstDash val="solid"/>
                <a:miter/>
              </a:ln>
            </p:spPr>
            <p:txBody>
              <a:bodyPr/>
              <a:lstStyle/>
              <a:p>
                <a:endParaRPr lang="zh-CN" altLang="en-US"/>
              </a:p>
            </p:txBody>
          </p:sp>
          <p:sp>
            <p:nvSpPr>
              <p:cNvPr id="92" name="矩形 91">
                <a:extLst>
                  <a:ext uri="{FF2B5EF4-FFF2-40B4-BE49-F238E27FC236}">
                    <a16:creationId xmlns:a16="http://schemas.microsoft.com/office/drawing/2014/main" id="{6EFD38A3-59F5-9DD5-6442-14FF51437CCC}"/>
                  </a:ext>
                </a:extLst>
              </p:cNvPr>
              <p:cNvSpPr/>
              <p:nvPr/>
            </p:nvSpPr>
            <p:spPr>
              <a:xfrm>
                <a:off x="5332806" y="3381032"/>
                <a:ext cx="889000" cy="63500"/>
              </a:xfrm>
              <a:prstGeom prst="rect">
                <a:avLst/>
              </a:prstGeom>
              <a:solidFill>
                <a:srgbClr val="737373"/>
              </a:solidFill>
              <a:ln w="6350" cap="flat">
                <a:noFill/>
                <a:prstDash val="solid"/>
                <a:miter/>
              </a:ln>
            </p:spPr>
            <p:txBody>
              <a:bodyPr/>
              <a:lstStyle/>
              <a:p>
                <a:endParaRPr lang="zh-CN" altLang="en-US"/>
              </a:p>
            </p:txBody>
          </p:sp>
        </p:grpSp>
        <p:grpSp>
          <p:nvGrpSpPr>
            <p:cNvPr id="93" name="图形 5" descr="一个城市街区">
              <a:extLst>
                <a:ext uri="{FF2B5EF4-FFF2-40B4-BE49-F238E27FC236}">
                  <a16:creationId xmlns:a16="http://schemas.microsoft.com/office/drawing/2014/main" id="{9D4BA76D-6522-4E20-709B-BCFF7BB294B9}"/>
                </a:ext>
              </a:extLst>
            </p:cNvPr>
            <p:cNvGrpSpPr/>
            <p:nvPr/>
          </p:nvGrpSpPr>
          <p:grpSpPr>
            <a:xfrm>
              <a:off x="2284336" y="2301532"/>
              <a:ext cx="1143000" cy="2286000"/>
              <a:chOff x="2284336" y="2301532"/>
              <a:chExt cx="1143000" cy="2286000"/>
            </a:xfrm>
          </p:grpSpPr>
          <p:sp>
            <p:nvSpPr>
              <p:cNvPr id="94" name="矩形 93">
                <a:extLst>
                  <a:ext uri="{FF2B5EF4-FFF2-40B4-BE49-F238E27FC236}">
                    <a16:creationId xmlns:a16="http://schemas.microsoft.com/office/drawing/2014/main" id="{F306D859-F921-9FFB-F7A5-40817144FE9F}"/>
                  </a:ext>
                </a:extLst>
              </p:cNvPr>
              <p:cNvSpPr/>
              <p:nvPr/>
            </p:nvSpPr>
            <p:spPr>
              <a:xfrm>
                <a:off x="2284336" y="2301532"/>
                <a:ext cx="1143000" cy="2286000"/>
              </a:xfrm>
              <a:prstGeom prst="rect">
                <a:avLst/>
              </a:prstGeom>
              <a:solidFill>
                <a:srgbClr val="FFFFFF"/>
              </a:solidFill>
              <a:ln w="6350" cap="flat">
                <a:noFill/>
                <a:prstDash val="solid"/>
                <a:miter/>
              </a:ln>
            </p:spPr>
            <p:txBody>
              <a:bodyPr/>
              <a:lstStyle/>
              <a:p>
                <a:endParaRPr lang="zh-CN" altLang="en-US"/>
              </a:p>
            </p:txBody>
          </p:sp>
          <p:grpSp>
            <p:nvGrpSpPr>
              <p:cNvPr id="95" name="图形 5" descr="一个城市街区">
                <a:extLst>
                  <a:ext uri="{FF2B5EF4-FFF2-40B4-BE49-F238E27FC236}">
                    <a16:creationId xmlns:a16="http://schemas.microsoft.com/office/drawing/2014/main" id="{2362467E-94E1-EC5A-86FC-2175008E7C58}"/>
                  </a:ext>
                </a:extLst>
              </p:cNvPr>
              <p:cNvGrpSpPr/>
              <p:nvPr/>
            </p:nvGrpSpPr>
            <p:grpSpPr>
              <a:xfrm>
                <a:off x="2424036" y="2492032"/>
                <a:ext cx="826109" cy="381000"/>
                <a:chOff x="2424036" y="2492032"/>
                <a:chExt cx="826109" cy="381000"/>
              </a:xfrm>
              <a:solidFill>
                <a:srgbClr val="E6E6E6"/>
              </a:solidFill>
            </p:grpSpPr>
            <p:sp>
              <p:nvSpPr>
                <p:cNvPr id="96" name="矩形 95">
                  <a:extLst>
                    <a:ext uri="{FF2B5EF4-FFF2-40B4-BE49-F238E27FC236}">
                      <a16:creationId xmlns:a16="http://schemas.microsoft.com/office/drawing/2014/main" id="{96D797E5-7EF9-12B0-FDC6-8B2AF81C4898}"/>
                    </a:ext>
                  </a:extLst>
                </p:cNvPr>
                <p:cNvSpPr/>
                <p:nvPr/>
              </p:nvSpPr>
              <p:spPr>
                <a:xfrm>
                  <a:off x="2424036" y="2492032"/>
                  <a:ext cx="419100" cy="381000"/>
                </a:xfrm>
                <a:prstGeom prst="rect">
                  <a:avLst/>
                </a:prstGeom>
                <a:solidFill>
                  <a:srgbClr val="E6E6E6"/>
                </a:solidFill>
                <a:ln w="6350" cap="flat">
                  <a:noFill/>
                  <a:prstDash val="solid"/>
                  <a:miter/>
                </a:ln>
              </p:spPr>
              <p:txBody>
                <a:bodyPr/>
                <a:lstStyle/>
                <a:p>
                  <a:endParaRPr lang="zh-CN" altLang="en-US"/>
                </a:p>
              </p:txBody>
            </p:sp>
            <p:sp>
              <p:nvSpPr>
                <p:cNvPr id="97" name="矩形 96">
                  <a:extLst>
                    <a:ext uri="{FF2B5EF4-FFF2-40B4-BE49-F238E27FC236}">
                      <a16:creationId xmlns:a16="http://schemas.microsoft.com/office/drawing/2014/main" id="{521D0C57-4429-1E11-F52A-E36B3CFA9BCA}"/>
                    </a:ext>
                  </a:extLst>
                </p:cNvPr>
                <p:cNvSpPr/>
                <p:nvPr/>
              </p:nvSpPr>
              <p:spPr>
                <a:xfrm>
                  <a:off x="2867926" y="2492032"/>
                  <a:ext cx="178409" cy="381000"/>
                </a:xfrm>
                <a:prstGeom prst="rect">
                  <a:avLst/>
                </a:prstGeom>
                <a:solidFill>
                  <a:srgbClr val="E6E6E6"/>
                </a:solidFill>
                <a:ln w="6350" cap="flat">
                  <a:noFill/>
                  <a:prstDash val="solid"/>
                  <a:miter/>
                </a:ln>
              </p:spPr>
              <p:txBody>
                <a:bodyPr/>
                <a:lstStyle/>
                <a:p>
                  <a:endParaRPr lang="zh-CN" altLang="en-US"/>
                </a:p>
              </p:txBody>
            </p:sp>
            <p:sp>
              <p:nvSpPr>
                <p:cNvPr id="98" name="矩形 97">
                  <a:extLst>
                    <a:ext uri="{FF2B5EF4-FFF2-40B4-BE49-F238E27FC236}">
                      <a16:creationId xmlns:a16="http://schemas.microsoft.com/office/drawing/2014/main" id="{448F24A4-FD58-04D8-D4CF-C6505943C14B}"/>
                    </a:ext>
                  </a:extLst>
                </p:cNvPr>
                <p:cNvSpPr/>
                <p:nvPr/>
              </p:nvSpPr>
              <p:spPr>
                <a:xfrm>
                  <a:off x="3071736" y="2492032"/>
                  <a:ext cx="178409" cy="381000"/>
                </a:xfrm>
                <a:prstGeom prst="rect">
                  <a:avLst/>
                </a:prstGeom>
                <a:solidFill>
                  <a:srgbClr val="E6E6E6"/>
                </a:solidFill>
                <a:ln w="6350" cap="flat">
                  <a:noFill/>
                  <a:prstDash val="solid"/>
                  <a:miter/>
                </a:ln>
              </p:spPr>
              <p:txBody>
                <a:bodyPr/>
                <a:lstStyle/>
                <a:p>
                  <a:endParaRPr lang="zh-CN" altLang="en-US"/>
                </a:p>
              </p:txBody>
            </p:sp>
          </p:grpSp>
          <p:grpSp>
            <p:nvGrpSpPr>
              <p:cNvPr id="99" name="图形 5" descr="一个城市街区">
                <a:extLst>
                  <a:ext uri="{FF2B5EF4-FFF2-40B4-BE49-F238E27FC236}">
                    <a16:creationId xmlns:a16="http://schemas.microsoft.com/office/drawing/2014/main" id="{53460314-BC1E-2113-3341-12E14BC8EDA7}"/>
                  </a:ext>
                </a:extLst>
              </p:cNvPr>
              <p:cNvGrpSpPr/>
              <p:nvPr/>
            </p:nvGrpSpPr>
            <p:grpSpPr>
              <a:xfrm>
                <a:off x="2423433" y="2961932"/>
                <a:ext cx="826712" cy="101600"/>
                <a:chOff x="2423433" y="2961932"/>
                <a:chExt cx="826712" cy="101600"/>
              </a:xfrm>
              <a:solidFill>
                <a:srgbClr val="E6E6E6"/>
              </a:solidFill>
            </p:grpSpPr>
            <p:sp>
              <p:nvSpPr>
                <p:cNvPr id="100" name="矩形 99">
                  <a:extLst>
                    <a:ext uri="{FF2B5EF4-FFF2-40B4-BE49-F238E27FC236}">
                      <a16:creationId xmlns:a16="http://schemas.microsoft.com/office/drawing/2014/main" id="{1D95CBF7-11E7-2199-B68F-016E6A6E7E04}"/>
                    </a:ext>
                  </a:extLst>
                </p:cNvPr>
                <p:cNvSpPr/>
                <p:nvPr/>
              </p:nvSpPr>
              <p:spPr>
                <a:xfrm>
                  <a:off x="2423433" y="2961932"/>
                  <a:ext cx="421290" cy="101600"/>
                </a:xfrm>
                <a:prstGeom prst="rect">
                  <a:avLst/>
                </a:prstGeom>
                <a:solidFill>
                  <a:srgbClr val="E6E6E6"/>
                </a:solidFill>
                <a:ln w="6350" cap="flat">
                  <a:noFill/>
                  <a:prstDash val="solid"/>
                  <a:miter/>
                </a:ln>
              </p:spPr>
              <p:txBody>
                <a:bodyPr/>
                <a:lstStyle/>
                <a:p>
                  <a:endParaRPr lang="zh-CN" altLang="en-US"/>
                </a:p>
              </p:txBody>
            </p:sp>
            <p:sp>
              <p:nvSpPr>
                <p:cNvPr id="101" name="矩形 100">
                  <a:extLst>
                    <a:ext uri="{FF2B5EF4-FFF2-40B4-BE49-F238E27FC236}">
                      <a16:creationId xmlns:a16="http://schemas.microsoft.com/office/drawing/2014/main" id="{9E946863-1FEF-A113-5A7F-A52ACFE275CC}"/>
                    </a:ext>
                  </a:extLst>
                </p:cNvPr>
                <p:cNvSpPr/>
                <p:nvPr/>
              </p:nvSpPr>
              <p:spPr>
                <a:xfrm>
                  <a:off x="2868072" y="2961932"/>
                  <a:ext cx="178263" cy="101600"/>
                </a:xfrm>
                <a:prstGeom prst="rect">
                  <a:avLst/>
                </a:prstGeom>
                <a:solidFill>
                  <a:srgbClr val="E6E6E6"/>
                </a:solidFill>
                <a:ln w="6350" cap="flat">
                  <a:noFill/>
                  <a:prstDash val="solid"/>
                  <a:miter/>
                </a:ln>
              </p:spPr>
              <p:txBody>
                <a:bodyPr/>
                <a:lstStyle/>
                <a:p>
                  <a:endParaRPr lang="zh-CN" altLang="en-US"/>
                </a:p>
              </p:txBody>
            </p:sp>
            <p:sp>
              <p:nvSpPr>
                <p:cNvPr id="102" name="矩形 101">
                  <a:extLst>
                    <a:ext uri="{FF2B5EF4-FFF2-40B4-BE49-F238E27FC236}">
                      <a16:creationId xmlns:a16="http://schemas.microsoft.com/office/drawing/2014/main" id="{9B01CF32-E746-8B16-E06E-5D7E1A324628}"/>
                    </a:ext>
                  </a:extLst>
                </p:cNvPr>
                <p:cNvSpPr/>
                <p:nvPr/>
              </p:nvSpPr>
              <p:spPr>
                <a:xfrm>
                  <a:off x="3071882" y="29619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103" name="图形 5" descr="一个城市街区">
                <a:extLst>
                  <a:ext uri="{FF2B5EF4-FFF2-40B4-BE49-F238E27FC236}">
                    <a16:creationId xmlns:a16="http://schemas.microsoft.com/office/drawing/2014/main" id="{787695FE-CB1A-C496-507F-F9C7BBACFD25}"/>
                  </a:ext>
                </a:extLst>
              </p:cNvPr>
              <p:cNvGrpSpPr/>
              <p:nvPr/>
            </p:nvGrpSpPr>
            <p:grpSpPr>
              <a:xfrm>
                <a:off x="2424036" y="3152432"/>
                <a:ext cx="826109" cy="101600"/>
                <a:chOff x="2424036" y="3152432"/>
                <a:chExt cx="826109" cy="101600"/>
              </a:xfrm>
              <a:solidFill>
                <a:schemeClr val="accent4"/>
              </a:solidFill>
            </p:grpSpPr>
            <p:sp>
              <p:nvSpPr>
                <p:cNvPr id="104" name="矩形 103">
                  <a:extLst>
                    <a:ext uri="{FF2B5EF4-FFF2-40B4-BE49-F238E27FC236}">
                      <a16:creationId xmlns:a16="http://schemas.microsoft.com/office/drawing/2014/main" id="{3107AAFD-62AC-E5CE-44BA-A186F2F9EED2}"/>
                    </a:ext>
                  </a:extLst>
                </p:cNvPr>
                <p:cNvSpPr/>
                <p:nvPr/>
              </p:nvSpPr>
              <p:spPr>
                <a:xfrm>
                  <a:off x="2424036" y="3152432"/>
                  <a:ext cx="418477" cy="101600"/>
                </a:xfrm>
                <a:prstGeom prst="rect">
                  <a:avLst/>
                </a:prstGeom>
                <a:solidFill>
                  <a:schemeClr val="accent4"/>
                </a:solidFill>
                <a:ln w="6350" cap="flat">
                  <a:noFill/>
                  <a:prstDash val="solid"/>
                  <a:miter/>
                </a:ln>
              </p:spPr>
              <p:txBody>
                <a:bodyPr/>
                <a:lstStyle/>
                <a:p>
                  <a:endParaRPr lang="zh-CN" altLang="en-US"/>
                </a:p>
              </p:txBody>
            </p:sp>
            <p:sp>
              <p:nvSpPr>
                <p:cNvPr id="105" name="矩形 104">
                  <a:extLst>
                    <a:ext uri="{FF2B5EF4-FFF2-40B4-BE49-F238E27FC236}">
                      <a16:creationId xmlns:a16="http://schemas.microsoft.com/office/drawing/2014/main" id="{4EC216A2-FE49-22F4-C796-CAD6DD119F59}"/>
                    </a:ext>
                  </a:extLst>
                </p:cNvPr>
                <p:cNvSpPr/>
                <p:nvPr/>
              </p:nvSpPr>
              <p:spPr>
                <a:xfrm>
                  <a:off x="2867926" y="3152432"/>
                  <a:ext cx="176580" cy="101600"/>
                </a:xfrm>
                <a:prstGeom prst="rect">
                  <a:avLst/>
                </a:prstGeom>
                <a:solidFill>
                  <a:schemeClr val="accent4"/>
                </a:solidFill>
                <a:ln w="6350" cap="flat">
                  <a:noFill/>
                  <a:prstDash val="solid"/>
                  <a:miter/>
                </a:ln>
              </p:spPr>
              <p:txBody>
                <a:bodyPr/>
                <a:lstStyle/>
                <a:p>
                  <a:endParaRPr lang="zh-CN" altLang="en-US"/>
                </a:p>
              </p:txBody>
            </p:sp>
            <p:sp>
              <p:nvSpPr>
                <p:cNvPr id="106" name="矩形 105">
                  <a:extLst>
                    <a:ext uri="{FF2B5EF4-FFF2-40B4-BE49-F238E27FC236}">
                      <a16:creationId xmlns:a16="http://schemas.microsoft.com/office/drawing/2014/main" id="{24A8D0CF-0984-100F-DA9A-AD300695A20C}"/>
                    </a:ext>
                  </a:extLst>
                </p:cNvPr>
                <p:cNvSpPr/>
                <p:nvPr/>
              </p:nvSpPr>
              <p:spPr>
                <a:xfrm>
                  <a:off x="3071882" y="3152432"/>
                  <a:ext cx="178263" cy="101600"/>
                </a:xfrm>
                <a:prstGeom prst="rect">
                  <a:avLst/>
                </a:prstGeom>
                <a:solidFill>
                  <a:schemeClr val="accent4"/>
                </a:solidFill>
                <a:ln w="6350" cap="flat">
                  <a:noFill/>
                  <a:prstDash val="solid"/>
                  <a:miter/>
                </a:ln>
              </p:spPr>
              <p:txBody>
                <a:bodyPr/>
                <a:lstStyle/>
                <a:p>
                  <a:endParaRPr lang="zh-CN" altLang="en-US"/>
                </a:p>
              </p:txBody>
            </p:sp>
          </p:grpSp>
          <p:grpSp>
            <p:nvGrpSpPr>
              <p:cNvPr id="107" name="图形 5" descr="一个城市街区">
                <a:extLst>
                  <a:ext uri="{FF2B5EF4-FFF2-40B4-BE49-F238E27FC236}">
                    <a16:creationId xmlns:a16="http://schemas.microsoft.com/office/drawing/2014/main" id="{2CD599FF-8AAA-CC54-C216-7ED25239AA83}"/>
                  </a:ext>
                </a:extLst>
              </p:cNvPr>
              <p:cNvGrpSpPr/>
              <p:nvPr/>
            </p:nvGrpSpPr>
            <p:grpSpPr>
              <a:xfrm>
                <a:off x="2664383" y="3342932"/>
                <a:ext cx="381952" cy="101600"/>
                <a:chOff x="2664383" y="3342932"/>
                <a:chExt cx="381952" cy="101600"/>
              </a:xfrm>
              <a:solidFill>
                <a:srgbClr val="E6E6E6"/>
              </a:solidFill>
            </p:grpSpPr>
            <p:sp>
              <p:nvSpPr>
                <p:cNvPr id="108" name="矩形 107">
                  <a:extLst>
                    <a:ext uri="{FF2B5EF4-FFF2-40B4-BE49-F238E27FC236}">
                      <a16:creationId xmlns:a16="http://schemas.microsoft.com/office/drawing/2014/main" id="{153EE387-A432-C4F4-7299-D3226268338C}"/>
                    </a:ext>
                  </a:extLst>
                </p:cNvPr>
                <p:cNvSpPr/>
                <p:nvPr/>
              </p:nvSpPr>
              <p:spPr>
                <a:xfrm>
                  <a:off x="2664383" y="3342932"/>
                  <a:ext cx="180346" cy="101600"/>
                </a:xfrm>
                <a:prstGeom prst="rect">
                  <a:avLst/>
                </a:prstGeom>
                <a:solidFill>
                  <a:srgbClr val="E6E6E6"/>
                </a:solidFill>
                <a:ln w="6350" cap="flat">
                  <a:noFill/>
                  <a:prstDash val="solid"/>
                  <a:miter/>
                </a:ln>
              </p:spPr>
              <p:txBody>
                <a:bodyPr/>
                <a:lstStyle/>
                <a:p>
                  <a:endParaRPr lang="zh-CN" altLang="en-US"/>
                </a:p>
              </p:txBody>
            </p:sp>
            <p:sp>
              <p:nvSpPr>
                <p:cNvPr id="109" name="矩形 108">
                  <a:extLst>
                    <a:ext uri="{FF2B5EF4-FFF2-40B4-BE49-F238E27FC236}">
                      <a16:creationId xmlns:a16="http://schemas.microsoft.com/office/drawing/2014/main" id="{D792644C-6423-34AB-5D2D-73E45F0689FC}"/>
                    </a:ext>
                  </a:extLst>
                </p:cNvPr>
                <p:cNvSpPr/>
                <p:nvPr/>
              </p:nvSpPr>
              <p:spPr>
                <a:xfrm>
                  <a:off x="2868072" y="33429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110" name="图形 5" descr="一个城市街区">
                <a:extLst>
                  <a:ext uri="{FF2B5EF4-FFF2-40B4-BE49-F238E27FC236}">
                    <a16:creationId xmlns:a16="http://schemas.microsoft.com/office/drawing/2014/main" id="{9B13A9C4-865B-D65B-6695-0EF8D7418EF9}"/>
                  </a:ext>
                </a:extLst>
              </p:cNvPr>
              <p:cNvGrpSpPr/>
              <p:nvPr/>
            </p:nvGrpSpPr>
            <p:grpSpPr>
              <a:xfrm>
                <a:off x="2424690" y="3723932"/>
                <a:ext cx="621645" cy="101600"/>
                <a:chOff x="2424690" y="3723932"/>
                <a:chExt cx="621645" cy="101600"/>
              </a:xfrm>
              <a:solidFill>
                <a:srgbClr val="E6E6E6"/>
              </a:solidFill>
            </p:grpSpPr>
            <p:sp>
              <p:nvSpPr>
                <p:cNvPr id="111" name="矩形 110">
                  <a:extLst>
                    <a:ext uri="{FF2B5EF4-FFF2-40B4-BE49-F238E27FC236}">
                      <a16:creationId xmlns:a16="http://schemas.microsoft.com/office/drawing/2014/main" id="{0019364D-D102-6EF1-0585-2FDB1D5762A9}"/>
                    </a:ext>
                  </a:extLst>
                </p:cNvPr>
                <p:cNvSpPr/>
                <p:nvPr/>
              </p:nvSpPr>
              <p:spPr>
                <a:xfrm>
                  <a:off x="2424690" y="3723932"/>
                  <a:ext cx="417823" cy="101600"/>
                </a:xfrm>
                <a:prstGeom prst="rect">
                  <a:avLst/>
                </a:prstGeom>
                <a:solidFill>
                  <a:srgbClr val="E6E6E6"/>
                </a:solidFill>
                <a:ln w="6350" cap="flat">
                  <a:noFill/>
                  <a:prstDash val="solid"/>
                  <a:miter/>
                </a:ln>
              </p:spPr>
              <p:txBody>
                <a:bodyPr/>
                <a:lstStyle/>
                <a:p>
                  <a:endParaRPr lang="zh-CN" altLang="en-US"/>
                </a:p>
              </p:txBody>
            </p:sp>
            <p:sp>
              <p:nvSpPr>
                <p:cNvPr id="112" name="矩形 111">
                  <a:extLst>
                    <a:ext uri="{FF2B5EF4-FFF2-40B4-BE49-F238E27FC236}">
                      <a16:creationId xmlns:a16="http://schemas.microsoft.com/office/drawing/2014/main" id="{EEFBDA9B-EF8D-DFD8-BAEA-B6DEA90B2D9D}"/>
                    </a:ext>
                  </a:extLst>
                </p:cNvPr>
                <p:cNvSpPr/>
                <p:nvPr/>
              </p:nvSpPr>
              <p:spPr>
                <a:xfrm>
                  <a:off x="2867926" y="3723932"/>
                  <a:ext cx="178409" cy="101600"/>
                </a:xfrm>
                <a:prstGeom prst="rect">
                  <a:avLst/>
                </a:prstGeom>
                <a:solidFill>
                  <a:srgbClr val="E6E6E6"/>
                </a:solidFill>
                <a:ln w="6350" cap="flat">
                  <a:noFill/>
                  <a:prstDash val="solid"/>
                  <a:miter/>
                </a:ln>
              </p:spPr>
              <p:txBody>
                <a:bodyPr/>
                <a:lstStyle/>
                <a:p>
                  <a:endParaRPr lang="zh-CN" altLang="en-US"/>
                </a:p>
              </p:txBody>
            </p:sp>
          </p:grpSp>
          <p:grpSp>
            <p:nvGrpSpPr>
              <p:cNvPr id="113" name="图形 5" descr="一个城市街区">
                <a:extLst>
                  <a:ext uri="{FF2B5EF4-FFF2-40B4-BE49-F238E27FC236}">
                    <a16:creationId xmlns:a16="http://schemas.microsoft.com/office/drawing/2014/main" id="{DCE51BDA-8E7C-BCF9-5971-1CA0A6C6A51D}"/>
                  </a:ext>
                </a:extLst>
              </p:cNvPr>
              <p:cNvGrpSpPr/>
              <p:nvPr/>
            </p:nvGrpSpPr>
            <p:grpSpPr>
              <a:xfrm>
                <a:off x="2664834" y="3533432"/>
                <a:ext cx="585222" cy="101600"/>
                <a:chOff x="2664834" y="3533432"/>
                <a:chExt cx="585222" cy="101600"/>
              </a:xfrm>
              <a:solidFill>
                <a:srgbClr val="E6E6E6"/>
              </a:solidFill>
            </p:grpSpPr>
            <p:sp>
              <p:nvSpPr>
                <p:cNvPr id="114" name="矩形 113">
                  <a:extLst>
                    <a:ext uri="{FF2B5EF4-FFF2-40B4-BE49-F238E27FC236}">
                      <a16:creationId xmlns:a16="http://schemas.microsoft.com/office/drawing/2014/main" id="{09D5BECA-472B-7CB5-0791-B5D9F72FF663}"/>
                    </a:ext>
                  </a:extLst>
                </p:cNvPr>
                <p:cNvSpPr/>
                <p:nvPr/>
              </p:nvSpPr>
              <p:spPr>
                <a:xfrm>
                  <a:off x="2664834" y="3533432"/>
                  <a:ext cx="179889" cy="101600"/>
                </a:xfrm>
                <a:prstGeom prst="rect">
                  <a:avLst/>
                </a:prstGeom>
                <a:solidFill>
                  <a:srgbClr val="E6E6E6"/>
                </a:solidFill>
                <a:ln w="6350" cap="flat">
                  <a:noFill/>
                  <a:prstDash val="solid"/>
                  <a:miter/>
                </a:ln>
              </p:spPr>
              <p:txBody>
                <a:bodyPr/>
                <a:lstStyle/>
                <a:p>
                  <a:endParaRPr lang="zh-CN" altLang="en-US"/>
                </a:p>
              </p:txBody>
            </p:sp>
            <p:sp>
              <p:nvSpPr>
                <p:cNvPr id="115" name="矩形 114">
                  <a:extLst>
                    <a:ext uri="{FF2B5EF4-FFF2-40B4-BE49-F238E27FC236}">
                      <a16:creationId xmlns:a16="http://schemas.microsoft.com/office/drawing/2014/main" id="{965DB7B7-EC7E-107E-40B6-CAA7A7CA95B2}"/>
                    </a:ext>
                  </a:extLst>
                </p:cNvPr>
                <p:cNvSpPr/>
                <p:nvPr/>
              </p:nvSpPr>
              <p:spPr>
                <a:xfrm>
                  <a:off x="2868072" y="3533432"/>
                  <a:ext cx="178320" cy="101600"/>
                </a:xfrm>
                <a:prstGeom prst="rect">
                  <a:avLst/>
                </a:prstGeom>
                <a:solidFill>
                  <a:srgbClr val="E6E6E6"/>
                </a:solidFill>
                <a:ln w="6350" cap="flat">
                  <a:noFill/>
                  <a:prstDash val="solid"/>
                  <a:miter/>
                </a:ln>
              </p:spPr>
              <p:txBody>
                <a:bodyPr/>
                <a:lstStyle/>
                <a:p>
                  <a:endParaRPr lang="zh-CN" altLang="en-US"/>
                </a:p>
              </p:txBody>
            </p:sp>
            <p:sp>
              <p:nvSpPr>
                <p:cNvPr id="116" name="矩形 115">
                  <a:extLst>
                    <a:ext uri="{FF2B5EF4-FFF2-40B4-BE49-F238E27FC236}">
                      <a16:creationId xmlns:a16="http://schemas.microsoft.com/office/drawing/2014/main" id="{6D721082-F423-4D03-F957-09EB65666F4B}"/>
                    </a:ext>
                  </a:extLst>
                </p:cNvPr>
                <p:cNvSpPr/>
                <p:nvPr/>
              </p:nvSpPr>
              <p:spPr>
                <a:xfrm>
                  <a:off x="3071736" y="3533432"/>
                  <a:ext cx="178320" cy="101600"/>
                </a:xfrm>
                <a:prstGeom prst="rect">
                  <a:avLst/>
                </a:prstGeom>
                <a:solidFill>
                  <a:srgbClr val="E6E6E6"/>
                </a:solidFill>
                <a:ln w="6350" cap="flat">
                  <a:noFill/>
                  <a:prstDash val="solid"/>
                  <a:miter/>
                </a:ln>
              </p:spPr>
              <p:txBody>
                <a:bodyPr/>
                <a:lstStyle/>
                <a:p>
                  <a:endParaRPr lang="zh-CN" altLang="en-US"/>
                </a:p>
              </p:txBody>
            </p:sp>
          </p:grpSp>
          <p:sp>
            <p:nvSpPr>
              <p:cNvPr id="117" name="矩形 116">
                <a:extLst>
                  <a:ext uri="{FF2B5EF4-FFF2-40B4-BE49-F238E27FC236}">
                    <a16:creationId xmlns:a16="http://schemas.microsoft.com/office/drawing/2014/main" id="{3FDD1DFA-47CE-E0A1-1571-60CAA283AD32}"/>
                  </a:ext>
                </a:extLst>
              </p:cNvPr>
              <p:cNvSpPr/>
              <p:nvPr/>
            </p:nvSpPr>
            <p:spPr>
              <a:xfrm>
                <a:off x="2868072" y="3914432"/>
                <a:ext cx="176002" cy="101600"/>
              </a:xfrm>
              <a:prstGeom prst="rect">
                <a:avLst/>
              </a:prstGeom>
              <a:solidFill>
                <a:srgbClr val="E6E6E6"/>
              </a:solidFill>
              <a:ln w="6350" cap="flat">
                <a:noFill/>
                <a:prstDash val="solid"/>
                <a:miter/>
              </a:ln>
            </p:spPr>
            <p:txBody>
              <a:bodyPr/>
              <a:lstStyle/>
              <a:p>
                <a:endParaRPr lang="zh-CN" altLang="en-US"/>
              </a:p>
            </p:txBody>
          </p:sp>
          <p:sp>
            <p:nvSpPr>
              <p:cNvPr id="118" name="矩形 117">
                <a:extLst>
                  <a:ext uri="{FF2B5EF4-FFF2-40B4-BE49-F238E27FC236}">
                    <a16:creationId xmlns:a16="http://schemas.microsoft.com/office/drawing/2014/main" id="{7754FD26-BCFE-72D8-5247-606C0F3C87A6}"/>
                  </a:ext>
                </a:extLst>
              </p:cNvPr>
              <p:cNvSpPr/>
              <p:nvPr/>
            </p:nvSpPr>
            <p:spPr>
              <a:xfrm>
                <a:off x="2664212" y="4295432"/>
                <a:ext cx="178301" cy="101600"/>
              </a:xfrm>
              <a:prstGeom prst="rect">
                <a:avLst/>
              </a:prstGeom>
              <a:solidFill>
                <a:srgbClr val="E6E6E6"/>
              </a:solidFill>
              <a:ln w="6350" cap="flat">
                <a:noFill/>
                <a:prstDash val="solid"/>
                <a:miter/>
              </a:ln>
            </p:spPr>
            <p:txBody>
              <a:bodyPr/>
              <a:lstStyle/>
              <a:p>
                <a:endParaRPr lang="zh-CN" altLang="en-US"/>
              </a:p>
            </p:txBody>
          </p:sp>
          <p:grpSp>
            <p:nvGrpSpPr>
              <p:cNvPr id="119" name="图形 5" descr="一个城市街区">
                <a:extLst>
                  <a:ext uri="{FF2B5EF4-FFF2-40B4-BE49-F238E27FC236}">
                    <a16:creationId xmlns:a16="http://schemas.microsoft.com/office/drawing/2014/main" id="{FED10FF1-D5CC-6155-0509-FC4F848F56BB}"/>
                  </a:ext>
                </a:extLst>
              </p:cNvPr>
              <p:cNvGrpSpPr/>
              <p:nvPr/>
            </p:nvGrpSpPr>
            <p:grpSpPr>
              <a:xfrm>
                <a:off x="2423433" y="4104932"/>
                <a:ext cx="826103" cy="101600"/>
                <a:chOff x="2423433" y="4104932"/>
                <a:chExt cx="826103" cy="101600"/>
              </a:xfrm>
              <a:solidFill>
                <a:srgbClr val="E6E6E6"/>
              </a:solidFill>
            </p:grpSpPr>
            <p:sp>
              <p:nvSpPr>
                <p:cNvPr id="120" name="矩形 119">
                  <a:extLst>
                    <a:ext uri="{FF2B5EF4-FFF2-40B4-BE49-F238E27FC236}">
                      <a16:creationId xmlns:a16="http://schemas.microsoft.com/office/drawing/2014/main" id="{6BB0F370-B8F7-81A1-14A1-ECA3232968EB}"/>
                    </a:ext>
                  </a:extLst>
                </p:cNvPr>
                <p:cNvSpPr/>
                <p:nvPr/>
              </p:nvSpPr>
              <p:spPr>
                <a:xfrm>
                  <a:off x="2423433" y="4104932"/>
                  <a:ext cx="421290" cy="101600"/>
                </a:xfrm>
                <a:prstGeom prst="rect">
                  <a:avLst/>
                </a:prstGeom>
                <a:solidFill>
                  <a:srgbClr val="E6E6E6"/>
                </a:solidFill>
                <a:ln w="6350" cap="flat">
                  <a:noFill/>
                  <a:prstDash val="solid"/>
                  <a:miter/>
                </a:ln>
              </p:spPr>
              <p:txBody>
                <a:bodyPr/>
                <a:lstStyle/>
                <a:p>
                  <a:endParaRPr lang="zh-CN" altLang="en-US"/>
                </a:p>
              </p:txBody>
            </p:sp>
            <p:sp>
              <p:nvSpPr>
                <p:cNvPr id="121" name="矩形 120">
                  <a:extLst>
                    <a:ext uri="{FF2B5EF4-FFF2-40B4-BE49-F238E27FC236}">
                      <a16:creationId xmlns:a16="http://schemas.microsoft.com/office/drawing/2014/main" id="{EEC789EF-3B3B-5DB8-EDF3-56209C8220B1}"/>
                    </a:ext>
                  </a:extLst>
                </p:cNvPr>
                <p:cNvSpPr/>
                <p:nvPr/>
              </p:nvSpPr>
              <p:spPr>
                <a:xfrm>
                  <a:off x="2868072" y="4104932"/>
                  <a:ext cx="176002" cy="101600"/>
                </a:xfrm>
                <a:prstGeom prst="rect">
                  <a:avLst/>
                </a:prstGeom>
                <a:solidFill>
                  <a:srgbClr val="E6E6E6"/>
                </a:solidFill>
                <a:ln w="6350" cap="flat">
                  <a:noFill/>
                  <a:prstDash val="solid"/>
                  <a:miter/>
                </a:ln>
              </p:spPr>
              <p:txBody>
                <a:bodyPr/>
                <a:lstStyle/>
                <a:p>
                  <a:endParaRPr lang="zh-CN" altLang="en-US"/>
                </a:p>
              </p:txBody>
            </p:sp>
            <p:sp>
              <p:nvSpPr>
                <p:cNvPr id="122" name="矩形 121">
                  <a:extLst>
                    <a:ext uri="{FF2B5EF4-FFF2-40B4-BE49-F238E27FC236}">
                      <a16:creationId xmlns:a16="http://schemas.microsoft.com/office/drawing/2014/main" id="{1C3A1625-8713-0C4D-DEDE-CD62475F7D3F}"/>
                    </a:ext>
                  </a:extLst>
                </p:cNvPr>
                <p:cNvSpPr/>
                <p:nvPr/>
              </p:nvSpPr>
              <p:spPr>
                <a:xfrm>
                  <a:off x="3073533" y="4104932"/>
                  <a:ext cx="176002" cy="101600"/>
                </a:xfrm>
                <a:prstGeom prst="rect">
                  <a:avLst/>
                </a:prstGeom>
                <a:solidFill>
                  <a:srgbClr val="E6E6E6"/>
                </a:solidFill>
                <a:ln w="6350" cap="flat">
                  <a:noFill/>
                  <a:prstDash val="solid"/>
                  <a:miter/>
                </a:ln>
              </p:spPr>
              <p:txBody>
                <a:bodyPr/>
                <a:lstStyle/>
                <a:p>
                  <a:endParaRPr lang="zh-CN" altLang="en-US"/>
                </a:p>
              </p:txBody>
            </p:sp>
          </p:grpSp>
          <p:sp>
            <p:nvSpPr>
              <p:cNvPr id="123" name="矩形 122">
                <a:extLst>
                  <a:ext uri="{FF2B5EF4-FFF2-40B4-BE49-F238E27FC236}">
                    <a16:creationId xmlns:a16="http://schemas.microsoft.com/office/drawing/2014/main" id="{71D075B1-9004-9BCA-911E-9AB3311DA030}"/>
                  </a:ext>
                </a:extLst>
              </p:cNvPr>
              <p:cNvSpPr/>
              <p:nvPr/>
            </p:nvSpPr>
            <p:spPr>
              <a:xfrm>
                <a:off x="2868072" y="4294733"/>
                <a:ext cx="178320" cy="292798"/>
              </a:xfrm>
              <a:prstGeom prst="rect">
                <a:avLst/>
              </a:prstGeom>
              <a:solidFill>
                <a:srgbClr val="E6E6E6"/>
              </a:solidFill>
              <a:ln w="6350" cap="flat">
                <a:noFill/>
                <a:prstDash val="solid"/>
                <a:miter/>
              </a:ln>
            </p:spPr>
            <p:txBody>
              <a:bodyPr/>
              <a:lstStyle/>
              <a:p>
                <a:endParaRPr lang="zh-CN" altLang="en-US"/>
              </a:p>
            </p:txBody>
          </p:sp>
        </p:grpSp>
        <p:grpSp>
          <p:nvGrpSpPr>
            <p:cNvPr id="124" name="图形 5" descr="一个城市街区">
              <a:extLst>
                <a:ext uri="{FF2B5EF4-FFF2-40B4-BE49-F238E27FC236}">
                  <a16:creationId xmlns:a16="http://schemas.microsoft.com/office/drawing/2014/main" id="{7548647C-D4C3-AD50-F2F3-6EB42C484C11}"/>
                </a:ext>
              </a:extLst>
            </p:cNvPr>
            <p:cNvGrpSpPr/>
            <p:nvPr/>
          </p:nvGrpSpPr>
          <p:grpSpPr>
            <a:xfrm>
              <a:off x="0" y="3152432"/>
              <a:ext cx="2286000" cy="1435099"/>
              <a:chOff x="0" y="3152432"/>
              <a:chExt cx="2286000" cy="1435099"/>
            </a:xfrm>
          </p:grpSpPr>
          <p:sp>
            <p:nvSpPr>
              <p:cNvPr id="125" name="任意多边形: 形状 124">
                <a:extLst>
                  <a:ext uri="{FF2B5EF4-FFF2-40B4-BE49-F238E27FC236}">
                    <a16:creationId xmlns:a16="http://schemas.microsoft.com/office/drawing/2014/main" id="{DC93F1DD-637B-BA82-27AC-98148E73911A}"/>
                  </a:ext>
                </a:extLst>
              </p:cNvPr>
              <p:cNvSpPr/>
              <p:nvPr/>
            </p:nvSpPr>
            <p:spPr>
              <a:xfrm>
                <a:off x="0" y="3152432"/>
                <a:ext cx="2286000" cy="1435099"/>
              </a:xfrm>
              <a:custGeom>
                <a:avLst/>
                <a:gdLst>
                  <a:gd name="csX0" fmla="*/ 1143000 w 2286000"/>
                  <a:gd name="csY0" fmla="*/ 0 h 1435099"/>
                  <a:gd name="csX1" fmla="*/ 1143000 w 2286000"/>
                  <a:gd name="csY1" fmla="*/ 292100 h 1435099"/>
                  <a:gd name="csX2" fmla="*/ 381000 w 2286000"/>
                  <a:gd name="csY2" fmla="*/ 292100 h 1435099"/>
                  <a:gd name="csX3" fmla="*/ 381000 w 2286000"/>
                  <a:gd name="csY3" fmla="*/ 673100 h 1435099"/>
                  <a:gd name="csX4" fmla="*/ 0 w 2286000"/>
                  <a:gd name="csY4" fmla="*/ 674109 h 1435099"/>
                  <a:gd name="csX5" fmla="*/ 0 w 2286000"/>
                  <a:gd name="csY5" fmla="*/ 1434681 h 1435099"/>
                  <a:gd name="csX6" fmla="*/ 2286000 w 2286000"/>
                  <a:gd name="csY6" fmla="*/ 1435100 h 1435099"/>
                  <a:gd name="csX7" fmla="*/ 2286000 w 2286000"/>
                  <a:gd name="csY7" fmla="*/ 0 h 143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86000" h="1435099">
                    <a:moveTo>
                      <a:pt x="1143000" y="0"/>
                    </a:moveTo>
                    <a:lnTo>
                      <a:pt x="1143000" y="292100"/>
                    </a:lnTo>
                    <a:lnTo>
                      <a:pt x="381000" y="292100"/>
                    </a:lnTo>
                    <a:lnTo>
                      <a:pt x="381000" y="673100"/>
                    </a:lnTo>
                    <a:lnTo>
                      <a:pt x="0" y="674109"/>
                    </a:lnTo>
                    <a:lnTo>
                      <a:pt x="0" y="1434681"/>
                    </a:lnTo>
                    <a:lnTo>
                      <a:pt x="2286000" y="1435100"/>
                    </a:lnTo>
                    <a:lnTo>
                      <a:pt x="2286000" y="0"/>
                    </a:lnTo>
                    <a:close/>
                  </a:path>
                </a:pathLst>
              </a:custGeom>
              <a:solidFill>
                <a:srgbClr val="E6E6E6"/>
              </a:solidFill>
              <a:ln w="6350" cap="flat">
                <a:noFill/>
                <a:prstDash val="solid"/>
                <a:miter/>
              </a:ln>
            </p:spPr>
            <p:txBody>
              <a:bodyPr/>
              <a:lstStyle/>
              <a:p>
                <a:endParaRPr lang="zh-CN" altLang="en-US"/>
              </a:p>
            </p:txBody>
          </p:sp>
          <p:grpSp>
            <p:nvGrpSpPr>
              <p:cNvPr id="126" name="图形 5" descr="一个城市街区">
                <a:extLst>
                  <a:ext uri="{FF2B5EF4-FFF2-40B4-BE49-F238E27FC236}">
                    <a16:creationId xmlns:a16="http://schemas.microsoft.com/office/drawing/2014/main" id="{137598C3-1EB3-3A48-EEB3-107E0EDCA348}"/>
                  </a:ext>
                </a:extLst>
              </p:cNvPr>
              <p:cNvGrpSpPr/>
              <p:nvPr/>
            </p:nvGrpSpPr>
            <p:grpSpPr>
              <a:xfrm>
                <a:off x="645521" y="4018210"/>
                <a:ext cx="178320" cy="376643"/>
                <a:chOff x="645521" y="4018210"/>
                <a:chExt cx="178320" cy="376643"/>
              </a:xfrm>
            </p:grpSpPr>
            <p:sp>
              <p:nvSpPr>
                <p:cNvPr id="127" name="矩形 126">
                  <a:extLst>
                    <a:ext uri="{FF2B5EF4-FFF2-40B4-BE49-F238E27FC236}">
                      <a16:creationId xmlns:a16="http://schemas.microsoft.com/office/drawing/2014/main" id="{859F3F1E-70C6-A475-3B89-0CE75BEA78D0}"/>
                    </a:ext>
                  </a:extLst>
                </p:cNvPr>
                <p:cNvSpPr/>
                <p:nvPr/>
              </p:nvSpPr>
              <p:spPr>
                <a:xfrm>
                  <a:off x="645521" y="4018210"/>
                  <a:ext cx="178320" cy="188321"/>
                </a:xfrm>
                <a:prstGeom prst="rect">
                  <a:avLst/>
                </a:prstGeom>
                <a:solidFill>
                  <a:srgbClr val="737373"/>
                </a:solidFill>
                <a:ln w="6350" cap="flat">
                  <a:noFill/>
                  <a:prstDash val="solid"/>
                  <a:miter/>
                </a:ln>
              </p:spPr>
              <p:txBody>
                <a:bodyPr/>
                <a:lstStyle/>
                <a:p>
                  <a:endParaRPr lang="zh-CN" altLang="en-US"/>
                </a:p>
              </p:txBody>
            </p:sp>
            <p:sp>
              <p:nvSpPr>
                <p:cNvPr id="128" name="矩形 127">
                  <a:extLst>
                    <a:ext uri="{FF2B5EF4-FFF2-40B4-BE49-F238E27FC236}">
                      <a16:creationId xmlns:a16="http://schemas.microsoft.com/office/drawing/2014/main" id="{F6B7D6CD-805D-481C-2A9B-74E7F45DDDB2}"/>
                    </a:ext>
                  </a:extLst>
                </p:cNvPr>
                <p:cNvSpPr/>
                <p:nvPr/>
              </p:nvSpPr>
              <p:spPr>
                <a:xfrm>
                  <a:off x="645521" y="4206532"/>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129" name="图形 5" descr="一个城市街区">
                <a:extLst>
                  <a:ext uri="{FF2B5EF4-FFF2-40B4-BE49-F238E27FC236}">
                    <a16:creationId xmlns:a16="http://schemas.microsoft.com/office/drawing/2014/main" id="{F6C73806-2AEA-ACDD-CD41-8F8A6ACA1C1A}"/>
                  </a:ext>
                </a:extLst>
              </p:cNvPr>
              <p:cNvGrpSpPr/>
              <p:nvPr/>
            </p:nvGrpSpPr>
            <p:grpSpPr>
              <a:xfrm>
                <a:off x="379336" y="4018210"/>
                <a:ext cx="188607" cy="376643"/>
                <a:chOff x="379336" y="4018210"/>
                <a:chExt cx="188607" cy="376643"/>
              </a:xfrm>
            </p:grpSpPr>
            <p:sp>
              <p:nvSpPr>
                <p:cNvPr id="130" name="矩形 129">
                  <a:extLst>
                    <a:ext uri="{FF2B5EF4-FFF2-40B4-BE49-F238E27FC236}">
                      <a16:creationId xmlns:a16="http://schemas.microsoft.com/office/drawing/2014/main" id="{8BF0AF57-29AF-E5BE-A48A-C6158A6115D6}"/>
                    </a:ext>
                  </a:extLst>
                </p:cNvPr>
                <p:cNvSpPr/>
                <p:nvPr/>
              </p:nvSpPr>
              <p:spPr>
                <a:xfrm>
                  <a:off x="379336" y="4018210"/>
                  <a:ext cx="188607" cy="188321"/>
                </a:xfrm>
                <a:prstGeom prst="rect">
                  <a:avLst/>
                </a:prstGeom>
                <a:solidFill>
                  <a:srgbClr val="737373"/>
                </a:solidFill>
                <a:ln w="6350" cap="flat">
                  <a:noFill/>
                  <a:prstDash val="solid"/>
                  <a:miter/>
                </a:ln>
              </p:spPr>
              <p:txBody>
                <a:bodyPr/>
                <a:lstStyle/>
                <a:p>
                  <a:endParaRPr lang="zh-CN" altLang="en-US"/>
                </a:p>
              </p:txBody>
            </p:sp>
            <p:sp>
              <p:nvSpPr>
                <p:cNvPr id="131" name="矩形 130">
                  <a:extLst>
                    <a:ext uri="{FF2B5EF4-FFF2-40B4-BE49-F238E27FC236}">
                      <a16:creationId xmlns:a16="http://schemas.microsoft.com/office/drawing/2014/main" id="{89CB8DB8-ACC6-4704-B6DD-E0213DB1CF05}"/>
                    </a:ext>
                  </a:extLst>
                </p:cNvPr>
                <p:cNvSpPr/>
                <p:nvPr/>
              </p:nvSpPr>
              <p:spPr>
                <a:xfrm>
                  <a:off x="379336" y="4206532"/>
                  <a:ext cx="188607" cy="188321"/>
                </a:xfrm>
                <a:prstGeom prst="rect">
                  <a:avLst/>
                </a:prstGeom>
                <a:solidFill>
                  <a:srgbClr val="D8BEEC"/>
                </a:solidFill>
                <a:ln w="6350" cap="flat">
                  <a:noFill/>
                  <a:prstDash val="solid"/>
                  <a:miter/>
                </a:ln>
              </p:spPr>
              <p:txBody>
                <a:bodyPr/>
                <a:lstStyle/>
                <a:p>
                  <a:endParaRPr lang="zh-CN" altLang="en-US"/>
                </a:p>
              </p:txBody>
            </p:sp>
          </p:grpSp>
          <p:grpSp>
            <p:nvGrpSpPr>
              <p:cNvPr id="132" name="图形 5" descr="一个城市街区">
                <a:extLst>
                  <a:ext uri="{FF2B5EF4-FFF2-40B4-BE49-F238E27FC236}">
                    <a16:creationId xmlns:a16="http://schemas.microsoft.com/office/drawing/2014/main" id="{1832644D-FE46-CEA6-01AC-AADFC7C7A9E0}"/>
                  </a:ext>
                </a:extLst>
              </p:cNvPr>
              <p:cNvGrpSpPr/>
              <p:nvPr/>
            </p:nvGrpSpPr>
            <p:grpSpPr>
              <a:xfrm>
                <a:off x="1852021" y="4210888"/>
                <a:ext cx="178320" cy="376643"/>
                <a:chOff x="1852021" y="4210888"/>
                <a:chExt cx="178320" cy="376643"/>
              </a:xfrm>
            </p:grpSpPr>
            <p:sp>
              <p:nvSpPr>
                <p:cNvPr id="133" name="矩形 132">
                  <a:extLst>
                    <a:ext uri="{FF2B5EF4-FFF2-40B4-BE49-F238E27FC236}">
                      <a16:creationId xmlns:a16="http://schemas.microsoft.com/office/drawing/2014/main" id="{2B9D6991-9202-2F11-FD88-73BB5B6B4015}"/>
                    </a:ext>
                  </a:extLst>
                </p:cNvPr>
                <p:cNvSpPr/>
                <p:nvPr/>
              </p:nvSpPr>
              <p:spPr>
                <a:xfrm>
                  <a:off x="1852021" y="4210888"/>
                  <a:ext cx="178320" cy="188321"/>
                </a:xfrm>
                <a:prstGeom prst="rect">
                  <a:avLst/>
                </a:prstGeom>
                <a:solidFill>
                  <a:srgbClr val="737373"/>
                </a:solidFill>
                <a:ln w="6350" cap="flat">
                  <a:noFill/>
                  <a:prstDash val="solid"/>
                  <a:miter/>
                </a:ln>
              </p:spPr>
              <p:txBody>
                <a:bodyPr/>
                <a:lstStyle/>
                <a:p>
                  <a:endParaRPr lang="zh-CN" altLang="en-US"/>
                </a:p>
              </p:txBody>
            </p:sp>
            <p:sp>
              <p:nvSpPr>
                <p:cNvPr id="134" name="矩形 133">
                  <a:extLst>
                    <a:ext uri="{FF2B5EF4-FFF2-40B4-BE49-F238E27FC236}">
                      <a16:creationId xmlns:a16="http://schemas.microsoft.com/office/drawing/2014/main" id="{FF56A733-CAF3-F511-2654-F33872B6B550}"/>
                    </a:ext>
                  </a:extLst>
                </p:cNvPr>
                <p:cNvSpPr/>
                <p:nvPr/>
              </p:nvSpPr>
              <p:spPr>
                <a:xfrm>
                  <a:off x="1852021" y="4399210"/>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135" name="图形 5" descr="一个城市街区">
                <a:extLst>
                  <a:ext uri="{FF2B5EF4-FFF2-40B4-BE49-F238E27FC236}">
                    <a16:creationId xmlns:a16="http://schemas.microsoft.com/office/drawing/2014/main" id="{F2369442-A0BE-7A15-596B-13AC55FD1B6C}"/>
                  </a:ext>
                </a:extLst>
              </p:cNvPr>
              <p:cNvGrpSpPr/>
              <p:nvPr/>
            </p:nvGrpSpPr>
            <p:grpSpPr>
              <a:xfrm>
                <a:off x="1598021" y="4210888"/>
                <a:ext cx="178320" cy="376643"/>
                <a:chOff x="1598021" y="4210888"/>
                <a:chExt cx="178320" cy="376643"/>
              </a:xfrm>
            </p:grpSpPr>
            <p:sp>
              <p:nvSpPr>
                <p:cNvPr id="136" name="矩形 135">
                  <a:extLst>
                    <a:ext uri="{FF2B5EF4-FFF2-40B4-BE49-F238E27FC236}">
                      <a16:creationId xmlns:a16="http://schemas.microsoft.com/office/drawing/2014/main" id="{DF2F9090-1635-CCBF-2AB1-BA2696FF74D6}"/>
                    </a:ext>
                  </a:extLst>
                </p:cNvPr>
                <p:cNvSpPr/>
                <p:nvPr/>
              </p:nvSpPr>
              <p:spPr>
                <a:xfrm>
                  <a:off x="1598021" y="4210888"/>
                  <a:ext cx="178320" cy="188321"/>
                </a:xfrm>
                <a:prstGeom prst="rect">
                  <a:avLst/>
                </a:prstGeom>
                <a:solidFill>
                  <a:srgbClr val="737373"/>
                </a:solidFill>
                <a:ln w="6350" cap="flat">
                  <a:noFill/>
                  <a:prstDash val="solid"/>
                  <a:miter/>
                </a:ln>
              </p:spPr>
              <p:txBody>
                <a:bodyPr/>
                <a:lstStyle/>
                <a:p>
                  <a:endParaRPr lang="zh-CN" altLang="en-US"/>
                </a:p>
              </p:txBody>
            </p:sp>
            <p:sp>
              <p:nvSpPr>
                <p:cNvPr id="137" name="矩形 136">
                  <a:extLst>
                    <a:ext uri="{FF2B5EF4-FFF2-40B4-BE49-F238E27FC236}">
                      <a16:creationId xmlns:a16="http://schemas.microsoft.com/office/drawing/2014/main" id="{7423AABF-5C54-D9A2-7D24-370125A35878}"/>
                    </a:ext>
                  </a:extLst>
                </p:cNvPr>
                <p:cNvSpPr/>
                <p:nvPr/>
              </p:nvSpPr>
              <p:spPr>
                <a:xfrm>
                  <a:off x="1598021" y="4399210"/>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138" name="图形 5" descr="一个城市街区">
                <a:extLst>
                  <a:ext uri="{FF2B5EF4-FFF2-40B4-BE49-F238E27FC236}">
                    <a16:creationId xmlns:a16="http://schemas.microsoft.com/office/drawing/2014/main" id="{74412E38-3A59-C00C-796D-13B3B101AE2D}"/>
                  </a:ext>
                </a:extLst>
              </p:cNvPr>
              <p:cNvGrpSpPr/>
              <p:nvPr/>
            </p:nvGrpSpPr>
            <p:grpSpPr>
              <a:xfrm>
                <a:off x="1141336" y="4210888"/>
                <a:ext cx="379107" cy="376643"/>
                <a:chOff x="1141336" y="4210888"/>
                <a:chExt cx="379107" cy="376643"/>
              </a:xfrm>
            </p:grpSpPr>
            <p:sp>
              <p:nvSpPr>
                <p:cNvPr id="139" name="矩形 138">
                  <a:extLst>
                    <a:ext uri="{FF2B5EF4-FFF2-40B4-BE49-F238E27FC236}">
                      <a16:creationId xmlns:a16="http://schemas.microsoft.com/office/drawing/2014/main" id="{68D8FADA-9F5E-7FB0-71B7-3BD206D4B1CE}"/>
                    </a:ext>
                  </a:extLst>
                </p:cNvPr>
                <p:cNvSpPr/>
                <p:nvPr/>
              </p:nvSpPr>
              <p:spPr>
                <a:xfrm>
                  <a:off x="1141336" y="4210888"/>
                  <a:ext cx="379107" cy="188321"/>
                </a:xfrm>
                <a:prstGeom prst="rect">
                  <a:avLst/>
                </a:prstGeom>
                <a:solidFill>
                  <a:srgbClr val="737373"/>
                </a:solidFill>
                <a:ln w="6350" cap="flat">
                  <a:noFill/>
                  <a:prstDash val="solid"/>
                  <a:miter/>
                </a:ln>
              </p:spPr>
              <p:txBody>
                <a:bodyPr/>
                <a:lstStyle/>
                <a:p>
                  <a:endParaRPr lang="zh-CN" altLang="en-US"/>
                </a:p>
              </p:txBody>
            </p:sp>
            <p:sp>
              <p:nvSpPr>
                <p:cNvPr id="140" name="矩形 139">
                  <a:extLst>
                    <a:ext uri="{FF2B5EF4-FFF2-40B4-BE49-F238E27FC236}">
                      <a16:creationId xmlns:a16="http://schemas.microsoft.com/office/drawing/2014/main" id="{F2539710-1077-FF59-02CA-DFE6CDD1D946}"/>
                    </a:ext>
                  </a:extLst>
                </p:cNvPr>
                <p:cNvSpPr/>
                <p:nvPr/>
              </p:nvSpPr>
              <p:spPr>
                <a:xfrm>
                  <a:off x="1141336" y="4399210"/>
                  <a:ext cx="379107" cy="188321"/>
                </a:xfrm>
                <a:prstGeom prst="rect">
                  <a:avLst/>
                </a:prstGeom>
                <a:solidFill>
                  <a:srgbClr val="D8BEEC"/>
                </a:solidFill>
                <a:ln w="6350" cap="flat">
                  <a:noFill/>
                  <a:prstDash val="solid"/>
                  <a:miter/>
                </a:ln>
              </p:spPr>
              <p:txBody>
                <a:bodyPr/>
                <a:lstStyle/>
                <a:p>
                  <a:endParaRPr lang="zh-CN" altLang="en-US"/>
                </a:p>
              </p:txBody>
            </p:sp>
          </p:grpSp>
          <p:sp>
            <p:nvSpPr>
              <p:cNvPr id="141" name="矩形 140">
                <a:extLst>
                  <a:ext uri="{FF2B5EF4-FFF2-40B4-BE49-F238E27FC236}">
                    <a16:creationId xmlns:a16="http://schemas.microsoft.com/office/drawing/2014/main" id="{9EEDE1D4-2049-F7F2-CE9D-AC5C4B7887C7}"/>
                  </a:ext>
                </a:extLst>
              </p:cNvPr>
              <p:cNvSpPr/>
              <p:nvPr/>
            </p:nvSpPr>
            <p:spPr>
              <a:xfrm>
                <a:off x="1141336" y="3825532"/>
                <a:ext cx="889000" cy="190500"/>
              </a:xfrm>
              <a:prstGeom prst="rect">
                <a:avLst/>
              </a:prstGeom>
              <a:solidFill>
                <a:srgbClr val="D8BEEC"/>
              </a:solidFill>
              <a:ln w="6350" cap="flat">
                <a:noFill/>
                <a:prstDash val="solid"/>
                <a:miter/>
              </a:ln>
            </p:spPr>
            <p:txBody>
              <a:bodyPr/>
              <a:lstStyle/>
              <a:p>
                <a:endParaRPr lang="zh-CN" altLang="en-US"/>
              </a:p>
            </p:txBody>
          </p:sp>
          <p:sp>
            <p:nvSpPr>
              <p:cNvPr id="142" name="矩形 141">
                <a:extLst>
                  <a:ext uri="{FF2B5EF4-FFF2-40B4-BE49-F238E27FC236}">
                    <a16:creationId xmlns:a16="http://schemas.microsoft.com/office/drawing/2014/main" id="{A412BDC9-2435-6165-0F25-4E7BA7CD41B6}"/>
                  </a:ext>
                </a:extLst>
              </p:cNvPr>
              <p:cNvSpPr/>
              <p:nvPr/>
            </p:nvSpPr>
            <p:spPr>
              <a:xfrm>
                <a:off x="1141336" y="3444532"/>
                <a:ext cx="889000" cy="190500"/>
              </a:xfrm>
              <a:prstGeom prst="rect">
                <a:avLst/>
              </a:prstGeom>
              <a:solidFill>
                <a:srgbClr val="D8BEEC"/>
              </a:solidFill>
              <a:ln w="6350" cap="flat">
                <a:noFill/>
                <a:prstDash val="solid"/>
                <a:miter/>
              </a:ln>
            </p:spPr>
            <p:txBody>
              <a:bodyPr/>
              <a:lstStyle/>
              <a:p>
                <a:endParaRPr lang="zh-CN" altLang="en-US"/>
              </a:p>
            </p:txBody>
          </p:sp>
          <p:sp>
            <p:nvSpPr>
              <p:cNvPr id="143" name="矩形 142">
                <a:extLst>
                  <a:ext uri="{FF2B5EF4-FFF2-40B4-BE49-F238E27FC236}">
                    <a16:creationId xmlns:a16="http://schemas.microsoft.com/office/drawing/2014/main" id="{BBD2661C-BD59-FB73-44B6-2DDF8E937456}"/>
                  </a:ext>
                </a:extLst>
              </p:cNvPr>
              <p:cNvSpPr/>
              <p:nvPr/>
            </p:nvSpPr>
            <p:spPr>
              <a:xfrm>
                <a:off x="760336" y="3762032"/>
                <a:ext cx="889000" cy="63500"/>
              </a:xfrm>
              <a:prstGeom prst="rect">
                <a:avLst/>
              </a:prstGeom>
              <a:solidFill>
                <a:srgbClr val="737373"/>
              </a:solidFill>
              <a:ln w="6350" cap="flat">
                <a:noFill/>
                <a:prstDash val="solid"/>
                <a:miter/>
              </a:ln>
            </p:spPr>
            <p:txBody>
              <a:bodyPr/>
              <a:lstStyle/>
              <a:p>
                <a:endParaRPr lang="zh-CN" altLang="en-US"/>
              </a:p>
            </p:txBody>
          </p:sp>
          <p:sp>
            <p:nvSpPr>
              <p:cNvPr id="144" name="矩形 143">
                <a:extLst>
                  <a:ext uri="{FF2B5EF4-FFF2-40B4-BE49-F238E27FC236}">
                    <a16:creationId xmlns:a16="http://schemas.microsoft.com/office/drawing/2014/main" id="{20690F6D-F5C7-B0F2-2955-74BD70AED79D}"/>
                  </a:ext>
                </a:extLst>
              </p:cNvPr>
              <p:cNvSpPr/>
              <p:nvPr/>
            </p:nvSpPr>
            <p:spPr>
              <a:xfrm>
                <a:off x="760336" y="3381032"/>
                <a:ext cx="889000" cy="63500"/>
              </a:xfrm>
              <a:prstGeom prst="rect">
                <a:avLst/>
              </a:prstGeom>
              <a:solidFill>
                <a:srgbClr val="737373"/>
              </a:solidFill>
              <a:ln w="6350" cap="flat">
                <a:noFill/>
                <a:prstDash val="solid"/>
                <a:miter/>
              </a:ln>
            </p:spPr>
            <p:txBody>
              <a:bodyPr/>
              <a:lstStyle/>
              <a:p>
                <a:endParaRPr lang="zh-CN" altLang="en-US"/>
              </a:p>
            </p:txBody>
          </p:sp>
        </p:grpSp>
        <p:grpSp>
          <p:nvGrpSpPr>
            <p:cNvPr id="145" name="图形 5" descr="一个城市街区">
              <a:extLst>
                <a:ext uri="{FF2B5EF4-FFF2-40B4-BE49-F238E27FC236}">
                  <a16:creationId xmlns:a16="http://schemas.microsoft.com/office/drawing/2014/main" id="{E7228BC4-0AB4-ABBB-2E3D-D6AFFB35DAE2}"/>
                </a:ext>
              </a:extLst>
            </p:cNvPr>
            <p:cNvGrpSpPr/>
            <p:nvPr/>
          </p:nvGrpSpPr>
          <p:grpSpPr>
            <a:xfrm>
              <a:off x="7999793" y="3063532"/>
              <a:ext cx="1143000" cy="1523999"/>
              <a:chOff x="7999793" y="3063532"/>
              <a:chExt cx="1143000" cy="1523999"/>
            </a:xfrm>
          </p:grpSpPr>
          <p:sp>
            <p:nvSpPr>
              <p:cNvPr id="146" name="矩形 145">
                <a:extLst>
                  <a:ext uri="{FF2B5EF4-FFF2-40B4-BE49-F238E27FC236}">
                    <a16:creationId xmlns:a16="http://schemas.microsoft.com/office/drawing/2014/main" id="{14F27FCB-7AB4-8423-E3A5-2B7D7D899285}"/>
                  </a:ext>
                </a:extLst>
              </p:cNvPr>
              <p:cNvSpPr/>
              <p:nvPr/>
            </p:nvSpPr>
            <p:spPr>
              <a:xfrm>
                <a:off x="8088693" y="4196010"/>
                <a:ext cx="771709" cy="201021"/>
              </a:xfrm>
              <a:prstGeom prst="rect">
                <a:avLst/>
              </a:prstGeom>
              <a:solidFill>
                <a:srgbClr val="737373"/>
              </a:solidFill>
              <a:ln w="6350" cap="flat">
                <a:noFill/>
                <a:prstDash val="solid"/>
                <a:miter/>
              </a:ln>
            </p:spPr>
            <p:txBody>
              <a:bodyPr/>
              <a:lstStyle/>
              <a:p>
                <a:endParaRPr lang="zh-CN" altLang="en-US"/>
              </a:p>
            </p:txBody>
          </p:sp>
          <p:sp>
            <p:nvSpPr>
              <p:cNvPr id="147" name="任意多边形: 形状 146">
                <a:extLst>
                  <a:ext uri="{FF2B5EF4-FFF2-40B4-BE49-F238E27FC236}">
                    <a16:creationId xmlns:a16="http://schemas.microsoft.com/office/drawing/2014/main" id="{075E3F57-4106-BE3A-78AC-B659390D4E08}"/>
                  </a:ext>
                </a:extLst>
              </p:cNvPr>
              <p:cNvSpPr/>
              <p:nvPr/>
            </p:nvSpPr>
            <p:spPr>
              <a:xfrm>
                <a:off x="7999793" y="3063532"/>
                <a:ext cx="1143000" cy="1523999"/>
              </a:xfrm>
              <a:custGeom>
                <a:avLst/>
                <a:gdLst>
                  <a:gd name="csX0" fmla="*/ 1143000 w 1143000"/>
                  <a:gd name="csY0" fmla="*/ 0 h 1523999"/>
                  <a:gd name="csX1" fmla="*/ 0 w 1143000"/>
                  <a:gd name="csY1" fmla="*/ 0 h 1523999"/>
                  <a:gd name="csX2" fmla="*/ 0 w 1143000"/>
                  <a:gd name="csY2" fmla="*/ 1524000 h 1523999"/>
                  <a:gd name="csX3" fmla="*/ 103949 w 1143000"/>
                  <a:gd name="csY3" fmla="*/ 1524000 h 1523999"/>
                  <a:gd name="csX4" fmla="*/ 103949 w 1143000"/>
                  <a:gd name="csY4" fmla="*/ 1143000 h 1523999"/>
                  <a:gd name="csX5" fmla="*/ 660400 w 1143000"/>
                  <a:gd name="csY5" fmla="*/ 1143000 h 1523999"/>
                  <a:gd name="csX6" fmla="*/ 660400 w 1143000"/>
                  <a:gd name="csY6" fmla="*/ 1524000 h 1523999"/>
                  <a:gd name="csX7" fmla="*/ 764350 w 1143000"/>
                  <a:gd name="csY7" fmla="*/ 1524000 h 1523999"/>
                  <a:gd name="csX8" fmla="*/ 764350 w 1143000"/>
                  <a:gd name="csY8" fmla="*/ 1143000 h 1523999"/>
                  <a:gd name="csX9" fmla="*/ 848550 w 1143000"/>
                  <a:gd name="csY9" fmla="*/ 1143000 h 1523999"/>
                  <a:gd name="csX10" fmla="*/ 848550 w 1143000"/>
                  <a:gd name="csY10" fmla="*/ 1524000 h 1523999"/>
                  <a:gd name="csX11" fmla="*/ 952500 w 1143000"/>
                  <a:gd name="csY11" fmla="*/ 1524000 h 1523999"/>
                  <a:gd name="csX12" fmla="*/ 952500 w 1143000"/>
                  <a:gd name="csY12" fmla="*/ 1143000 h 1523999"/>
                  <a:gd name="csX13" fmla="*/ 1141349 w 1143000"/>
                  <a:gd name="csY13" fmla="*/ 1143000 h 1523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43000" h="1523999">
                    <a:moveTo>
                      <a:pt x="1143000" y="0"/>
                    </a:moveTo>
                    <a:lnTo>
                      <a:pt x="0" y="0"/>
                    </a:lnTo>
                    <a:lnTo>
                      <a:pt x="0" y="1524000"/>
                    </a:lnTo>
                    <a:lnTo>
                      <a:pt x="103949" y="1524000"/>
                    </a:lnTo>
                    <a:lnTo>
                      <a:pt x="103949" y="1143000"/>
                    </a:lnTo>
                    <a:lnTo>
                      <a:pt x="660400" y="1143000"/>
                    </a:lnTo>
                    <a:lnTo>
                      <a:pt x="660400" y="1524000"/>
                    </a:lnTo>
                    <a:lnTo>
                      <a:pt x="764350" y="1524000"/>
                    </a:lnTo>
                    <a:lnTo>
                      <a:pt x="764350" y="1143000"/>
                    </a:lnTo>
                    <a:lnTo>
                      <a:pt x="848550" y="1143000"/>
                    </a:lnTo>
                    <a:lnTo>
                      <a:pt x="848550" y="1524000"/>
                    </a:lnTo>
                    <a:lnTo>
                      <a:pt x="952500" y="1524000"/>
                    </a:lnTo>
                    <a:lnTo>
                      <a:pt x="952500" y="1143000"/>
                    </a:lnTo>
                    <a:lnTo>
                      <a:pt x="1141349" y="1143000"/>
                    </a:lnTo>
                    <a:close/>
                  </a:path>
                </a:pathLst>
              </a:custGeom>
              <a:solidFill>
                <a:srgbClr val="E6E6E6"/>
              </a:solidFill>
              <a:ln w="6350" cap="flat">
                <a:noFill/>
                <a:prstDash val="solid"/>
                <a:miter/>
              </a:ln>
            </p:spPr>
            <p:txBody>
              <a:bodyPr/>
              <a:lstStyle/>
              <a:p>
                <a:endParaRPr lang="zh-CN" altLang="en-US"/>
              </a:p>
            </p:txBody>
          </p:sp>
          <p:sp>
            <p:nvSpPr>
              <p:cNvPr id="148" name="矩形 147">
                <a:extLst>
                  <a:ext uri="{FF2B5EF4-FFF2-40B4-BE49-F238E27FC236}">
                    <a16:creationId xmlns:a16="http://schemas.microsoft.com/office/drawing/2014/main" id="{AF6290E9-9401-F85F-536E-498524899849}"/>
                  </a:ext>
                </a:extLst>
              </p:cNvPr>
              <p:cNvSpPr/>
              <p:nvPr/>
            </p:nvSpPr>
            <p:spPr>
              <a:xfrm>
                <a:off x="7999793" y="3152432"/>
                <a:ext cx="571500" cy="190500"/>
              </a:xfrm>
              <a:prstGeom prst="rect">
                <a:avLst/>
              </a:prstGeom>
              <a:solidFill>
                <a:srgbClr val="D8BEEC"/>
              </a:solidFill>
              <a:ln w="6350" cap="flat">
                <a:noFill/>
                <a:prstDash val="solid"/>
                <a:miter/>
              </a:ln>
            </p:spPr>
            <p:txBody>
              <a:bodyPr/>
              <a:lstStyle/>
              <a:p>
                <a:endParaRPr lang="zh-CN" altLang="en-US"/>
              </a:p>
            </p:txBody>
          </p:sp>
          <p:sp>
            <p:nvSpPr>
              <p:cNvPr id="149" name="矩形 148">
                <a:extLst>
                  <a:ext uri="{FF2B5EF4-FFF2-40B4-BE49-F238E27FC236}">
                    <a16:creationId xmlns:a16="http://schemas.microsoft.com/office/drawing/2014/main" id="{686D301D-50DF-0611-3821-F6A3FDA2E355}"/>
                  </a:ext>
                </a:extLst>
              </p:cNvPr>
              <p:cNvSpPr/>
              <p:nvPr/>
            </p:nvSpPr>
            <p:spPr>
              <a:xfrm>
                <a:off x="7999793" y="3533432"/>
                <a:ext cx="571500" cy="190500"/>
              </a:xfrm>
              <a:prstGeom prst="rect">
                <a:avLst/>
              </a:prstGeom>
              <a:solidFill>
                <a:srgbClr val="D8BEEC"/>
              </a:solidFill>
              <a:ln w="6350" cap="flat">
                <a:noFill/>
                <a:prstDash val="solid"/>
                <a:miter/>
              </a:ln>
            </p:spPr>
            <p:txBody>
              <a:bodyPr/>
              <a:lstStyle/>
              <a:p>
                <a:endParaRPr lang="zh-CN" altLang="en-US"/>
              </a:p>
            </p:txBody>
          </p:sp>
          <p:sp>
            <p:nvSpPr>
              <p:cNvPr id="150" name="矩形 149">
                <a:extLst>
                  <a:ext uri="{FF2B5EF4-FFF2-40B4-BE49-F238E27FC236}">
                    <a16:creationId xmlns:a16="http://schemas.microsoft.com/office/drawing/2014/main" id="{E342DBB3-F116-1034-0329-D22D96099883}"/>
                  </a:ext>
                </a:extLst>
              </p:cNvPr>
              <p:cNvSpPr/>
              <p:nvPr/>
            </p:nvSpPr>
            <p:spPr>
              <a:xfrm>
                <a:off x="7999793" y="3914432"/>
                <a:ext cx="571500" cy="190500"/>
              </a:xfrm>
              <a:prstGeom prst="rect">
                <a:avLst/>
              </a:prstGeom>
              <a:solidFill>
                <a:srgbClr val="D8BEEC"/>
              </a:solidFill>
              <a:ln w="6350" cap="flat">
                <a:noFill/>
                <a:prstDash val="solid"/>
                <a:miter/>
              </a:ln>
            </p:spPr>
            <p:txBody>
              <a:bodyPr/>
              <a:lstStyle/>
              <a:p>
                <a:endParaRPr lang="zh-CN" altLang="en-US"/>
              </a:p>
            </p:txBody>
          </p:sp>
          <p:sp>
            <p:nvSpPr>
              <p:cNvPr id="151" name="矩形 150">
                <a:extLst>
                  <a:ext uri="{FF2B5EF4-FFF2-40B4-BE49-F238E27FC236}">
                    <a16:creationId xmlns:a16="http://schemas.microsoft.com/office/drawing/2014/main" id="{D6405416-4C79-CE37-4D58-E917B40A7821}"/>
                  </a:ext>
                </a:extLst>
              </p:cNvPr>
              <p:cNvSpPr/>
              <p:nvPr/>
            </p:nvSpPr>
            <p:spPr>
              <a:xfrm>
                <a:off x="8253983" y="3723932"/>
                <a:ext cx="698500" cy="101600"/>
              </a:xfrm>
              <a:prstGeom prst="rect">
                <a:avLst/>
              </a:prstGeom>
              <a:solidFill>
                <a:srgbClr val="737373"/>
              </a:solidFill>
              <a:ln w="6350" cap="flat">
                <a:noFill/>
                <a:prstDash val="solid"/>
                <a:miter/>
              </a:ln>
            </p:spPr>
            <p:txBody>
              <a:bodyPr/>
              <a:lstStyle/>
              <a:p>
                <a:endParaRPr lang="zh-CN" altLang="en-US"/>
              </a:p>
            </p:txBody>
          </p:sp>
          <p:sp>
            <p:nvSpPr>
              <p:cNvPr id="152" name="矩形 151">
                <a:extLst>
                  <a:ext uri="{FF2B5EF4-FFF2-40B4-BE49-F238E27FC236}">
                    <a16:creationId xmlns:a16="http://schemas.microsoft.com/office/drawing/2014/main" id="{5A560DF5-4BF1-1B40-1894-9CE2C275F56F}"/>
                  </a:ext>
                </a:extLst>
              </p:cNvPr>
              <p:cNvSpPr/>
              <p:nvPr/>
            </p:nvSpPr>
            <p:spPr>
              <a:xfrm>
                <a:off x="8253983" y="3342932"/>
                <a:ext cx="698500" cy="101600"/>
              </a:xfrm>
              <a:prstGeom prst="rect">
                <a:avLst/>
              </a:prstGeom>
              <a:solidFill>
                <a:srgbClr val="737373"/>
              </a:solidFill>
              <a:ln w="6350" cap="flat">
                <a:noFill/>
                <a:prstDash val="solid"/>
                <a:miter/>
              </a:ln>
            </p:spPr>
            <p:txBody>
              <a:bodyPr/>
              <a:lstStyle/>
              <a:p>
                <a:endParaRPr lang="zh-CN" altLang="en-US"/>
              </a:p>
            </p:txBody>
          </p:sp>
        </p:grpSp>
        <p:grpSp>
          <p:nvGrpSpPr>
            <p:cNvPr id="153" name="图形 5" descr="一个城市街区">
              <a:extLst>
                <a:ext uri="{FF2B5EF4-FFF2-40B4-BE49-F238E27FC236}">
                  <a16:creationId xmlns:a16="http://schemas.microsoft.com/office/drawing/2014/main" id="{4E3CC2BC-452C-0E9A-FBA0-2DBB4C3E1D82}"/>
                </a:ext>
              </a:extLst>
            </p:cNvPr>
            <p:cNvGrpSpPr/>
            <p:nvPr/>
          </p:nvGrpSpPr>
          <p:grpSpPr>
            <a:xfrm>
              <a:off x="11430000" y="2301519"/>
              <a:ext cx="762000" cy="2286000"/>
              <a:chOff x="11430000" y="2301519"/>
              <a:chExt cx="762000" cy="2286000"/>
            </a:xfrm>
          </p:grpSpPr>
          <p:sp>
            <p:nvSpPr>
              <p:cNvPr id="154" name="矩形 153">
                <a:extLst>
                  <a:ext uri="{FF2B5EF4-FFF2-40B4-BE49-F238E27FC236}">
                    <a16:creationId xmlns:a16="http://schemas.microsoft.com/office/drawing/2014/main" id="{56FE761E-EF9D-A73B-D213-18221E264051}"/>
                  </a:ext>
                </a:extLst>
              </p:cNvPr>
              <p:cNvSpPr/>
              <p:nvPr/>
            </p:nvSpPr>
            <p:spPr>
              <a:xfrm rot="-10800000">
                <a:off x="11430000" y="2301519"/>
                <a:ext cx="762000" cy="2286000"/>
              </a:xfrm>
              <a:prstGeom prst="rect">
                <a:avLst/>
              </a:prstGeom>
              <a:solidFill>
                <a:srgbClr val="FFFFFF"/>
              </a:solidFill>
              <a:ln w="6350" cap="flat">
                <a:noFill/>
                <a:prstDash val="solid"/>
                <a:miter/>
              </a:ln>
            </p:spPr>
            <p:txBody>
              <a:bodyPr/>
              <a:lstStyle/>
              <a:p>
                <a:endParaRPr lang="zh-CN" altLang="en-US"/>
              </a:p>
            </p:txBody>
          </p:sp>
          <p:grpSp>
            <p:nvGrpSpPr>
              <p:cNvPr id="155" name="图形 5" descr="一个城市街区">
                <a:extLst>
                  <a:ext uri="{FF2B5EF4-FFF2-40B4-BE49-F238E27FC236}">
                    <a16:creationId xmlns:a16="http://schemas.microsoft.com/office/drawing/2014/main" id="{0892BB04-EB58-2860-0F77-FE16E066574F}"/>
                  </a:ext>
                </a:extLst>
              </p:cNvPr>
              <p:cNvGrpSpPr/>
              <p:nvPr/>
            </p:nvGrpSpPr>
            <p:grpSpPr>
              <a:xfrm>
                <a:off x="11695049" y="2682525"/>
                <a:ext cx="495300" cy="476250"/>
                <a:chOff x="11695049" y="2682525"/>
                <a:chExt cx="495300" cy="476250"/>
              </a:xfrm>
              <a:solidFill>
                <a:srgbClr val="D2D2D2"/>
              </a:solidFill>
            </p:grpSpPr>
            <p:sp>
              <p:nvSpPr>
                <p:cNvPr id="156" name="矩形 155">
                  <a:extLst>
                    <a:ext uri="{FF2B5EF4-FFF2-40B4-BE49-F238E27FC236}">
                      <a16:creationId xmlns:a16="http://schemas.microsoft.com/office/drawing/2014/main" id="{9F81D2C2-564D-178E-CCB3-791C4FD7CF51}"/>
                    </a:ext>
                  </a:extLst>
                </p:cNvPr>
                <p:cNvSpPr/>
                <p:nvPr/>
              </p:nvSpPr>
              <p:spPr>
                <a:xfrm>
                  <a:off x="11695049" y="2682525"/>
                  <a:ext cx="495300" cy="19050"/>
                </a:xfrm>
                <a:prstGeom prst="rect">
                  <a:avLst/>
                </a:prstGeom>
                <a:solidFill>
                  <a:srgbClr val="D2D2D2"/>
                </a:solidFill>
                <a:ln w="6350" cap="flat">
                  <a:noFill/>
                  <a:prstDash val="solid"/>
                  <a:miter/>
                </a:ln>
              </p:spPr>
              <p:txBody>
                <a:bodyPr/>
                <a:lstStyle/>
                <a:p>
                  <a:endParaRPr lang="zh-CN" altLang="en-US"/>
                </a:p>
              </p:txBody>
            </p:sp>
            <p:sp>
              <p:nvSpPr>
                <p:cNvPr id="157" name="矩形 156">
                  <a:extLst>
                    <a:ext uri="{FF2B5EF4-FFF2-40B4-BE49-F238E27FC236}">
                      <a16:creationId xmlns:a16="http://schemas.microsoft.com/office/drawing/2014/main" id="{128DCA9B-D802-F8CB-54D1-EFDECA36EF39}"/>
                    </a:ext>
                  </a:extLst>
                </p:cNvPr>
                <p:cNvSpPr/>
                <p:nvPr/>
              </p:nvSpPr>
              <p:spPr>
                <a:xfrm>
                  <a:off x="11695049" y="2758725"/>
                  <a:ext cx="495300" cy="19050"/>
                </a:xfrm>
                <a:prstGeom prst="rect">
                  <a:avLst/>
                </a:prstGeom>
                <a:solidFill>
                  <a:srgbClr val="D2D2D2"/>
                </a:solidFill>
                <a:ln w="6350" cap="flat">
                  <a:noFill/>
                  <a:prstDash val="solid"/>
                  <a:miter/>
                </a:ln>
              </p:spPr>
              <p:txBody>
                <a:bodyPr/>
                <a:lstStyle/>
                <a:p>
                  <a:endParaRPr lang="zh-CN" altLang="en-US"/>
                </a:p>
              </p:txBody>
            </p:sp>
            <p:sp>
              <p:nvSpPr>
                <p:cNvPr id="158" name="矩形 157">
                  <a:extLst>
                    <a:ext uri="{FF2B5EF4-FFF2-40B4-BE49-F238E27FC236}">
                      <a16:creationId xmlns:a16="http://schemas.microsoft.com/office/drawing/2014/main" id="{C6C8EF9B-1B6E-771B-C83F-2100E604E3DE}"/>
                    </a:ext>
                  </a:extLst>
                </p:cNvPr>
                <p:cNvSpPr/>
                <p:nvPr/>
              </p:nvSpPr>
              <p:spPr>
                <a:xfrm>
                  <a:off x="11695049" y="2834925"/>
                  <a:ext cx="495300" cy="19050"/>
                </a:xfrm>
                <a:prstGeom prst="rect">
                  <a:avLst/>
                </a:prstGeom>
                <a:solidFill>
                  <a:srgbClr val="D2D2D2"/>
                </a:solidFill>
                <a:ln w="6350" cap="flat">
                  <a:noFill/>
                  <a:prstDash val="solid"/>
                  <a:miter/>
                </a:ln>
              </p:spPr>
              <p:txBody>
                <a:bodyPr/>
                <a:lstStyle/>
                <a:p>
                  <a:endParaRPr lang="zh-CN" altLang="en-US"/>
                </a:p>
              </p:txBody>
            </p:sp>
            <p:sp>
              <p:nvSpPr>
                <p:cNvPr id="159" name="矩形 158">
                  <a:extLst>
                    <a:ext uri="{FF2B5EF4-FFF2-40B4-BE49-F238E27FC236}">
                      <a16:creationId xmlns:a16="http://schemas.microsoft.com/office/drawing/2014/main" id="{91926FD9-7A69-AED1-919C-198F02B53FF1}"/>
                    </a:ext>
                  </a:extLst>
                </p:cNvPr>
                <p:cNvSpPr/>
                <p:nvPr/>
              </p:nvSpPr>
              <p:spPr>
                <a:xfrm>
                  <a:off x="11695049" y="2911125"/>
                  <a:ext cx="381000" cy="19050"/>
                </a:xfrm>
                <a:prstGeom prst="rect">
                  <a:avLst/>
                </a:prstGeom>
                <a:solidFill>
                  <a:srgbClr val="D2D2D2"/>
                </a:solidFill>
                <a:ln w="6350" cap="flat">
                  <a:noFill/>
                  <a:prstDash val="solid"/>
                  <a:miter/>
                </a:ln>
              </p:spPr>
              <p:txBody>
                <a:bodyPr/>
                <a:lstStyle/>
                <a:p>
                  <a:endParaRPr lang="zh-CN" altLang="en-US"/>
                </a:p>
              </p:txBody>
            </p:sp>
            <p:sp>
              <p:nvSpPr>
                <p:cNvPr id="160" name="矩形 159">
                  <a:extLst>
                    <a:ext uri="{FF2B5EF4-FFF2-40B4-BE49-F238E27FC236}">
                      <a16:creationId xmlns:a16="http://schemas.microsoft.com/office/drawing/2014/main" id="{7129CF12-DDE2-F777-B05B-F3242D018ED3}"/>
                    </a:ext>
                  </a:extLst>
                </p:cNvPr>
                <p:cNvSpPr/>
                <p:nvPr/>
              </p:nvSpPr>
              <p:spPr>
                <a:xfrm>
                  <a:off x="11695049" y="2987325"/>
                  <a:ext cx="381000" cy="19050"/>
                </a:xfrm>
                <a:prstGeom prst="rect">
                  <a:avLst/>
                </a:prstGeom>
                <a:solidFill>
                  <a:srgbClr val="D2D2D2"/>
                </a:solidFill>
                <a:ln w="6350" cap="flat">
                  <a:noFill/>
                  <a:prstDash val="solid"/>
                  <a:miter/>
                </a:ln>
              </p:spPr>
              <p:txBody>
                <a:bodyPr/>
                <a:lstStyle/>
                <a:p>
                  <a:endParaRPr lang="zh-CN" altLang="en-US"/>
                </a:p>
              </p:txBody>
            </p:sp>
            <p:sp>
              <p:nvSpPr>
                <p:cNvPr id="161" name="矩形 160">
                  <a:extLst>
                    <a:ext uri="{FF2B5EF4-FFF2-40B4-BE49-F238E27FC236}">
                      <a16:creationId xmlns:a16="http://schemas.microsoft.com/office/drawing/2014/main" id="{AE667F82-BCB6-7535-E97B-1AF57AB2D41A}"/>
                    </a:ext>
                  </a:extLst>
                </p:cNvPr>
                <p:cNvSpPr/>
                <p:nvPr/>
              </p:nvSpPr>
              <p:spPr>
                <a:xfrm>
                  <a:off x="11695049" y="3063525"/>
                  <a:ext cx="381000" cy="19050"/>
                </a:xfrm>
                <a:prstGeom prst="rect">
                  <a:avLst/>
                </a:prstGeom>
                <a:solidFill>
                  <a:srgbClr val="D2D2D2"/>
                </a:solidFill>
                <a:ln w="6350" cap="flat">
                  <a:noFill/>
                  <a:prstDash val="solid"/>
                  <a:miter/>
                </a:ln>
              </p:spPr>
              <p:txBody>
                <a:bodyPr/>
                <a:lstStyle/>
                <a:p>
                  <a:endParaRPr lang="zh-CN" altLang="en-US"/>
                </a:p>
              </p:txBody>
            </p:sp>
            <p:sp>
              <p:nvSpPr>
                <p:cNvPr id="162" name="矩形 161">
                  <a:extLst>
                    <a:ext uri="{FF2B5EF4-FFF2-40B4-BE49-F238E27FC236}">
                      <a16:creationId xmlns:a16="http://schemas.microsoft.com/office/drawing/2014/main" id="{C8E55139-8163-1CF6-9D3D-11501C23CB81}"/>
                    </a:ext>
                  </a:extLst>
                </p:cNvPr>
                <p:cNvSpPr/>
                <p:nvPr/>
              </p:nvSpPr>
              <p:spPr>
                <a:xfrm>
                  <a:off x="11695049" y="3139725"/>
                  <a:ext cx="381000" cy="19050"/>
                </a:xfrm>
                <a:prstGeom prst="rect">
                  <a:avLst/>
                </a:prstGeom>
                <a:solidFill>
                  <a:srgbClr val="D2D2D2"/>
                </a:solidFill>
                <a:ln w="6350" cap="flat">
                  <a:noFill/>
                  <a:prstDash val="solid"/>
                  <a:miter/>
                </a:ln>
              </p:spPr>
              <p:txBody>
                <a:bodyPr/>
                <a:lstStyle/>
                <a:p>
                  <a:endParaRPr lang="zh-CN" altLang="en-US"/>
                </a:p>
              </p:txBody>
            </p:sp>
          </p:grpSp>
        </p:grpSp>
        <p:grpSp>
          <p:nvGrpSpPr>
            <p:cNvPr id="163" name="图形 5" descr="一个城市街区">
              <a:extLst>
                <a:ext uri="{FF2B5EF4-FFF2-40B4-BE49-F238E27FC236}">
                  <a16:creationId xmlns:a16="http://schemas.microsoft.com/office/drawing/2014/main" id="{28CA0A98-5C36-6D6F-B71F-0AD8BFDA188B}"/>
                </a:ext>
              </a:extLst>
            </p:cNvPr>
            <p:cNvGrpSpPr/>
            <p:nvPr/>
          </p:nvGrpSpPr>
          <p:grpSpPr>
            <a:xfrm>
              <a:off x="9142349" y="2301519"/>
              <a:ext cx="1143000" cy="2286012"/>
              <a:chOff x="9142349" y="2301519"/>
              <a:chExt cx="1143000" cy="2286012"/>
            </a:xfrm>
          </p:grpSpPr>
          <p:sp>
            <p:nvSpPr>
              <p:cNvPr id="164" name="矩形 163">
                <a:extLst>
                  <a:ext uri="{FF2B5EF4-FFF2-40B4-BE49-F238E27FC236}">
                    <a16:creationId xmlns:a16="http://schemas.microsoft.com/office/drawing/2014/main" id="{960F9120-5F57-857B-71E0-F0B6B9907F24}"/>
                  </a:ext>
                </a:extLst>
              </p:cNvPr>
              <p:cNvSpPr/>
              <p:nvPr/>
            </p:nvSpPr>
            <p:spPr>
              <a:xfrm rot="-10800000">
                <a:off x="9142349" y="2301519"/>
                <a:ext cx="1143000" cy="2286000"/>
              </a:xfrm>
              <a:prstGeom prst="rect">
                <a:avLst/>
              </a:prstGeom>
              <a:solidFill>
                <a:srgbClr val="D8BEEC"/>
              </a:solidFill>
              <a:ln w="6350" cap="flat">
                <a:noFill/>
                <a:prstDash val="solid"/>
                <a:miter/>
              </a:ln>
            </p:spPr>
            <p:txBody>
              <a:bodyPr/>
              <a:lstStyle/>
              <a:p>
                <a:endParaRPr lang="zh-CN" altLang="en-US"/>
              </a:p>
            </p:txBody>
          </p:sp>
          <p:grpSp>
            <p:nvGrpSpPr>
              <p:cNvPr id="165" name="图形 5" descr="一个城市街区">
                <a:extLst>
                  <a:ext uri="{FF2B5EF4-FFF2-40B4-BE49-F238E27FC236}">
                    <a16:creationId xmlns:a16="http://schemas.microsoft.com/office/drawing/2014/main" id="{0F66CBCC-FB97-55D8-21CD-C2EE284C9E2D}"/>
                  </a:ext>
                </a:extLst>
              </p:cNvPr>
              <p:cNvGrpSpPr/>
              <p:nvPr/>
            </p:nvGrpSpPr>
            <p:grpSpPr>
              <a:xfrm>
                <a:off x="9307004" y="2492032"/>
                <a:ext cx="826071" cy="381000"/>
                <a:chOff x="9307004" y="2492032"/>
                <a:chExt cx="826071" cy="381000"/>
              </a:xfrm>
              <a:solidFill>
                <a:srgbClr val="E6E6E6"/>
              </a:solidFill>
            </p:grpSpPr>
            <p:sp>
              <p:nvSpPr>
                <p:cNvPr id="166" name="矩形 165">
                  <a:extLst>
                    <a:ext uri="{FF2B5EF4-FFF2-40B4-BE49-F238E27FC236}">
                      <a16:creationId xmlns:a16="http://schemas.microsoft.com/office/drawing/2014/main" id="{21CE9125-6F60-EBFD-EF98-1EFAA1B7A19F}"/>
                    </a:ext>
                  </a:extLst>
                </p:cNvPr>
                <p:cNvSpPr/>
                <p:nvPr/>
              </p:nvSpPr>
              <p:spPr>
                <a:xfrm>
                  <a:off x="9713976" y="2492032"/>
                  <a:ext cx="419100" cy="381000"/>
                </a:xfrm>
                <a:prstGeom prst="rect">
                  <a:avLst/>
                </a:prstGeom>
                <a:solidFill>
                  <a:srgbClr val="E6E6E6"/>
                </a:solidFill>
                <a:ln w="6350" cap="flat">
                  <a:noFill/>
                  <a:prstDash val="solid"/>
                  <a:miter/>
                </a:ln>
              </p:spPr>
              <p:txBody>
                <a:bodyPr/>
                <a:lstStyle/>
                <a:p>
                  <a:endParaRPr lang="zh-CN" altLang="en-US"/>
                </a:p>
              </p:txBody>
            </p:sp>
            <p:sp>
              <p:nvSpPr>
                <p:cNvPr id="167" name="矩形 166">
                  <a:extLst>
                    <a:ext uri="{FF2B5EF4-FFF2-40B4-BE49-F238E27FC236}">
                      <a16:creationId xmlns:a16="http://schemas.microsoft.com/office/drawing/2014/main" id="{621391C2-8C5B-2E6E-D42C-52ACED159A0F}"/>
                    </a:ext>
                  </a:extLst>
                </p:cNvPr>
                <p:cNvSpPr/>
                <p:nvPr/>
              </p:nvSpPr>
              <p:spPr>
                <a:xfrm>
                  <a:off x="9510776" y="2492032"/>
                  <a:ext cx="178409" cy="381000"/>
                </a:xfrm>
                <a:prstGeom prst="rect">
                  <a:avLst/>
                </a:prstGeom>
                <a:solidFill>
                  <a:srgbClr val="E6E6E6"/>
                </a:solidFill>
                <a:ln w="6350" cap="flat">
                  <a:noFill/>
                  <a:prstDash val="solid"/>
                  <a:miter/>
                </a:ln>
              </p:spPr>
              <p:txBody>
                <a:bodyPr/>
                <a:lstStyle/>
                <a:p>
                  <a:endParaRPr lang="zh-CN" altLang="en-US"/>
                </a:p>
              </p:txBody>
            </p:sp>
            <p:sp>
              <p:nvSpPr>
                <p:cNvPr id="168" name="矩形 167">
                  <a:extLst>
                    <a:ext uri="{FF2B5EF4-FFF2-40B4-BE49-F238E27FC236}">
                      <a16:creationId xmlns:a16="http://schemas.microsoft.com/office/drawing/2014/main" id="{6E6F735B-E467-AC9B-1B82-5265A61483E4}"/>
                    </a:ext>
                  </a:extLst>
                </p:cNvPr>
                <p:cNvSpPr/>
                <p:nvPr/>
              </p:nvSpPr>
              <p:spPr>
                <a:xfrm>
                  <a:off x="9307004" y="2492032"/>
                  <a:ext cx="178409" cy="381000"/>
                </a:xfrm>
                <a:prstGeom prst="rect">
                  <a:avLst/>
                </a:prstGeom>
                <a:solidFill>
                  <a:srgbClr val="E6E6E6"/>
                </a:solidFill>
                <a:ln w="6350" cap="flat">
                  <a:noFill/>
                  <a:prstDash val="solid"/>
                  <a:miter/>
                </a:ln>
              </p:spPr>
              <p:txBody>
                <a:bodyPr/>
                <a:lstStyle/>
                <a:p>
                  <a:endParaRPr lang="zh-CN" altLang="en-US"/>
                </a:p>
              </p:txBody>
            </p:sp>
          </p:grpSp>
          <p:grpSp>
            <p:nvGrpSpPr>
              <p:cNvPr id="169" name="图形 5" descr="一个城市街区">
                <a:extLst>
                  <a:ext uri="{FF2B5EF4-FFF2-40B4-BE49-F238E27FC236}">
                    <a16:creationId xmlns:a16="http://schemas.microsoft.com/office/drawing/2014/main" id="{C9E3CDDE-C8D7-3C18-A249-6FFFA6D59177}"/>
                  </a:ext>
                </a:extLst>
              </p:cNvPr>
              <p:cNvGrpSpPr/>
              <p:nvPr/>
            </p:nvGrpSpPr>
            <p:grpSpPr>
              <a:xfrm>
                <a:off x="9307004" y="2961932"/>
                <a:ext cx="826674" cy="101600"/>
                <a:chOff x="9307004" y="2961932"/>
                <a:chExt cx="826674" cy="101600"/>
              </a:xfrm>
              <a:solidFill>
                <a:srgbClr val="E6E6E6"/>
              </a:solidFill>
            </p:grpSpPr>
            <p:sp>
              <p:nvSpPr>
                <p:cNvPr id="170" name="矩形 169">
                  <a:extLst>
                    <a:ext uri="{FF2B5EF4-FFF2-40B4-BE49-F238E27FC236}">
                      <a16:creationId xmlns:a16="http://schemas.microsoft.com/office/drawing/2014/main" id="{9959E97A-EA28-C31F-374B-2E1CC9E0C826}"/>
                    </a:ext>
                  </a:extLst>
                </p:cNvPr>
                <p:cNvSpPr/>
                <p:nvPr/>
              </p:nvSpPr>
              <p:spPr>
                <a:xfrm>
                  <a:off x="9712388" y="2961932"/>
                  <a:ext cx="421290" cy="101600"/>
                </a:xfrm>
                <a:prstGeom prst="rect">
                  <a:avLst/>
                </a:prstGeom>
                <a:solidFill>
                  <a:srgbClr val="E6E6E6"/>
                </a:solidFill>
                <a:ln w="6350" cap="flat">
                  <a:noFill/>
                  <a:prstDash val="solid"/>
                  <a:miter/>
                </a:ln>
              </p:spPr>
              <p:txBody>
                <a:bodyPr/>
                <a:lstStyle/>
                <a:p>
                  <a:endParaRPr lang="zh-CN" altLang="en-US"/>
                </a:p>
              </p:txBody>
            </p:sp>
            <p:sp>
              <p:nvSpPr>
                <p:cNvPr id="171" name="矩形 170">
                  <a:extLst>
                    <a:ext uri="{FF2B5EF4-FFF2-40B4-BE49-F238E27FC236}">
                      <a16:creationId xmlns:a16="http://schemas.microsoft.com/office/drawing/2014/main" id="{522A129C-A8DB-1474-9BC3-77C3E77FE2A9}"/>
                    </a:ext>
                  </a:extLst>
                </p:cNvPr>
                <p:cNvSpPr/>
                <p:nvPr/>
              </p:nvSpPr>
              <p:spPr>
                <a:xfrm>
                  <a:off x="9510776" y="2961932"/>
                  <a:ext cx="178263" cy="101600"/>
                </a:xfrm>
                <a:prstGeom prst="rect">
                  <a:avLst/>
                </a:prstGeom>
                <a:solidFill>
                  <a:srgbClr val="E6E6E6"/>
                </a:solidFill>
                <a:ln w="6350" cap="flat">
                  <a:noFill/>
                  <a:prstDash val="solid"/>
                  <a:miter/>
                </a:ln>
              </p:spPr>
              <p:txBody>
                <a:bodyPr/>
                <a:lstStyle/>
                <a:p>
                  <a:endParaRPr lang="zh-CN" altLang="en-US"/>
                </a:p>
              </p:txBody>
            </p:sp>
            <p:sp>
              <p:nvSpPr>
                <p:cNvPr id="172" name="矩形 171">
                  <a:extLst>
                    <a:ext uri="{FF2B5EF4-FFF2-40B4-BE49-F238E27FC236}">
                      <a16:creationId xmlns:a16="http://schemas.microsoft.com/office/drawing/2014/main" id="{C2711FA7-0108-4CA2-ED09-C04799743388}"/>
                    </a:ext>
                  </a:extLst>
                </p:cNvPr>
                <p:cNvSpPr/>
                <p:nvPr/>
              </p:nvSpPr>
              <p:spPr>
                <a:xfrm>
                  <a:off x="9307004" y="29619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173" name="图形 5" descr="一个城市街区">
                <a:extLst>
                  <a:ext uri="{FF2B5EF4-FFF2-40B4-BE49-F238E27FC236}">
                    <a16:creationId xmlns:a16="http://schemas.microsoft.com/office/drawing/2014/main" id="{142CCFAC-E42F-7ED7-5B79-AA581C9E658F}"/>
                  </a:ext>
                </a:extLst>
              </p:cNvPr>
              <p:cNvGrpSpPr/>
              <p:nvPr/>
            </p:nvGrpSpPr>
            <p:grpSpPr>
              <a:xfrm>
                <a:off x="9307004" y="3152432"/>
                <a:ext cx="826084" cy="101600"/>
                <a:chOff x="9307004" y="3152432"/>
                <a:chExt cx="826084" cy="101600"/>
              </a:xfrm>
              <a:solidFill>
                <a:srgbClr val="FFFFFF"/>
              </a:solidFill>
            </p:grpSpPr>
            <p:sp>
              <p:nvSpPr>
                <p:cNvPr id="174" name="矩形 173">
                  <a:extLst>
                    <a:ext uri="{FF2B5EF4-FFF2-40B4-BE49-F238E27FC236}">
                      <a16:creationId xmlns:a16="http://schemas.microsoft.com/office/drawing/2014/main" id="{D1C1AC58-9039-987B-141C-196AD4C50218}"/>
                    </a:ext>
                  </a:extLst>
                </p:cNvPr>
                <p:cNvSpPr/>
                <p:nvPr/>
              </p:nvSpPr>
              <p:spPr>
                <a:xfrm>
                  <a:off x="9714611" y="3152432"/>
                  <a:ext cx="418477" cy="101600"/>
                </a:xfrm>
                <a:prstGeom prst="rect">
                  <a:avLst/>
                </a:prstGeom>
                <a:solidFill>
                  <a:srgbClr val="FFFFFF"/>
                </a:solidFill>
                <a:ln w="6350" cap="flat">
                  <a:noFill/>
                  <a:prstDash val="solid"/>
                  <a:miter/>
                </a:ln>
              </p:spPr>
              <p:txBody>
                <a:bodyPr/>
                <a:lstStyle/>
                <a:p>
                  <a:endParaRPr lang="zh-CN" altLang="en-US"/>
                </a:p>
              </p:txBody>
            </p:sp>
            <p:sp>
              <p:nvSpPr>
                <p:cNvPr id="175" name="矩形 174">
                  <a:extLst>
                    <a:ext uri="{FF2B5EF4-FFF2-40B4-BE49-F238E27FC236}">
                      <a16:creationId xmlns:a16="http://schemas.microsoft.com/office/drawing/2014/main" id="{C4441763-790F-3186-B82E-9E0CD2DED553}"/>
                    </a:ext>
                  </a:extLst>
                </p:cNvPr>
                <p:cNvSpPr/>
                <p:nvPr/>
              </p:nvSpPr>
              <p:spPr>
                <a:xfrm>
                  <a:off x="9512617" y="3152432"/>
                  <a:ext cx="176580" cy="101600"/>
                </a:xfrm>
                <a:prstGeom prst="rect">
                  <a:avLst/>
                </a:prstGeom>
                <a:solidFill>
                  <a:srgbClr val="FFFFFF"/>
                </a:solidFill>
                <a:ln w="6350" cap="flat">
                  <a:noFill/>
                  <a:prstDash val="solid"/>
                  <a:miter/>
                </a:ln>
              </p:spPr>
              <p:txBody>
                <a:bodyPr/>
                <a:lstStyle/>
                <a:p>
                  <a:endParaRPr lang="zh-CN" altLang="en-US"/>
                </a:p>
              </p:txBody>
            </p:sp>
            <p:sp>
              <p:nvSpPr>
                <p:cNvPr id="176" name="矩形 175">
                  <a:extLst>
                    <a:ext uri="{FF2B5EF4-FFF2-40B4-BE49-F238E27FC236}">
                      <a16:creationId xmlns:a16="http://schemas.microsoft.com/office/drawing/2014/main" id="{84F0978B-4B6C-BF16-0CB3-232ABA360BD7}"/>
                    </a:ext>
                  </a:extLst>
                </p:cNvPr>
                <p:cNvSpPr/>
                <p:nvPr/>
              </p:nvSpPr>
              <p:spPr>
                <a:xfrm>
                  <a:off x="9307004" y="3152432"/>
                  <a:ext cx="178263" cy="101600"/>
                </a:xfrm>
                <a:prstGeom prst="rect">
                  <a:avLst/>
                </a:prstGeom>
                <a:solidFill>
                  <a:srgbClr val="FFFFFF"/>
                </a:solidFill>
                <a:ln w="6350" cap="flat">
                  <a:noFill/>
                  <a:prstDash val="solid"/>
                  <a:miter/>
                </a:ln>
              </p:spPr>
              <p:txBody>
                <a:bodyPr/>
                <a:lstStyle/>
                <a:p>
                  <a:endParaRPr lang="zh-CN" altLang="en-US"/>
                </a:p>
              </p:txBody>
            </p:sp>
          </p:grpSp>
          <p:grpSp>
            <p:nvGrpSpPr>
              <p:cNvPr id="177" name="图形 5" descr="一个城市街区">
                <a:extLst>
                  <a:ext uri="{FF2B5EF4-FFF2-40B4-BE49-F238E27FC236}">
                    <a16:creationId xmlns:a16="http://schemas.microsoft.com/office/drawing/2014/main" id="{72668E44-2F33-EF75-D7C4-41B35D158455}"/>
                  </a:ext>
                </a:extLst>
              </p:cNvPr>
              <p:cNvGrpSpPr/>
              <p:nvPr/>
            </p:nvGrpSpPr>
            <p:grpSpPr>
              <a:xfrm>
                <a:off x="9510776" y="3342932"/>
                <a:ext cx="381958" cy="101600"/>
                <a:chOff x="9510776" y="3342932"/>
                <a:chExt cx="381958" cy="101600"/>
              </a:xfrm>
              <a:solidFill>
                <a:srgbClr val="E6E6E6"/>
              </a:solidFill>
            </p:grpSpPr>
            <p:sp>
              <p:nvSpPr>
                <p:cNvPr id="178" name="矩形 177">
                  <a:extLst>
                    <a:ext uri="{FF2B5EF4-FFF2-40B4-BE49-F238E27FC236}">
                      <a16:creationId xmlns:a16="http://schemas.microsoft.com/office/drawing/2014/main" id="{42054C96-5F5D-701B-6FF8-1E17B3F5F19D}"/>
                    </a:ext>
                  </a:extLst>
                </p:cNvPr>
                <p:cNvSpPr/>
                <p:nvPr/>
              </p:nvSpPr>
              <p:spPr>
                <a:xfrm>
                  <a:off x="9712388" y="3342932"/>
                  <a:ext cx="180346" cy="101600"/>
                </a:xfrm>
                <a:prstGeom prst="rect">
                  <a:avLst/>
                </a:prstGeom>
                <a:solidFill>
                  <a:srgbClr val="E6E6E6"/>
                </a:solidFill>
                <a:ln w="6350" cap="flat">
                  <a:noFill/>
                  <a:prstDash val="solid"/>
                  <a:miter/>
                </a:ln>
              </p:spPr>
              <p:txBody>
                <a:bodyPr/>
                <a:lstStyle/>
                <a:p>
                  <a:endParaRPr lang="zh-CN" altLang="en-US"/>
                </a:p>
              </p:txBody>
            </p:sp>
            <p:sp>
              <p:nvSpPr>
                <p:cNvPr id="179" name="矩形 178">
                  <a:extLst>
                    <a:ext uri="{FF2B5EF4-FFF2-40B4-BE49-F238E27FC236}">
                      <a16:creationId xmlns:a16="http://schemas.microsoft.com/office/drawing/2014/main" id="{52F0E1E1-1C4F-624F-D34A-21FDF9667CA6}"/>
                    </a:ext>
                  </a:extLst>
                </p:cNvPr>
                <p:cNvSpPr/>
                <p:nvPr/>
              </p:nvSpPr>
              <p:spPr>
                <a:xfrm>
                  <a:off x="9510776" y="3342932"/>
                  <a:ext cx="178263" cy="101600"/>
                </a:xfrm>
                <a:prstGeom prst="rect">
                  <a:avLst/>
                </a:prstGeom>
                <a:solidFill>
                  <a:srgbClr val="E6E6E6"/>
                </a:solidFill>
                <a:ln w="6350" cap="flat">
                  <a:noFill/>
                  <a:prstDash val="solid"/>
                  <a:miter/>
                </a:ln>
              </p:spPr>
              <p:txBody>
                <a:bodyPr/>
                <a:lstStyle/>
                <a:p>
                  <a:endParaRPr lang="zh-CN" altLang="en-US"/>
                </a:p>
              </p:txBody>
            </p:sp>
          </p:grpSp>
          <p:grpSp>
            <p:nvGrpSpPr>
              <p:cNvPr id="180" name="图形 5" descr="一个城市街区">
                <a:extLst>
                  <a:ext uri="{FF2B5EF4-FFF2-40B4-BE49-F238E27FC236}">
                    <a16:creationId xmlns:a16="http://schemas.microsoft.com/office/drawing/2014/main" id="{ADB42117-4209-A4A1-1F3D-7A2B1DF6608C}"/>
                  </a:ext>
                </a:extLst>
              </p:cNvPr>
              <p:cNvGrpSpPr/>
              <p:nvPr/>
            </p:nvGrpSpPr>
            <p:grpSpPr>
              <a:xfrm>
                <a:off x="9510776" y="3723932"/>
                <a:ext cx="621658" cy="101600"/>
                <a:chOff x="9510776" y="3723932"/>
                <a:chExt cx="621658" cy="101600"/>
              </a:xfrm>
              <a:solidFill>
                <a:srgbClr val="E6E6E6"/>
              </a:solidFill>
            </p:grpSpPr>
            <p:sp>
              <p:nvSpPr>
                <p:cNvPr id="181" name="矩形 180">
                  <a:extLst>
                    <a:ext uri="{FF2B5EF4-FFF2-40B4-BE49-F238E27FC236}">
                      <a16:creationId xmlns:a16="http://schemas.microsoft.com/office/drawing/2014/main" id="{B4CF8E2F-AD27-19B5-BBC3-C83D3497BE09}"/>
                    </a:ext>
                  </a:extLst>
                </p:cNvPr>
                <p:cNvSpPr/>
                <p:nvPr/>
              </p:nvSpPr>
              <p:spPr>
                <a:xfrm>
                  <a:off x="9714611" y="3723932"/>
                  <a:ext cx="417823" cy="101600"/>
                </a:xfrm>
                <a:prstGeom prst="rect">
                  <a:avLst/>
                </a:prstGeom>
                <a:solidFill>
                  <a:srgbClr val="E6E6E6"/>
                </a:solidFill>
                <a:ln w="6350" cap="flat">
                  <a:noFill/>
                  <a:prstDash val="solid"/>
                  <a:miter/>
                </a:ln>
              </p:spPr>
              <p:txBody>
                <a:bodyPr/>
                <a:lstStyle/>
                <a:p>
                  <a:endParaRPr lang="zh-CN" altLang="en-US"/>
                </a:p>
              </p:txBody>
            </p:sp>
            <p:sp>
              <p:nvSpPr>
                <p:cNvPr id="182" name="矩形 181">
                  <a:extLst>
                    <a:ext uri="{FF2B5EF4-FFF2-40B4-BE49-F238E27FC236}">
                      <a16:creationId xmlns:a16="http://schemas.microsoft.com/office/drawing/2014/main" id="{0B51C6D7-ED90-9B8A-DBE5-67771ED490F2}"/>
                    </a:ext>
                  </a:extLst>
                </p:cNvPr>
                <p:cNvSpPr/>
                <p:nvPr/>
              </p:nvSpPr>
              <p:spPr>
                <a:xfrm>
                  <a:off x="9510776" y="3723932"/>
                  <a:ext cx="178409" cy="101600"/>
                </a:xfrm>
                <a:prstGeom prst="rect">
                  <a:avLst/>
                </a:prstGeom>
                <a:solidFill>
                  <a:srgbClr val="E6E6E6"/>
                </a:solidFill>
                <a:ln w="6350" cap="flat">
                  <a:noFill/>
                  <a:prstDash val="solid"/>
                  <a:miter/>
                </a:ln>
              </p:spPr>
              <p:txBody>
                <a:bodyPr/>
                <a:lstStyle/>
                <a:p>
                  <a:endParaRPr lang="zh-CN" altLang="en-US"/>
                </a:p>
              </p:txBody>
            </p:sp>
          </p:grpSp>
          <p:grpSp>
            <p:nvGrpSpPr>
              <p:cNvPr id="183" name="图形 5" descr="一个城市街区">
                <a:extLst>
                  <a:ext uri="{FF2B5EF4-FFF2-40B4-BE49-F238E27FC236}">
                    <a16:creationId xmlns:a16="http://schemas.microsoft.com/office/drawing/2014/main" id="{D4E6E5B8-F19E-F7F5-3B3D-794D4A0F83B7}"/>
                  </a:ext>
                </a:extLst>
              </p:cNvPr>
              <p:cNvGrpSpPr/>
              <p:nvPr/>
            </p:nvGrpSpPr>
            <p:grpSpPr>
              <a:xfrm>
                <a:off x="9307068" y="3533432"/>
                <a:ext cx="585209" cy="101600"/>
                <a:chOff x="9307068" y="3533432"/>
                <a:chExt cx="585209" cy="101600"/>
              </a:xfrm>
              <a:solidFill>
                <a:srgbClr val="E6E6E6"/>
              </a:solidFill>
            </p:grpSpPr>
            <p:sp>
              <p:nvSpPr>
                <p:cNvPr id="184" name="矩形 183">
                  <a:extLst>
                    <a:ext uri="{FF2B5EF4-FFF2-40B4-BE49-F238E27FC236}">
                      <a16:creationId xmlns:a16="http://schemas.microsoft.com/office/drawing/2014/main" id="{F4035DD1-7909-85C2-C851-9C8ECC50F136}"/>
                    </a:ext>
                  </a:extLst>
                </p:cNvPr>
                <p:cNvSpPr/>
                <p:nvPr/>
              </p:nvSpPr>
              <p:spPr>
                <a:xfrm>
                  <a:off x="9712388" y="3533432"/>
                  <a:ext cx="179889" cy="101600"/>
                </a:xfrm>
                <a:prstGeom prst="rect">
                  <a:avLst/>
                </a:prstGeom>
                <a:solidFill>
                  <a:srgbClr val="E6E6E6"/>
                </a:solidFill>
                <a:ln w="6350" cap="flat">
                  <a:noFill/>
                  <a:prstDash val="solid"/>
                  <a:miter/>
                </a:ln>
              </p:spPr>
              <p:txBody>
                <a:bodyPr/>
                <a:lstStyle/>
                <a:p>
                  <a:endParaRPr lang="zh-CN" altLang="en-US"/>
                </a:p>
              </p:txBody>
            </p:sp>
            <p:sp>
              <p:nvSpPr>
                <p:cNvPr id="185" name="矩形 184">
                  <a:extLst>
                    <a:ext uri="{FF2B5EF4-FFF2-40B4-BE49-F238E27FC236}">
                      <a16:creationId xmlns:a16="http://schemas.microsoft.com/office/drawing/2014/main" id="{E13DE822-B9C7-3F2F-42A4-B2137E28EA1E}"/>
                    </a:ext>
                  </a:extLst>
                </p:cNvPr>
                <p:cNvSpPr/>
                <p:nvPr/>
              </p:nvSpPr>
              <p:spPr>
                <a:xfrm>
                  <a:off x="9510712" y="3533432"/>
                  <a:ext cx="178320" cy="101600"/>
                </a:xfrm>
                <a:prstGeom prst="rect">
                  <a:avLst/>
                </a:prstGeom>
                <a:solidFill>
                  <a:srgbClr val="E6E6E6"/>
                </a:solidFill>
                <a:ln w="6350" cap="flat">
                  <a:noFill/>
                  <a:prstDash val="solid"/>
                  <a:miter/>
                </a:ln>
              </p:spPr>
              <p:txBody>
                <a:bodyPr/>
                <a:lstStyle/>
                <a:p>
                  <a:endParaRPr lang="zh-CN" altLang="en-US"/>
                </a:p>
              </p:txBody>
            </p:sp>
            <p:sp>
              <p:nvSpPr>
                <p:cNvPr id="186" name="矩形 185">
                  <a:extLst>
                    <a:ext uri="{FF2B5EF4-FFF2-40B4-BE49-F238E27FC236}">
                      <a16:creationId xmlns:a16="http://schemas.microsoft.com/office/drawing/2014/main" id="{72C6F139-1D42-3B10-E79F-DE4DD649A9AB}"/>
                    </a:ext>
                  </a:extLst>
                </p:cNvPr>
                <p:cNvSpPr/>
                <p:nvPr/>
              </p:nvSpPr>
              <p:spPr>
                <a:xfrm>
                  <a:off x="9307068" y="3533432"/>
                  <a:ext cx="178320" cy="101600"/>
                </a:xfrm>
                <a:prstGeom prst="rect">
                  <a:avLst/>
                </a:prstGeom>
                <a:solidFill>
                  <a:srgbClr val="E6E6E6"/>
                </a:solidFill>
                <a:ln w="6350" cap="flat">
                  <a:noFill/>
                  <a:prstDash val="solid"/>
                  <a:miter/>
                </a:ln>
              </p:spPr>
              <p:txBody>
                <a:bodyPr/>
                <a:lstStyle/>
                <a:p>
                  <a:endParaRPr lang="zh-CN" altLang="en-US"/>
                </a:p>
              </p:txBody>
            </p:sp>
          </p:grpSp>
          <p:sp>
            <p:nvSpPr>
              <p:cNvPr id="187" name="矩形 186">
                <a:extLst>
                  <a:ext uri="{FF2B5EF4-FFF2-40B4-BE49-F238E27FC236}">
                    <a16:creationId xmlns:a16="http://schemas.microsoft.com/office/drawing/2014/main" id="{6EE502B4-E47C-B039-B340-41EA7976BEEB}"/>
                  </a:ext>
                </a:extLst>
              </p:cNvPr>
              <p:cNvSpPr/>
              <p:nvPr/>
            </p:nvSpPr>
            <p:spPr>
              <a:xfrm>
                <a:off x="9513062" y="3914432"/>
                <a:ext cx="176002" cy="101600"/>
              </a:xfrm>
              <a:prstGeom prst="rect">
                <a:avLst/>
              </a:prstGeom>
              <a:solidFill>
                <a:srgbClr val="E6E6E6"/>
              </a:solidFill>
              <a:ln w="6350" cap="flat">
                <a:noFill/>
                <a:prstDash val="solid"/>
                <a:miter/>
              </a:ln>
            </p:spPr>
            <p:txBody>
              <a:bodyPr/>
              <a:lstStyle/>
              <a:p>
                <a:endParaRPr lang="zh-CN" altLang="en-US"/>
              </a:p>
            </p:txBody>
          </p:sp>
          <p:sp>
            <p:nvSpPr>
              <p:cNvPr id="188" name="矩形 187">
                <a:extLst>
                  <a:ext uri="{FF2B5EF4-FFF2-40B4-BE49-F238E27FC236}">
                    <a16:creationId xmlns:a16="http://schemas.microsoft.com/office/drawing/2014/main" id="{6986AAE7-4AD0-2E78-BDEE-8BC9AF2E583F}"/>
                  </a:ext>
                </a:extLst>
              </p:cNvPr>
              <p:cNvSpPr/>
              <p:nvPr/>
            </p:nvSpPr>
            <p:spPr>
              <a:xfrm>
                <a:off x="9714611" y="4295432"/>
                <a:ext cx="178301" cy="101600"/>
              </a:xfrm>
              <a:prstGeom prst="rect">
                <a:avLst/>
              </a:prstGeom>
              <a:solidFill>
                <a:srgbClr val="E6E6E6"/>
              </a:solidFill>
              <a:ln w="6350" cap="flat">
                <a:noFill/>
                <a:prstDash val="solid"/>
                <a:miter/>
              </a:ln>
            </p:spPr>
            <p:txBody>
              <a:bodyPr/>
              <a:lstStyle/>
              <a:p>
                <a:endParaRPr lang="zh-CN" altLang="en-US"/>
              </a:p>
            </p:txBody>
          </p:sp>
          <p:grpSp>
            <p:nvGrpSpPr>
              <p:cNvPr id="189" name="图形 5" descr="一个城市街区">
                <a:extLst>
                  <a:ext uri="{FF2B5EF4-FFF2-40B4-BE49-F238E27FC236}">
                    <a16:creationId xmlns:a16="http://schemas.microsoft.com/office/drawing/2014/main" id="{C07FACAF-8021-40BF-BFCD-05ADD0FC890E}"/>
                  </a:ext>
                </a:extLst>
              </p:cNvPr>
              <p:cNvGrpSpPr/>
              <p:nvPr/>
            </p:nvGrpSpPr>
            <p:grpSpPr>
              <a:xfrm>
                <a:off x="9307576" y="4104932"/>
                <a:ext cx="826103" cy="101600"/>
                <a:chOff x="9307576" y="4104932"/>
                <a:chExt cx="826103" cy="101600"/>
              </a:xfrm>
              <a:solidFill>
                <a:srgbClr val="E6E6E6"/>
              </a:solidFill>
            </p:grpSpPr>
            <p:sp>
              <p:nvSpPr>
                <p:cNvPr id="190" name="矩形 189">
                  <a:extLst>
                    <a:ext uri="{FF2B5EF4-FFF2-40B4-BE49-F238E27FC236}">
                      <a16:creationId xmlns:a16="http://schemas.microsoft.com/office/drawing/2014/main" id="{942115FD-2EB8-179D-4957-AA2A4E1FBD85}"/>
                    </a:ext>
                  </a:extLst>
                </p:cNvPr>
                <p:cNvSpPr/>
                <p:nvPr/>
              </p:nvSpPr>
              <p:spPr>
                <a:xfrm>
                  <a:off x="9712388" y="4104932"/>
                  <a:ext cx="421290" cy="101600"/>
                </a:xfrm>
                <a:prstGeom prst="rect">
                  <a:avLst/>
                </a:prstGeom>
                <a:solidFill>
                  <a:srgbClr val="E6E6E6"/>
                </a:solidFill>
                <a:ln w="6350" cap="flat">
                  <a:noFill/>
                  <a:prstDash val="solid"/>
                  <a:miter/>
                </a:ln>
              </p:spPr>
              <p:txBody>
                <a:bodyPr/>
                <a:lstStyle/>
                <a:p>
                  <a:endParaRPr lang="zh-CN" altLang="en-US"/>
                </a:p>
              </p:txBody>
            </p:sp>
            <p:sp>
              <p:nvSpPr>
                <p:cNvPr id="191" name="矩形 190">
                  <a:extLst>
                    <a:ext uri="{FF2B5EF4-FFF2-40B4-BE49-F238E27FC236}">
                      <a16:creationId xmlns:a16="http://schemas.microsoft.com/office/drawing/2014/main" id="{1639350A-307E-51F6-216F-EC7504EC43F9}"/>
                    </a:ext>
                  </a:extLst>
                </p:cNvPr>
                <p:cNvSpPr/>
                <p:nvPr/>
              </p:nvSpPr>
              <p:spPr>
                <a:xfrm>
                  <a:off x="9513062" y="4104932"/>
                  <a:ext cx="176002" cy="101600"/>
                </a:xfrm>
                <a:prstGeom prst="rect">
                  <a:avLst/>
                </a:prstGeom>
                <a:solidFill>
                  <a:srgbClr val="E6E6E6"/>
                </a:solidFill>
                <a:ln w="6350" cap="flat">
                  <a:noFill/>
                  <a:prstDash val="solid"/>
                  <a:miter/>
                </a:ln>
              </p:spPr>
              <p:txBody>
                <a:bodyPr/>
                <a:lstStyle/>
                <a:p>
                  <a:endParaRPr lang="zh-CN" altLang="en-US"/>
                </a:p>
              </p:txBody>
            </p:sp>
            <p:sp>
              <p:nvSpPr>
                <p:cNvPr id="192" name="矩形 191">
                  <a:extLst>
                    <a:ext uri="{FF2B5EF4-FFF2-40B4-BE49-F238E27FC236}">
                      <a16:creationId xmlns:a16="http://schemas.microsoft.com/office/drawing/2014/main" id="{09B9FB99-B338-6C65-E860-85A546BB91F3}"/>
                    </a:ext>
                  </a:extLst>
                </p:cNvPr>
                <p:cNvSpPr/>
                <p:nvPr/>
              </p:nvSpPr>
              <p:spPr>
                <a:xfrm>
                  <a:off x="9307576" y="4104932"/>
                  <a:ext cx="176002" cy="101600"/>
                </a:xfrm>
                <a:prstGeom prst="rect">
                  <a:avLst/>
                </a:prstGeom>
                <a:solidFill>
                  <a:srgbClr val="E6E6E6"/>
                </a:solidFill>
                <a:ln w="6350" cap="flat">
                  <a:noFill/>
                  <a:prstDash val="solid"/>
                  <a:miter/>
                </a:ln>
              </p:spPr>
              <p:txBody>
                <a:bodyPr/>
                <a:lstStyle/>
                <a:p>
                  <a:endParaRPr lang="zh-CN" altLang="en-US"/>
                </a:p>
              </p:txBody>
            </p:sp>
          </p:grpSp>
          <p:sp>
            <p:nvSpPr>
              <p:cNvPr id="193" name="矩形 192">
                <a:extLst>
                  <a:ext uri="{FF2B5EF4-FFF2-40B4-BE49-F238E27FC236}">
                    <a16:creationId xmlns:a16="http://schemas.microsoft.com/office/drawing/2014/main" id="{6A254537-42D5-7DFA-C657-E59BD994C81F}"/>
                  </a:ext>
                </a:extLst>
              </p:cNvPr>
              <p:cNvSpPr/>
              <p:nvPr/>
            </p:nvSpPr>
            <p:spPr>
              <a:xfrm>
                <a:off x="9510712" y="4294733"/>
                <a:ext cx="178320" cy="292798"/>
              </a:xfrm>
              <a:prstGeom prst="rect">
                <a:avLst/>
              </a:prstGeom>
              <a:solidFill>
                <a:srgbClr val="E6E6E6"/>
              </a:solidFill>
              <a:ln w="6350" cap="flat">
                <a:noFill/>
                <a:prstDash val="solid"/>
                <a:miter/>
              </a:ln>
            </p:spPr>
            <p:txBody>
              <a:bodyPr/>
              <a:lstStyle/>
              <a:p>
                <a:endParaRPr lang="zh-CN" altLang="en-US"/>
              </a:p>
            </p:txBody>
          </p:sp>
        </p:grpSp>
        <p:grpSp>
          <p:nvGrpSpPr>
            <p:cNvPr id="194" name="图形 5" descr="一个城市街区">
              <a:extLst>
                <a:ext uri="{FF2B5EF4-FFF2-40B4-BE49-F238E27FC236}">
                  <a16:creationId xmlns:a16="http://schemas.microsoft.com/office/drawing/2014/main" id="{4F07E67F-3CE9-2299-88ED-A41778E4C7F8}"/>
                </a:ext>
              </a:extLst>
            </p:cNvPr>
            <p:cNvGrpSpPr/>
            <p:nvPr/>
          </p:nvGrpSpPr>
          <p:grpSpPr>
            <a:xfrm>
              <a:off x="10284904" y="2495442"/>
              <a:ext cx="1905000" cy="2092090"/>
              <a:chOff x="10284904" y="2495442"/>
              <a:chExt cx="1905000" cy="2092090"/>
            </a:xfrm>
          </p:grpSpPr>
          <p:sp>
            <p:nvSpPr>
              <p:cNvPr id="195" name="任意多边形: 形状 194">
                <a:extLst>
                  <a:ext uri="{FF2B5EF4-FFF2-40B4-BE49-F238E27FC236}">
                    <a16:creationId xmlns:a16="http://schemas.microsoft.com/office/drawing/2014/main" id="{A2CA12FC-5118-00E2-B7CD-5E744159E712}"/>
                  </a:ext>
                </a:extLst>
              </p:cNvPr>
              <p:cNvSpPr/>
              <p:nvPr/>
            </p:nvSpPr>
            <p:spPr>
              <a:xfrm>
                <a:off x="10284904" y="2495442"/>
                <a:ext cx="1905000" cy="2092089"/>
              </a:xfrm>
              <a:custGeom>
                <a:avLst/>
                <a:gdLst>
                  <a:gd name="csX0" fmla="*/ 1145603 w 1905000"/>
                  <a:gd name="csY0" fmla="*/ 0 h 2092089"/>
                  <a:gd name="csX1" fmla="*/ 1145603 w 1905000"/>
                  <a:gd name="csY1" fmla="*/ 949090 h 2092089"/>
                  <a:gd name="csX2" fmla="*/ 1905000 w 1905000"/>
                  <a:gd name="csY2" fmla="*/ 949090 h 2092089"/>
                  <a:gd name="csX3" fmla="*/ 1905000 w 1905000"/>
                  <a:gd name="csY3" fmla="*/ 2092090 h 2092089"/>
                  <a:gd name="csX4" fmla="*/ 0 w 1905000"/>
                  <a:gd name="csY4" fmla="*/ 2092090 h 2092089"/>
                  <a:gd name="csX5" fmla="*/ 0 w 1905000"/>
                  <a:gd name="csY5" fmla="*/ 0 h 2092089"/>
                </a:gdLst>
                <a:ahLst/>
                <a:cxnLst>
                  <a:cxn ang="0">
                    <a:pos x="csX0" y="csY0"/>
                  </a:cxn>
                  <a:cxn ang="0">
                    <a:pos x="csX1" y="csY1"/>
                  </a:cxn>
                  <a:cxn ang="0">
                    <a:pos x="csX2" y="csY2"/>
                  </a:cxn>
                  <a:cxn ang="0">
                    <a:pos x="csX3" y="csY3"/>
                  </a:cxn>
                  <a:cxn ang="0">
                    <a:pos x="csX4" y="csY4"/>
                  </a:cxn>
                  <a:cxn ang="0">
                    <a:pos x="csX5" y="csY5"/>
                  </a:cxn>
                </a:cxnLst>
                <a:rect l="l" t="t" r="r" b="b"/>
                <a:pathLst>
                  <a:path w="1905000" h="2092089">
                    <a:moveTo>
                      <a:pt x="1145603" y="0"/>
                    </a:moveTo>
                    <a:lnTo>
                      <a:pt x="1145603" y="949090"/>
                    </a:lnTo>
                    <a:lnTo>
                      <a:pt x="1905000" y="949090"/>
                    </a:lnTo>
                    <a:lnTo>
                      <a:pt x="1905000" y="2092090"/>
                    </a:lnTo>
                    <a:lnTo>
                      <a:pt x="0" y="2092090"/>
                    </a:lnTo>
                    <a:lnTo>
                      <a:pt x="0" y="0"/>
                    </a:lnTo>
                    <a:close/>
                  </a:path>
                </a:pathLst>
              </a:custGeom>
              <a:solidFill>
                <a:srgbClr val="E6E6E6"/>
              </a:solidFill>
              <a:ln w="6350" cap="flat">
                <a:noFill/>
                <a:prstDash val="solid"/>
                <a:miter/>
              </a:ln>
            </p:spPr>
            <p:txBody>
              <a:bodyPr/>
              <a:lstStyle/>
              <a:p>
                <a:endParaRPr lang="zh-CN" altLang="en-US"/>
              </a:p>
            </p:txBody>
          </p:sp>
          <p:grpSp>
            <p:nvGrpSpPr>
              <p:cNvPr id="196" name="图形 5" descr="一个城市街区">
                <a:extLst>
                  <a:ext uri="{FF2B5EF4-FFF2-40B4-BE49-F238E27FC236}">
                    <a16:creationId xmlns:a16="http://schemas.microsoft.com/office/drawing/2014/main" id="{F5DE1411-D802-8518-A529-AD2BF7565B47}"/>
                  </a:ext>
                </a:extLst>
              </p:cNvPr>
              <p:cNvGrpSpPr/>
              <p:nvPr/>
            </p:nvGrpSpPr>
            <p:grpSpPr>
              <a:xfrm>
                <a:off x="10538841" y="2961932"/>
                <a:ext cx="889012" cy="188321"/>
                <a:chOff x="10538841" y="2961932"/>
                <a:chExt cx="889012" cy="188321"/>
              </a:xfrm>
              <a:solidFill>
                <a:srgbClr val="D2D2D2"/>
              </a:solidFill>
            </p:grpSpPr>
            <p:sp>
              <p:nvSpPr>
                <p:cNvPr id="197" name="矩形 196">
                  <a:extLst>
                    <a:ext uri="{FF2B5EF4-FFF2-40B4-BE49-F238E27FC236}">
                      <a16:creationId xmlns:a16="http://schemas.microsoft.com/office/drawing/2014/main" id="{9F6FF673-8EB8-06B6-8FE7-66A9C31C2CC2}"/>
                    </a:ext>
                  </a:extLst>
                </p:cNvPr>
                <p:cNvSpPr/>
                <p:nvPr/>
              </p:nvSpPr>
              <p:spPr>
                <a:xfrm>
                  <a:off x="10538841" y="2961932"/>
                  <a:ext cx="178320" cy="188321"/>
                </a:xfrm>
                <a:prstGeom prst="rect">
                  <a:avLst/>
                </a:prstGeom>
                <a:solidFill>
                  <a:srgbClr val="D8BEEC"/>
                </a:solidFill>
                <a:ln w="6350" cap="flat">
                  <a:noFill/>
                  <a:prstDash val="solid"/>
                  <a:miter/>
                </a:ln>
              </p:spPr>
              <p:txBody>
                <a:bodyPr/>
                <a:lstStyle/>
                <a:p>
                  <a:endParaRPr lang="zh-CN" altLang="en-US"/>
                </a:p>
              </p:txBody>
            </p:sp>
            <p:sp>
              <p:nvSpPr>
                <p:cNvPr id="198" name="矩形 197">
                  <a:extLst>
                    <a:ext uri="{FF2B5EF4-FFF2-40B4-BE49-F238E27FC236}">
                      <a16:creationId xmlns:a16="http://schemas.microsoft.com/office/drawing/2014/main" id="{754BDB01-7158-BB92-84B1-3AA337DC7371}"/>
                    </a:ext>
                  </a:extLst>
                </p:cNvPr>
                <p:cNvSpPr/>
                <p:nvPr/>
              </p:nvSpPr>
              <p:spPr>
                <a:xfrm>
                  <a:off x="10792841" y="2961932"/>
                  <a:ext cx="178320" cy="188321"/>
                </a:xfrm>
                <a:prstGeom prst="rect">
                  <a:avLst/>
                </a:prstGeom>
                <a:solidFill>
                  <a:srgbClr val="D8BEEC"/>
                </a:solidFill>
                <a:ln w="6350" cap="flat">
                  <a:noFill/>
                  <a:prstDash val="solid"/>
                  <a:miter/>
                </a:ln>
              </p:spPr>
              <p:txBody>
                <a:bodyPr/>
                <a:lstStyle/>
                <a:p>
                  <a:endParaRPr lang="zh-CN" altLang="en-US"/>
                </a:p>
              </p:txBody>
            </p:sp>
            <p:sp>
              <p:nvSpPr>
                <p:cNvPr id="199" name="矩形 198">
                  <a:extLst>
                    <a:ext uri="{FF2B5EF4-FFF2-40B4-BE49-F238E27FC236}">
                      <a16:creationId xmlns:a16="http://schemas.microsoft.com/office/drawing/2014/main" id="{5FD2AC28-6E65-9392-EA06-275B4E4F01A1}"/>
                    </a:ext>
                  </a:extLst>
                </p:cNvPr>
                <p:cNvSpPr/>
                <p:nvPr/>
              </p:nvSpPr>
              <p:spPr>
                <a:xfrm>
                  <a:off x="11048746" y="2961932"/>
                  <a:ext cx="379107" cy="188321"/>
                </a:xfrm>
                <a:prstGeom prst="rect">
                  <a:avLst/>
                </a:prstGeom>
                <a:solidFill>
                  <a:srgbClr val="D8BEEC"/>
                </a:solidFill>
                <a:ln w="6350" cap="flat">
                  <a:noFill/>
                  <a:prstDash val="solid"/>
                  <a:miter/>
                </a:ln>
              </p:spPr>
              <p:txBody>
                <a:bodyPr/>
                <a:lstStyle/>
                <a:p>
                  <a:endParaRPr lang="zh-CN" altLang="en-US"/>
                </a:p>
              </p:txBody>
            </p:sp>
          </p:grpSp>
          <p:grpSp>
            <p:nvGrpSpPr>
              <p:cNvPr id="200" name="图形 5" descr="一个城市街区">
                <a:extLst>
                  <a:ext uri="{FF2B5EF4-FFF2-40B4-BE49-F238E27FC236}">
                    <a16:creationId xmlns:a16="http://schemas.microsoft.com/office/drawing/2014/main" id="{964C5B49-2AEA-2495-B803-7A3B1BBEBB9F}"/>
                  </a:ext>
                </a:extLst>
              </p:cNvPr>
              <p:cNvGrpSpPr/>
              <p:nvPr/>
            </p:nvGrpSpPr>
            <p:grpSpPr>
              <a:xfrm>
                <a:off x="11631549" y="4018210"/>
                <a:ext cx="178320" cy="376643"/>
                <a:chOff x="11631549" y="4018210"/>
                <a:chExt cx="178320" cy="376643"/>
              </a:xfrm>
            </p:grpSpPr>
            <p:sp>
              <p:nvSpPr>
                <p:cNvPr id="201" name="矩形 200">
                  <a:extLst>
                    <a:ext uri="{FF2B5EF4-FFF2-40B4-BE49-F238E27FC236}">
                      <a16:creationId xmlns:a16="http://schemas.microsoft.com/office/drawing/2014/main" id="{FE351284-A2F5-0855-4395-7011C51E37A1}"/>
                    </a:ext>
                  </a:extLst>
                </p:cNvPr>
                <p:cNvSpPr/>
                <p:nvPr/>
              </p:nvSpPr>
              <p:spPr>
                <a:xfrm>
                  <a:off x="11631549" y="4018210"/>
                  <a:ext cx="178320" cy="188321"/>
                </a:xfrm>
                <a:prstGeom prst="rect">
                  <a:avLst/>
                </a:prstGeom>
                <a:solidFill>
                  <a:srgbClr val="737373"/>
                </a:solidFill>
                <a:ln w="6350" cap="flat">
                  <a:noFill/>
                  <a:prstDash val="solid"/>
                  <a:miter/>
                </a:ln>
              </p:spPr>
              <p:txBody>
                <a:bodyPr/>
                <a:lstStyle/>
                <a:p>
                  <a:endParaRPr lang="zh-CN" altLang="en-US"/>
                </a:p>
              </p:txBody>
            </p:sp>
            <p:sp>
              <p:nvSpPr>
                <p:cNvPr id="202" name="矩形 201">
                  <a:extLst>
                    <a:ext uri="{FF2B5EF4-FFF2-40B4-BE49-F238E27FC236}">
                      <a16:creationId xmlns:a16="http://schemas.microsoft.com/office/drawing/2014/main" id="{4572F973-BC8E-8C3C-FEBA-397498DFBD74}"/>
                    </a:ext>
                  </a:extLst>
                </p:cNvPr>
                <p:cNvSpPr/>
                <p:nvPr/>
              </p:nvSpPr>
              <p:spPr>
                <a:xfrm>
                  <a:off x="11631549" y="4206532"/>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203" name="图形 5" descr="一个城市街区">
                <a:extLst>
                  <a:ext uri="{FF2B5EF4-FFF2-40B4-BE49-F238E27FC236}">
                    <a16:creationId xmlns:a16="http://schemas.microsoft.com/office/drawing/2014/main" id="{343CE48C-793D-F9FA-21A2-25F24736C192}"/>
                  </a:ext>
                </a:extLst>
              </p:cNvPr>
              <p:cNvGrpSpPr/>
              <p:nvPr/>
            </p:nvGrpSpPr>
            <p:grpSpPr>
              <a:xfrm>
                <a:off x="11887454" y="4018210"/>
                <a:ext cx="188607" cy="376643"/>
                <a:chOff x="11887454" y="4018210"/>
                <a:chExt cx="188607" cy="376643"/>
              </a:xfrm>
            </p:grpSpPr>
            <p:sp>
              <p:nvSpPr>
                <p:cNvPr id="204" name="矩形 203">
                  <a:extLst>
                    <a:ext uri="{FF2B5EF4-FFF2-40B4-BE49-F238E27FC236}">
                      <a16:creationId xmlns:a16="http://schemas.microsoft.com/office/drawing/2014/main" id="{F0E43BF4-A604-1BF7-714E-BA9C23D0DB3B}"/>
                    </a:ext>
                  </a:extLst>
                </p:cNvPr>
                <p:cNvSpPr/>
                <p:nvPr/>
              </p:nvSpPr>
              <p:spPr>
                <a:xfrm>
                  <a:off x="11887454" y="4018210"/>
                  <a:ext cx="188607" cy="188321"/>
                </a:xfrm>
                <a:prstGeom prst="rect">
                  <a:avLst/>
                </a:prstGeom>
                <a:solidFill>
                  <a:srgbClr val="737373"/>
                </a:solidFill>
                <a:ln w="6350" cap="flat">
                  <a:noFill/>
                  <a:prstDash val="solid"/>
                  <a:miter/>
                </a:ln>
              </p:spPr>
              <p:txBody>
                <a:bodyPr/>
                <a:lstStyle/>
                <a:p>
                  <a:endParaRPr lang="zh-CN" altLang="en-US"/>
                </a:p>
              </p:txBody>
            </p:sp>
            <p:sp>
              <p:nvSpPr>
                <p:cNvPr id="205" name="矩形 204">
                  <a:extLst>
                    <a:ext uri="{FF2B5EF4-FFF2-40B4-BE49-F238E27FC236}">
                      <a16:creationId xmlns:a16="http://schemas.microsoft.com/office/drawing/2014/main" id="{C0830A5D-5401-D67C-F7D3-4B575708FCD7}"/>
                    </a:ext>
                  </a:extLst>
                </p:cNvPr>
                <p:cNvSpPr/>
                <p:nvPr/>
              </p:nvSpPr>
              <p:spPr>
                <a:xfrm>
                  <a:off x="11887454" y="4206532"/>
                  <a:ext cx="188607" cy="188321"/>
                </a:xfrm>
                <a:prstGeom prst="rect">
                  <a:avLst/>
                </a:prstGeom>
                <a:solidFill>
                  <a:srgbClr val="D8BEEC"/>
                </a:solidFill>
                <a:ln w="6350" cap="flat">
                  <a:noFill/>
                  <a:prstDash val="solid"/>
                  <a:miter/>
                </a:ln>
              </p:spPr>
              <p:txBody>
                <a:bodyPr/>
                <a:lstStyle/>
                <a:p>
                  <a:endParaRPr lang="zh-CN" altLang="en-US"/>
                </a:p>
              </p:txBody>
            </p:sp>
          </p:grpSp>
          <p:grpSp>
            <p:nvGrpSpPr>
              <p:cNvPr id="206" name="图形 5" descr="一个城市街区">
                <a:extLst>
                  <a:ext uri="{FF2B5EF4-FFF2-40B4-BE49-F238E27FC236}">
                    <a16:creationId xmlns:a16="http://schemas.microsoft.com/office/drawing/2014/main" id="{80DF6184-D8F8-D812-6DE1-FFD0D2C80A93}"/>
                  </a:ext>
                </a:extLst>
              </p:cNvPr>
              <p:cNvGrpSpPr/>
              <p:nvPr/>
            </p:nvGrpSpPr>
            <p:grpSpPr>
              <a:xfrm>
                <a:off x="10538841" y="4210888"/>
                <a:ext cx="178320" cy="376643"/>
                <a:chOff x="10538841" y="4210888"/>
                <a:chExt cx="178320" cy="376643"/>
              </a:xfrm>
            </p:grpSpPr>
            <p:sp>
              <p:nvSpPr>
                <p:cNvPr id="207" name="矩形 206">
                  <a:extLst>
                    <a:ext uri="{FF2B5EF4-FFF2-40B4-BE49-F238E27FC236}">
                      <a16:creationId xmlns:a16="http://schemas.microsoft.com/office/drawing/2014/main" id="{7429E526-25B3-D931-1597-62CFB45AF07D}"/>
                    </a:ext>
                  </a:extLst>
                </p:cNvPr>
                <p:cNvSpPr/>
                <p:nvPr/>
              </p:nvSpPr>
              <p:spPr>
                <a:xfrm>
                  <a:off x="10538841" y="4210888"/>
                  <a:ext cx="178320" cy="188321"/>
                </a:xfrm>
                <a:prstGeom prst="rect">
                  <a:avLst/>
                </a:prstGeom>
                <a:solidFill>
                  <a:srgbClr val="737373"/>
                </a:solidFill>
                <a:ln w="6350" cap="flat">
                  <a:noFill/>
                  <a:prstDash val="solid"/>
                  <a:miter/>
                </a:ln>
              </p:spPr>
              <p:txBody>
                <a:bodyPr/>
                <a:lstStyle/>
                <a:p>
                  <a:endParaRPr lang="zh-CN" altLang="en-US"/>
                </a:p>
              </p:txBody>
            </p:sp>
            <p:sp>
              <p:nvSpPr>
                <p:cNvPr id="208" name="矩形 207">
                  <a:extLst>
                    <a:ext uri="{FF2B5EF4-FFF2-40B4-BE49-F238E27FC236}">
                      <a16:creationId xmlns:a16="http://schemas.microsoft.com/office/drawing/2014/main" id="{1F163EEB-F9B5-BC15-EFF0-93D5B17349CA}"/>
                    </a:ext>
                  </a:extLst>
                </p:cNvPr>
                <p:cNvSpPr/>
                <p:nvPr/>
              </p:nvSpPr>
              <p:spPr>
                <a:xfrm>
                  <a:off x="10538841" y="4399210"/>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209" name="图形 5" descr="一个城市街区">
                <a:extLst>
                  <a:ext uri="{FF2B5EF4-FFF2-40B4-BE49-F238E27FC236}">
                    <a16:creationId xmlns:a16="http://schemas.microsoft.com/office/drawing/2014/main" id="{6D5854E2-BACB-7ECA-E532-EE180FE6598E}"/>
                  </a:ext>
                </a:extLst>
              </p:cNvPr>
              <p:cNvGrpSpPr/>
              <p:nvPr/>
            </p:nvGrpSpPr>
            <p:grpSpPr>
              <a:xfrm>
                <a:off x="10792841" y="4210888"/>
                <a:ext cx="178320" cy="376643"/>
                <a:chOff x="10792841" y="4210888"/>
                <a:chExt cx="178320" cy="376643"/>
              </a:xfrm>
            </p:grpSpPr>
            <p:sp>
              <p:nvSpPr>
                <p:cNvPr id="210" name="矩形 209">
                  <a:extLst>
                    <a:ext uri="{FF2B5EF4-FFF2-40B4-BE49-F238E27FC236}">
                      <a16:creationId xmlns:a16="http://schemas.microsoft.com/office/drawing/2014/main" id="{68922580-D432-C79B-F3A1-C3B031A340C9}"/>
                    </a:ext>
                  </a:extLst>
                </p:cNvPr>
                <p:cNvSpPr/>
                <p:nvPr/>
              </p:nvSpPr>
              <p:spPr>
                <a:xfrm>
                  <a:off x="10792841" y="4210888"/>
                  <a:ext cx="178320" cy="188321"/>
                </a:xfrm>
                <a:prstGeom prst="rect">
                  <a:avLst/>
                </a:prstGeom>
                <a:solidFill>
                  <a:srgbClr val="737373"/>
                </a:solidFill>
                <a:ln w="6350" cap="flat">
                  <a:noFill/>
                  <a:prstDash val="solid"/>
                  <a:miter/>
                </a:ln>
              </p:spPr>
              <p:txBody>
                <a:bodyPr/>
                <a:lstStyle/>
                <a:p>
                  <a:endParaRPr lang="zh-CN" altLang="en-US"/>
                </a:p>
              </p:txBody>
            </p:sp>
            <p:sp>
              <p:nvSpPr>
                <p:cNvPr id="211" name="矩形 210">
                  <a:extLst>
                    <a:ext uri="{FF2B5EF4-FFF2-40B4-BE49-F238E27FC236}">
                      <a16:creationId xmlns:a16="http://schemas.microsoft.com/office/drawing/2014/main" id="{F2A24E41-D669-F928-DA6E-14EE2577D366}"/>
                    </a:ext>
                  </a:extLst>
                </p:cNvPr>
                <p:cNvSpPr/>
                <p:nvPr/>
              </p:nvSpPr>
              <p:spPr>
                <a:xfrm>
                  <a:off x="10792841" y="4399210"/>
                  <a:ext cx="178320" cy="188321"/>
                </a:xfrm>
                <a:prstGeom prst="rect">
                  <a:avLst/>
                </a:prstGeom>
                <a:solidFill>
                  <a:srgbClr val="D8BEEC"/>
                </a:solidFill>
                <a:ln w="6350" cap="flat">
                  <a:noFill/>
                  <a:prstDash val="solid"/>
                  <a:miter/>
                </a:ln>
              </p:spPr>
              <p:txBody>
                <a:bodyPr/>
                <a:lstStyle/>
                <a:p>
                  <a:endParaRPr lang="zh-CN" altLang="en-US"/>
                </a:p>
              </p:txBody>
            </p:sp>
          </p:grpSp>
          <p:grpSp>
            <p:nvGrpSpPr>
              <p:cNvPr id="212" name="图形 5" descr="一个城市街区">
                <a:extLst>
                  <a:ext uri="{FF2B5EF4-FFF2-40B4-BE49-F238E27FC236}">
                    <a16:creationId xmlns:a16="http://schemas.microsoft.com/office/drawing/2014/main" id="{5AA4290E-6307-C49F-F32C-20777C5F7E91}"/>
                  </a:ext>
                </a:extLst>
              </p:cNvPr>
              <p:cNvGrpSpPr/>
              <p:nvPr/>
            </p:nvGrpSpPr>
            <p:grpSpPr>
              <a:xfrm>
                <a:off x="11048746" y="4210888"/>
                <a:ext cx="379107" cy="376643"/>
                <a:chOff x="11048746" y="4210888"/>
                <a:chExt cx="379107" cy="376643"/>
              </a:xfrm>
            </p:grpSpPr>
            <p:sp>
              <p:nvSpPr>
                <p:cNvPr id="213" name="矩形 212">
                  <a:extLst>
                    <a:ext uri="{FF2B5EF4-FFF2-40B4-BE49-F238E27FC236}">
                      <a16:creationId xmlns:a16="http://schemas.microsoft.com/office/drawing/2014/main" id="{3FCA73DF-1EF8-76B7-0778-C12EA8846F4D}"/>
                    </a:ext>
                  </a:extLst>
                </p:cNvPr>
                <p:cNvSpPr/>
                <p:nvPr/>
              </p:nvSpPr>
              <p:spPr>
                <a:xfrm>
                  <a:off x="11048746" y="4210888"/>
                  <a:ext cx="379107" cy="188321"/>
                </a:xfrm>
                <a:prstGeom prst="rect">
                  <a:avLst/>
                </a:prstGeom>
                <a:solidFill>
                  <a:srgbClr val="737373"/>
                </a:solidFill>
                <a:ln w="6350" cap="flat">
                  <a:noFill/>
                  <a:prstDash val="solid"/>
                  <a:miter/>
                </a:ln>
              </p:spPr>
              <p:txBody>
                <a:bodyPr/>
                <a:lstStyle/>
                <a:p>
                  <a:endParaRPr lang="zh-CN" altLang="en-US"/>
                </a:p>
              </p:txBody>
            </p:sp>
            <p:sp>
              <p:nvSpPr>
                <p:cNvPr id="214" name="矩形 213">
                  <a:extLst>
                    <a:ext uri="{FF2B5EF4-FFF2-40B4-BE49-F238E27FC236}">
                      <a16:creationId xmlns:a16="http://schemas.microsoft.com/office/drawing/2014/main" id="{DFF65EFF-42F9-4EFA-715D-4F332E25B8D7}"/>
                    </a:ext>
                  </a:extLst>
                </p:cNvPr>
                <p:cNvSpPr/>
                <p:nvPr/>
              </p:nvSpPr>
              <p:spPr>
                <a:xfrm>
                  <a:off x="11048746" y="4399210"/>
                  <a:ext cx="379107" cy="188321"/>
                </a:xfrm>
                <a:prstGeom prst="rect">
                  <a:avLst/>
                </a:prstGeom>
                <a:solidFill>
                  <a:srgbClr val="D8BEEC"/>
                </a:solidFill>
                <a:ln w="6350" cap="flat">
                  <a:noFill/>
                  <a:prstDash val="solid"/>
                  <a:miter/>
                </a:ln>
              </p:spPr>
              <p:txBody>
                <a:bodyPr/>
                <a:lstStyle/>
                <a:p>
                  <a:endParaRPr lang="zh-CN" altLang="en-US"/>
                </a:p>
              </p:txBody>
            </p:sp>
          </p:grpSp>
          <p:sp>
            <p:nvSpPr>
              <p:cNvPr id="215" name="矩形 214">
                <a:extLst>
                  <a:ext uri="{FF2B5EF4-FFF2-40B4-BE49-F238E27FC236}">
                    <a16:creationId xmlns:a16="http://schemas.microsoft.com/office/drawing/2014/main" id="{A7AC0BCF-C829-6B73-9795-530BBB8F9709}"/>
                  </a:ext>
                </a:extLst>
              </p:cNvPr>
              <p:cNvSpPr/>
              <p:nvPr/>
            </p:nvSpPr>
            <p:spPr>
              <a:xfrm rot="-10800000">
                <a:off x="10538904" y="3825519"/>
                <a:ext cx="889000" cy="190500"/>
              </a:xfrm>
              <a:prstGeom prst="rect">
                <a:avLst/>
              </a:prstGeom>
              <a:solidFill>
                <a:srgbClr val="D8BEEC"/>
              </a:solidFill>
              <a:ln w="6350" cap="flat">
                <a:noFill/>
                <a:prstDash val="solid"/>
                <a:miter/>
              </a:ln>
            </p:spPr>
            <p:txBody>
              <a:bodyPr/>
              <a:lstStyle/>
              <a:p>
                <a:endParaRPr lang="zh-CN" altLang="en-US"/>
              </a:p>
            </p:txBody>
          </p:sp>
          <p:sp>
            <p:nvSpPr>
              <p:cNvPr id="216" name="矩形 215">
                <a:extLst>
                  <a:ext uri="{FF2B5EF4-FFF2-40B4-BE49-F238E27FC236}">
                    <a16:creationId xmlns:a16="http://schemas.microsoft.com/office/drawing/2014/main" id="{8B878E09-E035-ECA5-3604-DE4E27BDC31F}"/>
                  </a:ext>
                </a:extLst>
              </p:cNvPr>
              <p:cNvSpPr/>
              <p:nvPr/>
            </p:nvSpPr>
            <p:spPr>
              <a:xfrm rot="-10800000">
                <a:off x="10538904" y="3444519"/>
                <a:ext cx="889000" cy="190500"/>
              </a:xfrm>
              <a:prstGeom prst="rect">
                <a:avLst/>
              </a:prstGeom>
              <a:solidFill>
                <a:srgbClr val="D8BEEC"/>
              </a:solidFill>
              <a:ln w="6350" cap="flat">
                <a:noFill/>
                <a:prstDash val="solid"/>
                <a:miter/>
              </a:ln>
            </p:spPr>
            <p:txBody>
              <a:bodyPr/>
              <a:lstStyle/>
              <a:p>
                <a:endParaRPr lang="zh-CN" altLang="en-US"/>
              </a:p>
            </p:txBody>
          </p:sp>
          <p:sp>
            <p:nvSpPr>
              <p:cNvPr id="217" name="矩形 216">
                <a:extLst>
                  <a:ext uri="{FF2B5EF4-FFF2-40B4-BE49-F238E27FC236}">
                    <a16:creationId xmlns:a16="http://schemas.microsoft.com/office/drawing/2014/main" id="{60A86AD4-86C6-4B96-974B-65299B636360}"/>
                  </a:ext>
                </a:extLst>
              </p:cNvPr>
              <p:cNvSpPr/>
              <p:nvPr/>
            </p:nvSpPr>
            <p:spPr>
              <a:xfrm rot="-10800000">
                <a:off x="10919904" y="3762019"/>
                <a:ext cx="889000" cy="63500"/>
              </a:xfrm>
              <a:prstGeom prst="rect">
                <a:avLst/>
              </a:prstGeom>
              <a:solidFill>
                <a:srgbClr val="737373"/>
              </a:solidFill>
              <a:ln w="6350" cap="flat">
                <a:noFill/>
                <a:prstDash val="solid"/>
                <a:miter/>
              </a:ln>
            </p:spPr>
            <p:txBody>
              <a:bodyPr/>
              <a:lstStyle/>
              <a:p>
                <a:endParaRPr lang="zh-CN" altLang="en-US"/>
              </a:p>
            </p:txBody>
          </p:sp>
          <p:sp>
            <p:nvSpPr>
              <p:cNvPr id="218" name="矩形 217">
                <a:extLst>
                  <a:ext uri="{FF2B5EF4-FFF2-40B4-BE49-F238E27FC236}">
                    <a16:creationId xmlns:a16="http://schemas.microsoft.com/office/drawing/2014/main" id="{CAB9352B-D944-B7B9-9069-A562896CE843}"/>
                  </a:ext>
                </a:extLst>
              </p:cNvPr>
              <p:cNvSpPr/>
              <p:nvPr/>
            </p:nvSpPr>
            <p:spPr>
              <a:xfrm rot="-10800000">
                <a:off x="10919904" y="3381019"/>
                <a:ext cx="889000" cy="63500"/>
              </a:xfrm>
              <a:prstGeom prst="rect">
                <a:avLst/>
              </a:prstGeom>
              <a:solidFill>
                <a:srgbClr val="737373"/>
              </a:solidFill>
              <a:ln w="6350" cap="flat">
                <a:noFill/>
                <a:prstDash val="solid"/>
                <a:miter/>
              </a:ln>
            </p:spPr>
            <p:txBody>
              <a:bodyPr/>
              <a:lstStyle/>
              <a:p>
                <a:endParaRPr lang="zh-CN" altLang="en-US"/>
              </a:p>
            </p:txBody>
          </p:sp>
        </p:grpSp>
      </p:grpSp>
    </p:spTree>
    <p:extLst>
      <p:ext uri="{BB962C8B-B14F-4D97-AF65-F5344CB8AC3E}">
        <p14:creationId xmlns:p14="http://schemas.microsoft.com/office/powerpoint/2010/main" val="3998979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132638A-5C8C-8A8A-1EE1-842C20B998C2}"/>
              </a:ext>
            </a:extLst>
          </p:cNvPr>
          <p:cNvSpPr>
            <a:spLocks noGrp="1"/>
          </p:cNvSpPr>
          <p:nvPr>
            <p:ph type="title"/>
          </p:nvPr>
        </p:nvSpPr>
        <p:spPr/>
        <p:txBody>
          <a:bodyPr/>
          <a:lstStyle/>
          <a:p>
            <a:r>
              <a:rPr lang="en-US" altLang="zh-CN" dirty="0">
                <a:solidFill>
                  <a:schemeClr val="bg1"/>
                </a:solidFill>
              </a:rPr>
              <a:t>The End</a:t>
            </a:r>
            <a:endParaRPr lang="zh-CN" altLang="en-US" dirty="0">
              <a:solidFill>
                <a:schemeClr val="bg1"/>
              </a:solidFill>
            </a:endParaRPr>
          </a:p>
        </p:txBody>
      </p:sp>
      <p:sp>
        <p:nvSpPr>
          <p:cNvPr id="5" name="内容占位符 4">
            <a:extLst>
              <a:ext uri="{FF2B5EF4-FFF2-40B4-BE49-F238E27FC236}">
                <a16:creationId xmlns:a16="http://schemas.microsoft.com/office/drawing/2014/main" id="{225DC8C9-D5EF-1569-90A4-AC52A0A0C685}"/>
              </a:ext>
            </a:extLst>
          </p:cNvPr>
          <p:cNvSpPr>
            <a:spLocks noGrp="1"/>
          </p:cNvSpPr>
          <p:nvPr>
            <p:ph idx="1"/>
          </p:nvPr>
        </p:nvSpPr>
        <p:spPr>
          <a:xfrm>
            <a:off x="1416000" y="3731558"/>
            <a:ext cx="10080000" cy="1440000"/>
          </a:xfrm>
          <a:prstGeom prst="roundRect">
            <a:avLst/>
          </a:prstGeom>
          <a:solidFill>
            <a:srgbClr val="E3DAF4"/>
          </a:solidFill>
          <a:ln w="12700">
            <a:solidFill>
              <a:schemeClr val="bg1"/>
            </a:solidFill>
          </a:ln>
        </p:spPr>
        <p:txBody>
          <a:bodyPr lIns="720000" tIns="36000" rIns="720000" bIns="36000" anchor="ctr">
            <a:noAutofit/>
          </a:bodyPr>
          <a:lstStyle/>
          <a:p>
            <a:pPr marL="0" indent="0">
              <a:buNone/>
            </a:pPr>
            <a:r>
              <a:rPr lang="en-US" altLang="zh-CN" sz="9600" dirty="0">
                <a:solidFill>
                  <a:srgbClr val="C0ADD7"/>
                </a:solidFill>
              </a:rPr>
              <a:t>Thanks</a:t>
            </a:r>
            <a:endParaRPr lang="zh-CN" altLang="en-US" sz="9600" dirty="0">
              <a:solidFill>
                <a:srgbClr val="C0ADD7"/>
              </a:solidFill>
            </a:endParaRPr>
          </a:p>
        </p:txBody>
      </p:sp>
      <p:pic>
        <p:nvPicPr>
          <p:cNvPr id="3" name="图形 2" descr="一束花">
            <a:extLst>
              <a:ext uri="{FF2B5EF4-FFF2-40B4-BE49-F238E27FC236}">
                <a16:creationId xmlns:a16="http://schemas.microsoft.com/office/drawing/2014/main" id="{43D358AE-1ED0-39BE-EF3C-A23903372F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6000" y="784067"/>
            <a:ext cx="5760000" cy="5760000"/>
          </a:xfrm>
          <a:prstGeom prst="rect">
            <a:avLst/>
          </a:prstGeom>
        </p:spPr>
      </p:pic>
      <p:pic>
        <p:nvPicPr>
          <p:cNvPr id="6" name="图片 5">
            <a:extLst>
              <a:ext uri="{FF2B5EF4-FFF2-40B4-BE49-F238E27FC236}">
                <a16:creationId xmlns:a16="http://schemas.microsoft.com/office/drawing/2014/main" id="{93440D5C-C35B-FBB4-50A2-4FDFBEE7F9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76000" y="360000"/>
            <a:ext cx="720000" cy="720000"/>
          </a:xfrm>
          <a:prstGeom prst="rect">
            <a:avLst/>
          </a:prstGeom>
        </p:spPr>
      </p:pic>
      <p:sp>
        <p:nvSpPr>
          <p:cNvPr id="7" name="文本框 6">
            <a:extLst>
              <a:ext uri="{FF2B5EF4-FFF2-40B4-BE49-F238E27FC236}">
                <a16:creationId xmlns:a16="http://schemas.microsoft.com/office/drawing/2014/main" id="{7110BE87-605D-1909-9608-0417113B8C19}"/>
              </a:ext>
            </a:extLst>
          </p:cNvPr>
          <p:cNvSpPr txBox="1"/>
          <p:nvPr/>
        </p:nvSpPr>
        <p:spPr>
          <a:xfrm>
            <a:off x="1416000" y="5927657"/>
            <a:ext cx="2371162" cy="338554"/>
          </a:xfrm>
          <a:prstGeom prst="rect">
            <a:avLst/>
          </a:prstGeom>
          <a:noFill/>
        </p:spPr>
        <p:txBody>
          <a:bodyPr wrap="none" rtlCol="0">
            <a:spAutoFit/>
          </a:bodyPr>
          <a:lstStyle/>
          <a:p>
            <a:r>
              <a:rPr lang="en-US" altLang="zh-CN" sz="1600" dirty="0">
                <a:solidFill>
                  <a:srgbClr val="C0ADD7"/>
                </a:solidFill>
              </a:rPr>
              <a:t>(cc)</a:t>
            </a:r>
            <a:r>
              <a:rPr lang="zh-CN" altLang="en-US" sz="1600" dirty="0">
                <a:solidFill>
                  <a:srgbClr val="C0ADD7"/>
                </a:solidFill>
              </a:rPr>
              <a:t> </a:t>
            </a:r>
            <a:r>
              <a:rPr lang="en-US" altLang="zh-CN" sz="1600" dirty="0">
                <a:solidFill>
                  <a:srgbClr val="C0ADD7"/>
                </a:solidFill>
              </a:rPr>
              <a:t>Kingcean</a:t>
            </a:r>
            <a:r>
              <a:rPr lang="zh-CN" altLang="en-US" sz="1600" dirty="0">
                <a:solidFill>
                  <a:srgbClr val="C0ADD7"/>
                </a:solidFill>
              </a:rPr>
              <a:t> </a:t>
            </a:r>
            <a:r>
              <a:rPr lang="en-US" altLang="zh-CN" sz="1600" dirty="0">
                <a:solidFill>
                  <a:srgbClr val="C0ADD7"/>
                </a:solidFill>
              </a:rPr>
              <a:t>Tuan,</a:t>
            </a:r>
            <a:r>
              <a:rPr lang="zh-CN" altLang="en-US" sz="1600" dirty="0">
                <a:solidFill>
                  <a:srgbClr val="C0ADD7"/>
                </a:solidFill>
              </a:rPr>
              <a:t> </a:t>
            </a:r>
            <a:r>
              <a:rPr lang="en-US" altLang="zh-CN" sz="1600" dirty="0">
                <a:solidFill>
                  <a:srgbClr val="C0ADD7"/>
                </a:solidFill>
              </a:rPr>
              <a:t>2026</a:t>
            </a:r>
            <a:endParaRPr lang="zh-CN" altLang="en-US" sz="1600" dirty="0">
              <a:solidFill>
                <a:srgbClr val="C0ADD7"/>
              </a:solidFill>
            </a:endParaRPr>
          </a:p>
        </p:txBody>
      </p:sp>
    </p:spTree>
    <p:extLst>
      <p:ext uri="{BB962C8B-B14F-4D97-AF65-F5344CB8AC3E}">
        <p14:creationId xmlns:p14="http://schemas.microsoft.com/office/powerpoint/2010/main" val="298689950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1378</TotalTime>
  <Words>10187</Words>
  <Application>Microsoft Office PowerPoint</Application>
  <PresentationFormat>宽屏</PresentationFormat>
  <Paragraphs>489</Paragraphs>
  <Slides>37</Slides>
  <Notes>37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37</vt:i4>
      </vt:variant>
    </vt:vector>
  </HeadingPairs>
  <TitlesOfParts>
    <vt:vector size="42" baseType="lpstr">
      <vt:lpstr>等线</vt:lpstr>
      <vt:lpstr>等线 Light</vt:lpstr>
      <vt:lpstr>Arial</vt:lpstr>
      <vt:lpstr>Wingdings</vt:lpstr>
      <vt:lpstr>Office 主题​​</vt:lpstr>
      <vt:lpstr>Your Mind Skill</vt:lpstr>
      <vt:lpstr>AI Powers Everything</vt:lpstr>
      <vt:lpstr>High Efficiency AI</vt:lpstr>
      <vt:lpstr>How AI Skills Work</vt:lpstr>
      <vt:lpstr>Workflow</vt:lpstr>
      <vt:lpstr>Start From Tools</vt:lpstr>
      <vt:lpstr>AI Tools</vt:lpstr>
      <vt:lpstr>Task Orchestration</vt:lpstr>
      <vt:lpstr>Execution Mechanism</vt:lpstr>
      <vt:lpstr>Room for Improvement</vt:lpstr>
      <vt:lpstr>Focus Areas</vt:lpstr>
      <vt:lpstr>Scope and Limitations</vt:lpstr>
      <vt:lpstr>Example</vt:lpstr>
      <vt:lpstr>Chat to Implement</vt:lpstr>
      <vt:lpstr>Prompt Engineering</vt:lpstr>
      <vt:lpstr>Descriptive Guidelines</vt:lpstr>
      <vt:lpstr>Clear Objective and Output Specification</vt:lpstr>
      <vt:lpstr>Context and Background</vt:lpstr>
      <vt:lpstr>Data and Input Specification</vt:lpstr>
      <vt:lpstr>Task Instructions and Edge Cases</vt:lpstr>
      <vt:lpstr>Additional Info</vt:lpstr>
      <vt:lpstr>Advance Data Preparation</vt:lpstr>
      <vt:lpstr>Data Access</vt:lpstr>
      <vt:lpstr>Key Data Preparation</vt:lpstr>
      <vt:lpstr>Reusable intermediate data</vt:lpstr>
      <vt:lpstr>Data Flow</vt:lpstr>
      <vt:lpstr>Heavy Industry Tools</vt:lpstr>
      <vt:lpstr>Skill Story</vt:lpstr>
      <vt:lpstr>Post Comments</vt:lpstr>
      <vt:lpstr>Codify Workflow</vt:lpstr>
      <vt:lpstr>AI Coding</vt:lpstr>
      <vt:lpstr>Dev Cost</vt:lpstr>
      <vt:lpstr>Your Mind</vt:lpstr>
      <vt:lpstr>All Yours</vt:lpstr>
      <vt:lpstr>Evolution and Considering</vt:lpstr>
      <vt:lpstr>What’s Next</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Kingcean Tuan</dc:creator>
  <cp:lastModifiedBy>Kingcean Tuan</cp:lastModifiedBy>
  <cp:revision>7</cp:revision>
  <dcterms:created xsi:type="dcterms:W3CDTF">2026-09-20T09:54:48Z</dcterms:created>
  <dcterms:modified xsi:type="dcterms:W3CDTF">2026-10-14T05:20:52Z</dcterms:modified>
</cp:coreProperties>
</file>